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98" y="702"/>
      </p:cViewPr>
      <p:guideLst>
        <p:guide orient="horz" pos="2157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presProps" Target="presProps.xml"  /><Relationship Id="rId13" Type="http://schemas.openxmlformats.org/officeDocument/2006/relationships/viewProps" Target="viewProps.xml"  /><Relationship Id="rId14" Type="http://schemas.openxmlformats.org/officeDocument/2006/relationships/theme" Target="theme/theme1.xml"  /><Relationship Id="rId15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2020-11-17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0912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2020-11-17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20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2020-11-17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383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2020-11-17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874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2020-11-17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340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2020-11-17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218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2020-11-17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401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2020-11-17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72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2020-11-17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291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2020-11-17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701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2020-11-17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953168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2020-11-17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740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12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d8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그룹 47"/>
          <p:cNvGrpSpPr/>
          <p:nvPr/>
        </p:nvGrpSpPr>
        <p:grpSpPr>
          <a:xfrm rot="0">
            <a:off x="2494543" y="1382680"/>
            <a:ext cx="7202912" cy="4092640"/>
            <a:chOff x="292100" y="252412"/>
            <a:chExt cx="11506200" cy="63642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모서리가 둥근 직사각형 1"/>
            <p:cNvSpPr/>
            <p:nvPr/>
          </p:nvSpPr>
          <p:spPr>
            <a:xfrm>
              <a:off x="292100" y="252412"/>
              <a:ext cx="11506200" cy="6364288"/>
            </a:xfrm>
            <a:prstGeom prst="roundRect">
              <a:avLst>
                <a:gd name="adj" fmla="val 10099"/>
              </a:avLst>
            </a:prstGeom>
            <a:solidFill>
              <a:srgbClr val="fe6b25"/>
            </a:solidFill>
            <a:ln>
              <a:noFill/>
            </a:ln>
            <a:effectLst>
              <a:outerShdw blurRad="50800" dist="12700" dir="2700000" algn="tl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모서리가 둥근 직사각형 4"/>
            <p:cNvSpPr/>
            <p:nvPr/>
          </p:nvSpPr>
          <p:spPr>
            <a:xfrm>
              <a:off x="2549002" y="351318"/>
              <a:ext cx="9131600" cy="6143824"/>
            </a:xfrm>
            <a:prstGeom prst="roundRect">
              <a:avLst>
                <a:gd name="adj" fmla="val 796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2800" b="1" i="1" kern="0">
                  <a:solidFill>
                    <a:srgbClr val="fe6b25"/>
                  </a:solidFill>
                </a:rPr>
                <a:t>태양광 발전량 예측</a:t>
              </a:r>
              <a:r>
                <a:rPr lang="en-US" altLang="ko-KR" sz="2800" b="1" i="1" ker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 </a:t>
              </a:r>
              <a:endParaRPr lang="en-US" altLang="ko-KR" sz="2800" b="1" i="1" ker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 algn="ctr" latinLnBrk="0">
                <a:lnSpc>
                  <a:spcPct val="150000"/>
                </a:lnSpc>
                <a:defRPr/>
              </a:pPr>
              <a:r>
                <a:rPr lang="en-US" altLang="ko-KR" sz="800" ker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Forecasting solar power generation using machine learning</a:t>
              </a:r>
              <a:endParaRPr lang="en-US" altLang="ko-KR" sz="800" ker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 rot="0">
            <a:off x="2620052" y="1546369"/>
            <a:ext cx="1107744" cy="781781"/>
            <a:chOff x="467101" y="539420"/>
            <a:chExt cx="706333" cy="498488"/>
          </a:xfrm>
        </p:grpSpPr>
        <p:sp>
          <p:nvSpPr>
            <p:cNvPr id="26" name="타원 25"/>
            <p:cNvSpPr/>
            <p:nvPr/>
          </p:nvSpPr>
          <p:spPr>
            <a:xfrm>
              <a:off x="652176" y="539420"/>
              <a:ext cx="350330" cy="35033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467101" y="915924"/>
              <a:ext cx="706333" cy="1242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700" b="1">
                  <a:solidFill>
                    <a:prstClr val="white"/>
                  </a:solidFill>
                </a:rPr>
                <a:t>SunRise</a:t>
              </a:r>
              <a:endParaRPr lang="en-US" altLang="ko-KR" sz="700" b="1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494544" y="2389733"/>
          <a:ext cx="1264974" cy="894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974"/>
              </a:tblGrid>
              <a:tr h="447280">
                <a:tc>
                  <a:txBody>
                    <a:bodyPr vert="horz" lIns="91440" tIns="45720" rIns="91440" bIns="45720" anchor="ctr" anchorCtr="0"/>
                    <a:p>
                      <a:pPr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ko-KR" altLang="en-US" sz="900" b="0" i="0" u="none" strike="noStrike" mc:Ignorable="hp" hp:hslEmbossed="0"/>
                        <a:t>송기남</a:t>
                      </a:r>
                      <a:endParaRPr xmlns:mc="http://schemas.openxmlformats.org/markup-compatibility/2006" xmlns:hp="http://schemas.haansoft.com/office/presentation/8.0" lang="ko-KR" altLang="en-US" sz="900" b="0" i="0" u="none" strike="noStrike" mc:Ignorable="hp" hp:hslEmbossed="0"/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47280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en-US" altLang="ko-KR" sz="900" b="0">
                          <a:solidFill>
                            <a:srgbClr val="fed8c3"/>
                          </a:solidFill>
                        </a:rPr>
                        <a:t>201234567</a:t>
                      </a:r>
                      <a:endParaRPr lang="ko-KR" altLang="en-US" sz="9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2513594" y="2418927"/>
          <a:ext cx="1432382" cy="393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382"/>
              </a:tblGrid>
              <a:tr h="393629">
                <a:tc>
                  <a:txBody>
                    <a:bodyPr vert="horz" lIns="0" tIns="0" rIns="0" bIns="0" anchor="t" anchorCtr="0"/>
                    <a:p>
                      <a:pPr latinLnBrk="1">
                        <a:defRPr/>
                      </a:pPr>
                      <a:endParaRPr lang="ko-KR" altLang="en-US" sz="100"/>
                    </a:p>
                  </a:txBody>
                  <a:tcPr marL="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7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25" name="그룹 24"/>
          <p:cNvGrpSpPr/>
          <p:nvPr/>
        </p:nvGrpSpPr>
        <p:grpSpPr>
          <a:xfrm rot="0">
            <a:off x="2683392" y="2514379"/>
            <a:ext cx="128928" cy="608515"/>
            <a:chOff x="411361" y="2237725"/>
            <a:chExt cx="110025" cy="519293"/>
          </a:xfrm>
        </p:grpSpPr>
        <p:sp>
          <p:nvSpPr>
            <p:cNvPr id="11" name="Freeform 36"/>
            <p:cNvSpPr>
              <a:spLocks noEditPoints="1"/>
            </p:cNvSpPr>
            <p:nvPr/>
          </p:nvSpPr>
          <p:spPr>
            <a:xfrm>
              <a:off x="430781" y="2631655"/>
              <a:ext cx="74536" cy="125363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fed8c3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 rot="0">
              <a:off x="411361" y="2237725"/>
              <a:ext cx="110025" cy="150079"/>
              <a:chOff x="2597" y="4163"/>
              <a:chExt cx="217" cy="296"/>
            </a:xfrm>
            <a:solidFill>
              <a:srgbClr val="fed8c3"/>
            </a:solidFill>
          </p:grpSpPr>
          <p:sp>
            <p:nvSpPr>
              <p:cNvPr id="21" name="Freeform 22"/>
              <p:cNvSpPr>
                <a:spLocks noEditPoints="1"/>
              </p:cNvSpPr>
              <p:nvPr/>
            </p:nvSpPr>
            <p:spPr>
              <a:xfrm>
                <a:off x="2630" y="4163"/>
                <a:ext cx="151" cy="176"/>
              </a:xfrm>
              <a:custGeom>
                <a:avLst/>
                <a:gdLst>
                  <a:gd name="T0" fmla="*/ 410 w 1662"/>
                  <a:gd name="T1" fmla="*/ 645 h 1942"/>
                  <a:gd name="T2" fmla="*/ 309 w 1662"/>
                  <a:gd name="T3" fmla="*/ 847 h 1942"/>
                  <a:gd name="T4" fmla="*/ 255 w 1662"/>
                  <a:gd name="T5" fmla="*/ 1023 h 1942"/>
                  <a:gd name="T6" fmla="*/ 263 w 1662"/>
                  <a:gd name="T7" fmla="*/ 1206 h 1942"/>
                  <a:gd name="T8" fmla="*/ 347 w 1662"/>
                  <a:gd name="T9" fmla="*/ 1429 h 1942"/>
                  <a:gd name="T10" fmla="*/ 476 w 1662"/>
                  <a:gd name="T11" fmla="*/ 1620 h 1942"/>
                  <a:gd name="T12" fmla="*/ 638 w 1662"/>
                  <a:gd name="T13" fmla="*/ 1753 h 1942"/>
                  <a:gd name="T14" fmla="*/ 825 w 1662"/>
                  <a:gd name="T15" fmla="*/ 1803 h 1942"/>
                  <a:gd name="T16" fmla="*/ 1013 w 1662"/>
                  <a:gd name="T17" fmla="*/ 1753 h 1942"/>
                  <a:gd name="T18" fmla="*/ 1176 w 1662"/>
                  <a:gd name="T19" fmla="*/ 1619 h 1942"/>
                  <a:gd name="T20" fmla="*/ 1305 w 1662"/>
                  <a:gd name="T21" fmla="*/ 1428 h 1942"/>
                  <a:gd name="T22" fmla="*/ 1388 w 1662"/>
                  <a:gd name="T23" fmla="*/ 1205 h 1942"/>
                  <a:gd name="T24" fmla="*/ 1418 w 1662"/>
                  <a:gd name="T25" fmla="*/ 974 h 1942"/>
                  <a:gd name="T26" fmla="*/ 1266 w 1662"/>
                  <a:gd name="T27" fmla="*/ 836 h 1942"/>
                  <a:gd name="T28" fmla="*/ 1012 w 1662"/>
                  <a:gd name="T29" fmla="*/ 794 h 1942"/>
                  <a:gd name="T30" fmla="*/ 806 w 1662"/>
                  <a:gd name="T31" fmla="*/ 713 h 1942"/>
                  <a:gd name="T32" fmla="*/ 646 w 1662"/>
                  <a:gd name="T33" fmla="*/ 610 h 1942"/>
                  <a:gd name="T34" fmla="*/ 526 w 1662"/>
                  <a:gd name="T35" fmla="*/ 499 h 1942"/>
                  <a:gd name="T36" fmla="*/ 944 w 1662"/>
                  <a:gd name="T37" fmla="*/ 23 h 1942"/>
                  <a:gd name="T38" fmla="*/ 1152 w 1662"/>
                  <a:gd name="T39" fmla="*/ 118 h 1942"/>
                  <a:gd name="T40" fmla="*/ 1271 w 1662"/>
                  <a:gd name="T41" fmla="*/ 205 h 1942"/>
                  <a:gd name="T42" fmla="*/ 1388 w 1662"/>
                  <a:gd name="T43" fmla="*/ 323 h 1942"/>
                  <a:gd name="T44" fmla="*/ 1455 w 1662"/>
                  <a:gd name="T45" fmla="*/ 429 h 1942"/>
                  <a:gd name="T46" fmla="*/ 1524 w 1662"/>
                  <a:gd name="T47" fmla="*/ 626 h 1942"/>
                  <a:gd name="T48" fmla="*/ 1555 w 1662"/>
                  <a:gd name="T49" fmla="*/ 892 h 1942"/>
                  <a:gd name="T50" fmla="*/ 1619 w 1662"/>
                  <a:gd name="T51" fmla="*/ 939 h 1942"/>
                  <a:gd name="T52" fmla="*/ 1657 w 1662"/>
                  <a:gd name="T53" fmla="*/ 1032 h 1942"/>
                  <a:gd name="T54" fmla="*/ 1655 w 1662"/>
                  <a:gd name="T55" fmla="*/ 1183 h 1942"/>
                  <a:gd name="T56" fmla="*/ 1611 w 1662"/>
                  <a:gd name="T57" fmla="*/ 1304 h 1942"/>
                  <a:gd name="T58" fmla="*/ 1537 w 1662"/>
                  <a:gd name="T59" fmla="*/ 1372 h 1942"/>
                  <a:gd name="T60" fmla="*/ 1445 w 1662"/>
                  <a:gd name="T61" fmla="*/ 1454 h 1942"/>
                  <a:gd name="T62" fmla="*/ 1313 w 1662"/>
                  <a:gd name="T63" fmla="*/ 1670 h 1942"/>
                  <a:gd name="T64" fmla="*/ 1141 w 1662"/>
                  <a:gd name="T65" fmla="*/ 1836 h 1942"/>
                  <a:gd name="T66" fmla="*/ 937 w 1662"/>
                  <a:gd name="T67" fmla="*/ 1930 h 1942"/>
                  <a:gd name="T68" fmla="*/ 714 w 1662"/>
                  <a:gd name="T69" fmla="*/ 1930 h 1942"/>
                  <a:gd name="T70" fmla="*/ 510 w 1662"/>
                  <a:gd name="T71" fmla="*/ 1836 h 1942"/>
                  <a:gd name="T72" fmla="*/ 337 w 1662"/>
                  <a:gd name="T73" fmla="*/ 1669 h 1942"/>
                  <a:gd name="T74" fmla="*/ 205 w 1662"/>
                  <a:gd name="T75" fmla="*/ 1452 h 1942"/>
                  <a:gd name="T76" fmla="*/ 111 w 1662"/>
                  <a:gd name="T77" fmla="*/ 1364 h 1942"/>
                  <a:gd name="T78" fmla="*/ 39 w 1662"/>
                  <a:gd name="T79" fmla="*/ 1284 h 1942"/>
                  <a:gd name="T80" fmla="*/ 2 w 1662"/>
                  <a:gd name="T81" fmla="*/ 1143 h 1942"/>
                  <a:gd name="T82" fmla="*/ 9 w 1662"/>
                  <a:gd name="T83" fmla="*/ 1009 h 1942"/>
                  <a:gd name="T84" fmla="*/ 50 w 1662"/>
                  <a:gd name="T85" fmla="*/ 930 h 1942"/>
                  <a:gd name="T86" fmla="*/ 98 w 1662"/>
                  <a:gd name="T87" fmla="*/ 851 h 1942"/>
                  <a:gd name="T88" fmla="*/ 85 w 1662"/>
                  <a:gd name="T89" fmla="*/ 643 h 1942"/>
                  <a:gd name="T90" fmla="*/ 120 w 1662"/>
                  <a:gd name="T91" fmla="*/ 487 h 1942"/>
                  <a:gd name="T92" fmla="*/ 183 w 1662"/>
                  <a:gd name="T93" fmla="*/ 377 h 1942"/>
                  <a:gd name="T94" fmla="*/ 257 w 1662"/>
                  <a:gd name="T95" fmla="*/ 305 h 1942"/>
                  <a:gd name="T96" fmla="*/ 319 w 1662"/>
                  <a:gd name="T97" fmla="*/ 266 h 1942"/>
                  <a:gd name="T98" fmla="*/ 352 w 1662"/>
                  <a:gd name="T99" fmla="*/ 246 h 1942"/>
                  <a:gd name="T100" fmla="*/ 390 w 1662"/>
                  <a:gd name="T101" fmla="*/ 196 h 1942"/>
                  <a:gd name="T102" fmla="*/ 459 w 1662"/>
                  <a:gd name="T103" fmla="*/ 127 h 1942"/>
                  <a:gd name="T104" fmla="*/ 559 w 1662"/>
                  <a:gd name="T105" fmla="*/ 57 h 1942"/>
                  <a:gd name="T106" fmla="*/ 690 w 1662"/>
                  <a:gd name="T107" fmla="*/ 10 h 1942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662" h="1942">
                    <a:moveTo>
                      <a:pt x="526" y="499"/>
                    </a:moveTo>
                    <a:lnTo>
                      <a:pt x="484" y="546"/>
                    </a:lnTo>
                    <a:lnTo>
                      <a:pt x="445" y="595"/>
                    </a:lnTo>
                    <a:lnTo>
                      <a:pt x="410" y="645"/>
                    </a:lnTo>
                    <a:lnTo>
                      <a:pt x="379" y="696"/>
                    </a:lnTo>
                    <a:lnTo>
                      <a:pt x="352" y="747"/>
                    </a:lnTo>
                    <a:lnTo>
                      <a:pt x="329" y="797"/>
                    </a:lnTo>
                    <a:lnTo>
                      <a:pt x="309" y="847"/>
                    </a:lnTo>
                    <a:lnTo>
                      <a:pt x="291" y="895"/>
                    </a:lnTo>
                    <a:lnTo>
                      <a:pt x="277" y="941"/>
                    </a:lnTo>
                    <a:lnTo>
                      <a:pt x="264" y="984"/>
                    </a:lnTo>
                    <a:lnTo>
                      <a:pt x="255" y="1023"/>
                    </a:lnTo>
                    <a:lnTo>
                      <a:pt x="247" y="1059"/>
                    </a:lnTo>
                    <a:lnTo>
                      <a:pt x="241" y="1091"/>
                    </a:lnTo>
                    <a:lnTo>
                      <a:pt x="250" y="1148"/>
                    </a:lnTo>
                    <a:lnTo>
                      <a:pt x="263" y="1206"/>
                    </a:lnTo>
                    <a:lnTo>
                      <a:pt x="280" y="1263"/>
                    </a:lnTo>
                    <a:lnTo>
                      <a:pt x="299" y="1320"/>
                    </a:lnTo>
                    <a:lnTo>
                      <a:pt x="322" y="1375"/>
                    </a:lnTo>
                    <a:lnTo>
                      <a:pt x="347" y="1429"/>
                    </a:lnTo>
                    <a:lnTo>
                      <a:pt x="375" y="1480"/>
                    </a:lnTo>
                    <a:lnTo>
                      <a:pt x="406" y="1530"/>
                    </a:lnTo>
                    <a:lnTo>
                      <a:pt x="440" y="1576"/>
                    </a:lnTo>
                    <a:lnTo>
                      <a:pt x="476" y="1620"/>
                    </a:lnTo>
                    <a:lnTo>
                      <a:pt x="513" y="1659"/>
                    </a:lnTo>
                    <a:lnTo>
                      <a:pt x="553" y="1695"/>
                    </a:lnTo>
                    <a:lnTo>
                      <a:pt x="594" y="1726"/>
                    </a:lnTo>
                    <a:lnTo>
                      <a:pt x="638" y="1753"/>
                    </a:lnTo>
                    <a:lnTo>
                      <a:pt x="683" y="1774"/>
                    </a:lnTo>
                    <a:lnTo>
                      <a:pt x="729" y="1789"/>
                    </a:lnTo>
                    <a:lnTo>
                      <a:pt x="777" y="1800"/>
                    </a:lnTo>
                    <a:lnTo>
                      <a:pt x="825" y="1803"/>
                    </a:lnTo>
                    <a:lnTo>
                      <a:pt x="875" y="1800"/>
                    </a:lnTo>
                    <a:lnTo>
                      <a:pt x="922" y="1789"/>
                    </a:lnTo>
                    <a:lnTo>
                      <a:pt x="968" y="1774"/>
                    </a:lnTo>
                    <a:lnTo>
                      <a:pt x="1013" y="1753"/>
                    </a:lnTo>
                    <a:lnTo>
                      <a:pt x="1056" y="1726"/>
                    </a:lnTo>
                    <a:lnTo>
                      <a:pt x="1099" y="1695"/>
                    </a:lnTo>
                    <a:lnTo>
                      <a:pt x="1139" y="1659"/>
                    </a:lnTo>
                    <a:lnTo>
                      <a:pt x="1176" y="1619"/>
                    </a:lnTo>
                    <a:lnTo>
                      <a:pt x="1212" y="1576"/>
                    </a:lnTo>
                    <a:lnTo>
                      <a:pt x="1245" y="1529"/>
                    </a:lnTo>
                    <a:lnTo>
                      <a:pt x="1276" y="1480"/>
                    </a:lnTo>
                    <a:lnTo>
                      <a:pt x="1305" y="1428"/>
                    </a:lnTo>
                    <a:lnTo>
                      <a:pt x="1330" y="1374"/>
                    </a:lnTo>
                    <a:lnTo>
                      <a:pt x="1353" y="1319"/>
                    </a:lnTo>
                    <a:lnTo>
                      <a:pt x="1372" y="1262"/>
                    </a:lnTo>
                    <a:lnTo>
                      <a:pt x="1388" y="1205"/>
                    </a:lnTo>
                    <a:lnTo>
                      <a:pt x="1401" y="1147"/>
                    </a:lnTo>
                    <a:lnTo>
                      <a:pt x="1411" y="1089"/>
                    </a:lnTo>
                    <a:lnTo>
                      <a:pt x="1416" y="1032"/>
                    </a:lnTo>
                    <a:lnTo>
                      <a:pt x="1418" y="974"/>
                    </a:lnTo>
                    <a:lnTo>
                      <a:pt x="1417" y="904"/>
                    </a:lnTo>
                    <a:lnTo>
                      <a:pt x="1414" y="838"/>
                    </a:lnTo>
                    <a:lnTo>
                      <a:pt x="1339" y="839"/>
                    </a:lnTo>
                    <a:lnTo>
                      <a:pt x="1266" y="836"/>
                    </a:lnTo>
                    <a:lnTo>
                      <a:pt x="1198" y="830"/>
                    </a:lnTo>
                    <a:lnTo>
                      <a:pt x="1133" y="820"/>
                    </a:lnTo>
                    <a:lnTo>
                      <a:pt x="1070" y="808"/>
                    </a:lnTo>
                    <a:lnTo>
                      <a:pt x="1012" y="794"/>
                    </a:lnTo>
                    <a:lnTo>
                      <a:pt x="956" y="777"/>
                    </a:lnTo>
                    <a:lnTo>
                      <a:pt x="903" y="757"/>
                    </a:lnTo>
                    <a:lnTo>
                      <a:pt x="853" y="737"/>
                    </a:lnTo>
                    <a:lnTo>
                      <a:pt x="806" y="713"/>
                    </a:lnTo>
                    <a:lnTo>
                      <a:pt x="762" y="690"/>
                    </a:lnTo>
                    <a:lnTo>
                      <a:pt x="721" y="664"/>
                    </a:lnTo>
                    <a:lnTo>
                      <a:pt x="682" y="638"/>
                    </a:lnTo>
                    <a:lnTo>
                      <a:pt x="646" y="610"/>
                    </a:lnTo>
                    <a:lnTo>
                      <a:pt x="612" y="583"/>
                    </a:lnTo>
                    <a:lnTo>
                      <a:pt x="581" y="555"/>
                    </a:lnTo>
                    <a:lnTo>
                      <a:pt x="552" y="527"/>
                    </a:lnTo>
                    <a:lnTo>
                      <a:pt x="526" y="499"/>
                    </a:lnTo>
                    <a:close/>
                    <a:moveTo>
                      <a:pt x="808" y="0"/>
                    </a:moveTo>
                    <a:lnTo>
                      <a:pt x="851" y="3"/>
                    </a:lnTo>
                    <a:lnTo>
                      <a:pt x="897" y="11"/>
                    </a:lnTo>
                    <a:lnTo>
                      <a:pt x="944" y="23"/>
                    </a:lnTo>
                    <a:lnTo>
                      <a:pt x="993" y="39"/>
                    </a:lnTo>
                    <a:lnTo>
                      <a:pt x="1044" y="60"/>
                    </a:lnTo>
                    <a:lnTo>
                      <a:pt x="1097" y="86"/>
                    </a:lnTo>
                    <a:lnTo>
                      <a:pt x="1152" y="118"/>
                    </a:lnTo>
                    <a:lnTo>
                      <a:pt x="1179" y="135"/>
                    </a:lnTo>
                    <a:lnTo>
                      <a:pt x="1208" y="155"/>
                    </a:lnTo>
                    <a:lnTo>
                      <a:pt x="1239" y="179"/>
                    </a:lnTo>
                    <a:lnTo>
                      <a:pt x="1271" y="205"/>
                    </a:lnTo>
                    <a:lnTo>
                      <a:pt x="1304" y="233"/>
                    </a:lnTo>
                    <a:lnTo>
                      <a:pt x="1334" y="261"/>
                    </a:lnTo>
                    <a:lnTo>
                      <a:pt x="1363" y="292"/>
                    </a:lnTo>
                    <a:lnTo>
                      <a:pt x="1388" y="323"/>
                    </a:lnTo>
                    <a:lnTo>
                      <a:pt x="1409" y="353"/>
                    </a:lnTo>
                    <a:lnTo>
                      <a:pt x="1409" y="353"/>
                    </a:lnTo>
                    <a:lnTo>
                      <a:pt x="1433" y="389"/>
                    </a:lnTo>
                    <a:lnTo>
                      <a:pt x="1455" y="429"/>
                    </a:lnTo>
                    <a:lnTo>
                      <a:pt x="1475" y="472"/>
                    </a:lnTo>
                    <a:lnTo>
                      <a:pt x="1493" y="519"/>
                    </a:lnTo>
                    <a:lnTo>
                      <a:pt x="1509" y="570"/>
                    </a:lnTo>
                    <a:lnTo>
                      <a:pt x="1524" y="626"/>
                    </a:lnTo>
                    <a:lnTo>
                      <a:pt x="1535" y="685"/>
                    </a:lnTo>
                    <a:lnTo>
                      <a:pt x="1545" y="749"/>
                    </a:lnTo>
                    <a:lnTo>
                      <a:pt x="1551" y="817"/>
                    </a:lnTo>
                    <a:lnTo>
                      <a:pt x="1555" y="892"/>
                    </a:lnTo>
                    <a:lnTo>
                      <a:pt x="1573" y="900"/>
                    </a:lnTo>
                    <a:lnTo>
                      <a:pt x="1590" y="910"/>
                    </a:lnTo>
                    <a:lnTo>
                      <a:pt x="1605" y="922"/>
                    </a:lnTo>
                    <a:lnTo>
                      <a:pt x="1619" y="939"/>
                    </a:lnTo>
                    <a:lnTo>
                      <a:pt x="1632" y="957"/>
                    </a:lnTo>
                    <a:lnTo>
                      <a:pt x="1642" y="979"/>
                    </a:lnTo>
                    <a:lnTo>
                      <a:pt x="1651" y="1003"/>
                    </a:lnTo>
                    <a:lnTo>
                      <a:pt x="1657" y="1032"/>
                    </a:lnTo>
                    <a:lnTo>
                      <a:pt x="1661" y="1064"/>
                    </a:lnTo>
                    <a:lnTo>
                      <a:pt x="1662" y="1102"/>
                    </a:lnTo>
                    <a:lnTo>
                      <a:pt x="1660" y="1143"/>
                    </a:lnTo>
                    <a:lnTo>
                      <a:pt x="1655" y="1183"/>
                    </a:lnTo>
                    <a:lnTo>
                      <a:pt x="1648" y="1218"/>
                    </a:lnTo>
                    <a:lnTo>
                      <a:pt x="1638" y="1250"/>
                    </a:lnTo>
                    <a:lnTo>
                      <a:pt x="1625" y="1278"/>
                    </a:lnTo>
                    <a:lnTo>
                      <a:pt x="1611" y="1304"/>
                    </a:lnTo>
                    <a:lnTo>
                      <a:pt x="1595" y="1325"/>
                    </a:lnTo>
                    <a:lnTo>
                      <a:pt x="1577" y="1344"/>
                    </a:lnTo>
                    <a:lnTo>
                      <a:pt x="1558" y="1360"/>
                    </a:lnTo>
                    <a:lnTo>
                      <a:pt x="1537" y="1372"/>
                    </a:lnTo>
                    <a:lnTo>
                      <a:pt x="1515" y="1382"/>
                    </a:lnTo>
                    <a:lnTo>
                      <a:pt x="1493" y="1390"/>
                    </a:lnTo>
                    <a:lnTo>
                      <a:pt x="1471" y="1395"/>
                    </a:lnTo>
                    <a:lnTo>
                      <a:pt x="1445" y="1454"/>
                    </a:lnTo>
                    <a:lnTo>
                      <a:pt x="1416" y="1512"/>
                    </a:lnTo>
                    <a:lnTo>
                      <a:pt x="1385" y="1567"/>
                    </a:lnTo>
                    <a:lnTo>
                      <a:pt x="1350" y="1620"/>
                    </a:lnTo>
                    <a:lnTo>
                      <a:pt x="1313" y="1670"/>
                    </a:lnTo>
                    <a:lnTo>
                      <a:pt x="1273" y="1717"/>
                    </a:lnTo>
                    <a:lnTo>
                      <a:pt x="1231" y="1761"/>
                    </a:lnTo>
                    <a:lnTo>
                      <a:pt x="1187" y="1801"/>
                    </a:lnTo>
                    <a:lnTo>
                      <a:pt x="1141" y="1836"/>
                    </a:lnTo>
                    <a:lnTo>
                      <a:pt x="1092" y="1868"/>
                    </a:lnTo>
                    <a:lnTo>
                      <a:pt x="1042" y="1893"/>
                    </a:lnTo>
                    <a:lnTo>
                      <a:pt x="990" y="1915"/>
                    </a:lnTo>
                    <a:lnTo>
                      <a:pt x="937" y="1930"/>
                    </a:lnTo>
                    <a:lnTo>
                      <a:pt x="882" y="1939"/>
                    </a:lnTo>
                    <a:lnTo>
                      <a:pt x="825" y="1942"/>
                    </a:lnTo>
                    <a:lnTo>
                      <a:pt x="769" y="1939"/>
                    </a:lnTo>
                    <a:lnTo>
                      <a:pt x="714" y="1930"/>
                    </a:lnTo>
                    <a:lnTo>
                      <a:pt x="661" y="1915"/>
                    </a:lnTo>
                    <a:lnTo>
                      <a:pt x="608" y="1893"/>
                    </a:lnTo>
                    <a:lnTo>
                      <a:pt x="558" y="1867"/>
                    </a:lnTo>
                    <a:lnTo>
                      <a:pt x="510" y="1836"/>
                    </a:lnTo>
                    <a:lnTo>
                      <a:pt x="464" y="1800"/>
                    </a:lnTo>
                    <a:lnTo>
                      <a:pt x="419" y="1760"/>
                    </a:lnTo>
                    <a:lnTo>
                      <a:pt x="377" y="1716"/>
                    </a:lnTo>
                    <a:lnTo>
                      <a:pt x="337" y="1669"/>
                    </a:lnTo>
                    <a:lnTo>
                      <a:pt x="300" y="1618"/>
                    </a:lnTo>
                    <a:lnTo>
                      <a:pt x="266" y="1565"/>
                    </a:lnTo>
                    <a:lnTo>
                      <a:pt x="234" y="1510"/>
                    </a:lnTo>
                    <a:lnTo>
                      <a:pt x="205" y="1452"/>
                    </a:lnTo>
                    <a:lnTo>
                      <a:pt x="179" y="1392"/>
                    </a:lnTo>
                    <a:lnTo>
                      <a:pt x="156" y="1386"/>
                    </a:lnTo>
                    <a:lnTo>
                      <a:pt x="133" y="1376"/>
                    </a:lnTo>
                    <a:lnTo>
                      <a:pt x="111" y="1364"/>
                    </a:lnTo>
                    <a:lnTo>
                      <a:pt x="91" y="1349"/>
                    </a:lnTo>
                    <a:lnTo>
                      <a:pt x="72" y="1330"/>
                    </a:lnTo>
                    <a:lnTo>
                      <a:pt x="55" y="1309"/>
                    </a:lnTo>
                    <a:lnTo>
                      <a:pt x="39" y="1284"/>
                    </a:lnTo>
                    <a:lnTo>
                      <a:pt x="26" y="1254"/>
                    </a:lnTo>
                    <a:lnTo>
                      <a:pt x="15" y="1221"/>
                    </a:lnTo>
                    <a:lnTo>
                      <a:pt x="7" y="1184"/>
                    </a:lnTo>
                    <a:lnTo>
                      <a:pt x="2" y="1143"/>
                    </a:lnTo>
                    <a:lnTo>
                      <a:pt x="0" y="1104"/>
                    </a:lnTo>
                    <a:lnTo>
                      <a:pt x="1" y="1068"/>
                    </a:lnTo>
                    <a:lnTo>
                      <a:pt x="4" y="1038"/>
                    </a:lnTo>
                    <a:lnTo>
                      <a:pt x="9" y="1009"/>
                    </a:lnTo>
                    <a:lnTo>
                      <a:pt x="17" y="985"/>
                    </a:lnTo>
                    <a:lnTo>
                      <a:pt x="27" y="964"/>
                    </a:lnTo>
                    <a:lnTo>
                      <a:pt x="38" y="946"/>
                    </a:lnTo>
                    <a:lnTo>
                      <a:pt x="50" y="930"/>
                    </a:lnTo>
                    <a:lnTo>
                      <a:pt x="65" y="916"/>
                    </a:lnTo>
                    <a:lnTo>
                      <a:pt x="80" y="906"/>
                    </a:lnTo>
                    <a:lnTo>
                      <a:pt x="96" y="897"/>
                    </a:lnTo>
                    <a:lnTo>
                      <a:pt x="98" y="851"/>
                    </a:lnTo>
                    <a:lnTo>
                      <a:pt x="89" y="794"/>
                    </a:lnTo>
                    <a:lnTo>
                      <a:pt x="85" y="740"/>
                    </a:lnTo>
                    <a:lnTo>
                      <a:pt x="83" y="690"/>
                    </a:lnTo>
                    <a:lnTo>
                      <a:pt x="85" y="643"/>
                    </a:lnTo>
                    <a:lnTo>
                      <a:pt x="90" y="599"/>
                    </a:lnTo>
                    <a:lnTo>
                      <a:pt x="98" y="559"/>
                    </a:lnTo>
                    <a:lnTo>
                      <a:pt x="108" y="522"/>
                    </a:lnTo>
                    <a:lnTo>
                      <a:pt x="120" y="487"/>
                    </a:lnTo>
                    <a:lnTo>
                      <a:pt x="134" y="455"/>
                    </a:lnTo>
                    <a:lnTo>
                      <a:pt x="149" y="427"/>
                    </a:lnTo>
                    <a:lnTo>
                      <a:pt x="166" y="400"/>
                    </a:lnTo>
                    <a:lnTo>
                      <a:pt x="183" y="377"/>
                    </a:lnTo>
                    <a:lnTo>
                      <a:pt x="202" y="355"/>
                    </a:lnTo>
                    <a:lnTo>
                      <a:pt x="220" y="337"/>
                    </a:lnTo>
                    <a:lnTo>
                      <a:pt x="239" y="320"/>
                    </a:lnTo>
                    <a:lnTo>
                      <a:pt x="257" y="305"/>
                    </a:lnTo>
                    <a:lnTo>
                      <a:pt x="274" y="293"/>
                    </a:lnTo>
                    <a:lnTo>
                      <a:pt x="290" y="282"/>
                    </a:lnTo>
                    <a:lnTo>
                      <a:pt x="305" y="273"/>
                    </a:lnTo>
                    <a:lnTo>
                      <a:pt x="319" y="266"/>
                    </a:lnTo>
                    <a:lnTo>
                      <a:pt x="331" y="260"/>
                    </a:lnTo>
                    <a:lnTo>
                      <a:pt x="341" y="255"/>
                    </a:lnTo>
                    <a:lnTo>
                      <a:pt x="348" y="253"/>
                    </a:lnTo>
                    <a:lnTo>
                      <a:pt x="352" y="246"/>
                    </a:lnTo>
                    <a:lnTo>
                      <a:pt x="359" y="237"/>
                    </a:lnTo>
                    <a:lnTo>
                      <a:pt x="367" y="225"/>
                    </a:lnTo>
                    <a:lnTo>
                      <a:pt x="377" y="212"/>
                    </a:lnTo>
                    <a:lnTo>
                      <a:pt x="390" y="196"/>
                    </a:lnTo>
                    <a:lnTo>
                      <a:pt x="404" y="180"/>
                    </a:lnTo>
                    <a:lnTo>
                      <a:pt x="421" y="163"/>
                    </a:lnTo>
                    <a:lnTo>
                      <a:pt x="439" y="145"/>
                    </a:lnTo>
                    <a:lnTo>
                      <a:pt x="459" y="127"/>
                    </a:lnTo>
                    <a:lnTo>
                      <a:pt x="481" y="108"/>
                    </a:lnTo>
                    <a:lnTo>
                      <a:pt x="505" y="91"/>
                    </a:lnTo>
                    <a:lnTo>
                      <a:pt x="531" y="74"/>
                    </a:lnTo>
                    <a:lnTo>
                      <a:pt x="559" y="57"/>
                    </a:lnTo>
                    <a:lnTo>
                      <a:pt x="589" y="43"/>
                    </a:lnTo>
                    <a:lnTo>
                      <a:pt x="620" y="30"/>
                    </a:lnTo>
                    <a:lnTo>
                      <a:pt x="655" y="19"/>
                    </a:lnTo>
                    <a:lnTo>
                      <a:pt x="690" y="10"/>
                    </a:lnTo>
                    <a:lnTo>
                      <a:pt x="728" y="3"/>
                    </a:lnTo>
                    <a:lnTo>
                      <a:pt x="767" y="0"/>
                    </a:lnTo>
                    <a:lnTo>
                      <a:pt x="80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 sz="160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Freeform 23"/>
              <p:cNvSpPr>
                <a:spLocks noEditPoints="1"/>
              </p:cNvSpPr>
              <p:nvPr/>
            </p:nvSpPr>
            <p:spPr>
              <a:xfrm>
                <a:off x="2664" y="4250"/>
                <a:ext cx="83" cy="27"/>
              </a:xfrm>
              <a:custGeom>
                <a:avLst/>
                <a:gdLst>
                  <a:gd name="T0" fmla="*/ 613 w 916"/>
                  <a:gd name="T1" fmla="*/ 78 h 300"/>
                  <a:gd name="T2" fmla="*/ 561 w 916"/>
                  <a:gd name="T3" fmla="*/ 109 h 300"/>
                  <a:gd name="T4" fmla="*/ 554 w 916"/>
                  <a:gd name="T5" fmla="*/ 165 h 300"/>
                  <a:gd name="T6" fmla="*/ 579 w 916"/>
                  <a:gd name="T7" fmla="*/ 210 h 300"/>
                  <a:gd name="T8" fmla="*/ 665 w 916"/>
                  <a:gd name="T9" fmla="*/ 229 h 300"/>
                  <a:gd name="T10" fmla="*/ 787 w 916"/>
                  <a:gd name="T11" fmla="*/ 223 h 300"/>
                  <a:gd name="T12" fmla="*/ 839 w 916"/>
                  <a:gd name="T13" fmla="*/ 191 h 300"/>
                  <a:gd name="T14" fmla="*/ 846 w 916"/>
                  <a:gd name="T15" fmla="*/ 135 h 300"/>
                  <a:gd name="T16" fmla="*/ 820 w 916"/>
                  <a:gd name="T17" fmla="*/ 90 h 300"/>
                  <a:gd name="T18" fmla="*/ 734 w 916"/>
                  <a:gd name="T19" fmla="*/ 72 h 300"/>
                  <a:gd name="T20" fmla="*/ 153 w 916"/>
                  <a:gd name="T21" fmla="*/ 74 h 300"/>
                  <a:gd name="T22" fmla="*/ 85 w 916"/>
                  <a:gd name="T23" fmla="*/ 99 h 300"/>
                  <a:gd name="T24" fmla="*/ 70 w 916"/>
                  <a:gd name="T25" fmla="*/ 150 h 300"/>
                  <a:gd name="T26" fmla="*/ 85 w 916"/>
                  <a:gd name="T27" fmla="*/ 201 h 300"/>
                  <a:gd name="T28" fmla="*/ 153 w 916"/>
                  <a:gd name="T29" fmla="*/ 227 h 300"/>
                  <a:gd name="T30" fmla="*/ 280 w 916"/>
                  <a:gd name="T31" fmla="*/ 227 h 300"/>
                  <a:gd name="T32" fmla="*/ 348 w 916"/>
                  <a:gd name="T33" fmla="*/ 201 h 300"/>
                  <a:gd name="T34" fmla="*/ 363 w 916"/>
                  <a:gd name="T35" fmla="*/ 150 h 300"/>
                  <a:gd name="T36" fmla="*/ 348 w 916"/>
                  <a:gd name="T37" fmla="*/ 99 h 300"/>
                  <a:gd name="T38" fmla="*/ 280 w 916"/>
                  <a:gd name="T39" fmla="*/ 74 h 300"/>
                  <a:gd name="T40" fmla="*/ 234 w 916"/>
                  <a:gd name="T41" fmla="*/ 0 h 300"/>
                  <a:gd name="T42" fmla="*/ 321 w 916"/>
                  <a:gd name="T43" fmla="*/ 9 h 300"/>
                  <a:gd name="T44" fmla="*/ 400 w 916"/>
                  <a:gd name="T45" fmla="*/ 53 h 300"/>
                  <a:gd name="T46" fmla="*/ 574 w 916"/>
                  <a:gd name="T47" fmla="*/ 17 h 300"/>
                  <a:gd name="T48" fmla="*/ 662 w 916"/>
                  <a:gd name="T49" fmla="*/ 1 h 300"/>
                  <a:gd name="T50" fmla="*/ 732 w 916"/>
                  <a:gd name="T51" fmla="*/ 0 h 300"/>
                  <a:gd name="T52" fmla="*/ 806 w 916"/>
                  <a:gd name="T53" fmla="*/ 10 h 300"/>
                  <a:gd name="T54" fmla="*/ 875 w 916"/>
                  <a:gd name="T55" fmla="*/ 45 h 300"/>
                  <a:gd name="T56" fmla="*/ 914 w 916"/>
                  <a:gd name="T57" fmla="*/ 123 h 300"/>
                  <a:gd name="T58" fmla="*/ 900 w 916"/>
                  <a:gd name="T59" fmla="*/ 223 h 300"/>
                  <a:gd name="T60" fmla="*/ 843 w 916"/>
                  <a:gd name="T61" fmla="*/ 277 h 300"/>
                  <a:gd name="T62" fmla="*/ 768 w 916"/>
                  <a:gd name="T63" fmla="*/ 297 h 300"/>
                  <a:gd name="T64" fmla="*/ 699 w 916"/>
                  <a:gd name="T65" fmla="*/ 300 h 300"/>
                  <a:gd name="T66" fmla="*/ 632 w 916"/>
                  <a:gd name="T67" fmla="*/ 297 h 300"/>
                  <a:gd name="T68" fmla="*/ 557 w 916"/>
                  <a:gd name="T69" fmla="*/ 277 h 300"/>
                  <a:gd name="T70" fmla="*/ 500 w 916"/>
                  <a:gd name="T71" fmla="*/ 224 h 300"/>
                  <a:gd name="T72" fmla="*/ 485 w 916"/>
                  <a:gd name="T73" fmla="*/ 137 h 300"/>
                  <a:gd name="T74" fmla="*/ 432 w 916"/>
                  <a:gd name="T75" fmla="*/ 150 h 300"/>
                  <a:gd name="T76" fmla="*/ 405 w 916"/>
                  <a:gd name="T77" fmla="*/ 241 h 300"/>
                  <a:gd name="T78" fmla="*/ 342 w 916"/>
                  <a:gd name="T79" fmla="*/ 284 h 300"/>
                  <a:gd name="T80" fmla="*/ 266 w 916"/>
                  <a:gd name="T81" fmla="*/ 298 h 300"/>
                  <a:gd name="T82" fmla="*/ 201 w 916"/>
                  <a:gd name="T83" fmla="*/ 299 h 300"/>
                  <a:gd name="T84" fmla="*/ 129 w 916"/>
                  <a:gd name="T85" fmla="*/ 294 h 300"/>
                  <a:gd name="T86" fmla="*/ 57 w 916"/>
                  <a:gd name="T87" fmla="*/ 267 h 300"/>
                  <a:gd name="T88" fmla="*/ 7 w 916"/>
                  <a:gd name="T89" fmla="*/ 202 h 300"/>
                  <a:gd name="T90" fmla="*/ 7 w 916"/>
                  <a:gd name="T91" fmla="*/ 98 h 300"/>
                  <a:gd name="T92" fmla="*/ 57 w 916"/>
                  <a:gd name="T93" fmla="*/ 33 h 300"/>
                  <a:gd name="T94" fmla="*/ 129 w 916"/>
                  <a:gd name="T95" fmla="*/ 6 h 300"/>
                  <a:gd name="T96" fmla="*/ 201 w 916"/>
                  <a:gd name="T97" fmla="*/ 0 h 300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16" h="300">
                    <a:moveTo>
                      <a:pt x="699" y="71"/>
                    </a:moveTo>
                    <a:lnTo>
                      <a:pt x="665" y="72"/>
                    </a:lnTo>
                    <a:lnTo>
                      <a:pt x="636" y="74"/>
                    </a:lnTo>
                    <a:lnTo>
                      <a:pt x="613" y="78"/>
                    </a:lnTo>
                    <a:lnTo>
                      <a:pt x="594" y="83"/>
                    </a:lnTo>
                    <a:lnTo>
                      <a:pt x="579" y="90"/>
                    </a:lnTo>
                    <a:lnTo>
                      <a:pt x="569" y="99"/>
                    </a:lnTo>
                    <a:lnTo>
                      <a:pt x="561" y="109"/>
                    </a:lnTo>
                    <a:lnTo>
                      <a:pt x="556" y="122"/>
                    </a:lnTo>
                    <a:lnTo>
                      <a:pt x="554" y="135"/>
                    </a:lnTo>
                    <a:lnTo>
                      <a:pt x="553" y="150"/>
                    </a:lnTo>
                    <a:lnTo>
                      <a:pt x="554" y="165"/>
                    </a:lnTo>
                    <a:lnTo>
                      <a:pt x="556" y="179"/>
                    </a:lnTo>
                    <a:lnTo>
                      <a:pt x="561" y="191"/>
                    </a:lnTo>
                    <a:lnTo>
                      <a:pt x="569" y="201"/>
                    </a:lnTo>
                    <a:lnTo>
                      <a:pt x="579" y="210"/>
                    </a:lnTo>
                    <a:lnTo>
                      <a:pt x="594" y="216"/>
                    </a:lnTo>
                    <a:lnTo>
                      <a:pt x="613" y="223"/>
                    </a:lnTo>
                    <a:lnTo>
                      <a:pt x="636" y="227"/>
                    </a:lnTo>
                    <a:lnTo>
                      <a:pt x="665" y="229"/>
                    </a:lnTo>
                    <a:lnTo>
                      <a:pt x="699" y="230"/>
                    </a:lnTo>
                    <a:lnTo>
                      <a:pt x="734" y="229"/>
                    </a:lnTo>
                    <a:lnTo>
                      <a:pt x="763" y="227"/>
                    </a:lnTo>
                    <a:lnTo>
                      <a:pt x="787" y="223"/>
                    </a:lnTo>
                    <a:lnTo>
                      <a:pt x="805" y="216"/>
                    </a:lnTo>
                    <a:lnTo>
                      <a:pt x="820" y="210"/>
                    </a:lnTo>
                    <a:lnTo>
                      <a:pt x="831" y="201"/>
                    </a:lnTo>
                    <a:lnTo>
                      <a:pt x="839" y="191"/>
                    </a:lnTo>
                    <a:lnTo>
                      <a:pt x="843" y="179"/>
                    </a:lnTo>
                    <a:lnTo>
                      <a:pt x="846" y="165"/>
                    </a:lnTo>
                    <a:lnTo>
                      <a:pt x="847" y="150"/>
                    </a:lnTo>
                    <a:lnTo>
                      <a:pt x="846" y="135"/>
                    </a:lnTo>
                    <a:lnTo>
                      <a:pt x="843" y="122"/>
                    </a:lnTo>
                    <a:lnTo>
                      <a:pt x="839" y="109"/>
                    </a:lnTo>
                    <a:lnTo>
                      <a:pt x="831" y="99"/>
                    </a:lnTo>
                    <a:lnTo>
                      <a:pt x="820" y="90"/>
                    </a:lnTo>
                    <a:lnTo>
                      <a:pt x="805" y="83"/>
                    </a:lnTo>
                    <a:lnTo>
                      <a:pt x="787" y="78"/>
                    </a:lnTo>
                    <a:lnTo>
                      <a:pt x="763" y="74"/>
                    </a:lnTo>
                    <a:lnTo>
                      <a:pt x="734" y="72"/>
                    </a:lnTo>
                    <a:lnTo>
                      <a:pt x="699" y="71"/>
                    </a:lnTo>
                    <a:close/>
                    <a:moveTo>
                      <a:pt x="216" y="71"/>
                    </a:moveTo>
                    <a:lnTo>
                      <a:pt x="182" y="72"/>
                    </a:lnTo>
                    <a:lnTo>
                      <a:pt x="153" y="74"/>
                    </a:lnTo>
                    <a:lnTo>
                      <a:pt x="130" y="78"/>
                    </a:lnTo>
                    <a:lnTo>
                      <a:pt x="111" y="83"/>
                    </a:lnTo>
                    <a:lnTo>
                      <a:pt x="96" y="90"/>
                    </a:lnTo>
                    <a:lnTo>
                      <a:pt x="85" y="99"/>
                    </a:lnTo>
                    <a:lnTo>
                      <a:pt x="78" y="109"/>
                    </a:lnTo>
                    <a:lnTo>
                      <a:pt x="73" y="122"/>
                    </a:lnTo>
                    <a:lnTo>
                      <a:pt x="70" y="135"/>
                    </a:lnTo>
                    <a:lnTo>
                      <a:pt x="70" y="150"/>
                    </a:lnTo>
                    <a:lnTo>
                      <a:pt x="70" y="165"/>
                    </a:lnTo>
                    <a:lnTo>
                      <a:pt x="73" y="179"/>
                    </a:lnTo>
                    <a:lnTo>
                      <a:pt x="78" y="191"/>
                    </a:lnTo>
                    <a:lnTo>
                      <a:pt x="85" y="201"/>
                    </a:lnTo>
                    <a:lnTo>
                      <a:pt x="96" y="210"/>
                    </a:lnTo>
                    <a:lnTo>
                      <a:pt x="111" y="216"/>
                    </a:lnTo>
                    <a:lnTo>
                      <a:pt x="130" y="223"/>
                    </a:lnTo>
                    <a:lnTo>
                      <a:pt x="153" y="227"/>
                    </a:lnTo>
                    <a:lnTo>
                      <a:pt x="182" y="229"/>
                    </a:lnTo>
                    <a:lnTo>
                      <a:pt x="216" y="230"/>
                    </a:lnTo>
                    <a:lnTo>
                      <a:pt x="250" y="229"/>
                    </a:lnTo>
                    <a:lnTo>
                      <a:pt x="280" y="227"/>
                    </a:lnTo>
                    <a:lnTo>
                      <a:pt x="304" y="223"/>
                    </a:lnTo>
                    <a:lnTo>
                      <a:pt x="322" y="216"/>
                    </a:lnTo>
                    <a:lnTo>
                      <a:pt x="337" y="210"/>
                    </a:lnTo>
                    <a:lnTo>
                      <a:pt x="348" y="201"/>
                    </a:lnTo>
                    <a:lnTo>
                      <a:pt x="355" y="191"/>
                    </a:lnTo>
                    <a:lnTo>
                      <a:pt x="360" y="179"/>
                    </a:lnTo>
                    <a:lnTo>
                      <a:pt x="363" y="165"/>
                    </a:lnTo>
                    <a:lnTo>
                      <a:pt x="363" y="150"/>
                    </a:lnTo>
                    <a:lnTo>
                      <a:pt x="363" y="135"/>
                    </a:lnTo>
                    <a:lnTo>
                      <a:pt x="360" y="122"/>
                    </a:lnTo>
                    <a:lnTo>
                      <a:pt x="355" y="109"/>
                    </a:lnTo>
                    <a:lnTo>
                      <a:pt x="348" y="99"/>
                    </a:lnTo>
                    <a:lnTo>
                      <a:pt x="337" y="90"/>
                    </a:lnTo>
                    <a:lnTo>
                      <a:pt x="322" y="83"/>
                    </a:lnTo>
                    <a:lnTo>
                      <a:pt x="304" y="78"/>
                    </a:lnTo>
                    <a:lnTo>
                      <a:pt x="280" y="74"/>
                    </a:lnTo>
                    <a:lnTo>
                      <a:pt x="250" y="72"/>
                    </a:lnTo>
                    <a:lnTo>
                      <a:pt x="216" y="71"/>
                    </a:lnTo>
                    <a:close/>
                    <a:moveTo>
                      <a:pt x="216" y="0"/>
                    </a:moveTo>
                    <a:lnTo>
                      <a:pt x="234" y="0"/>
                    </a:lnTo>
                    <a:lnTo>
                      <a:pt x="254" y="1"/>
                    </a:lnTo>
                    <a:lnTo>
                      <a:pt x="276" y="2"/>
                    </a:lnTo>
                    <a:lnTo>
                      <a:pt x="298" y="5"/>
                    </a:lnTo>
                    <a:lnTo>
                      <a:pt x="321" y="9"/>
                    </a:lnTo>
                    <a:lnTo>
                      <a:pt x="343" y="17"/>
                    </a:lnTo>
                    <a:lnTo>
                      <a:pt x="364" y="26"/>
                    </a:lnTo>
                    <a:lnTo>
                      <a:pt x="383" y="37"/>
                    </a:lnTo>
                    <a:lnTo>
                      <a:pt x="400" y="53"/>
                    </a:lnTo>
                    <a:lnTo>
                      <a:pt x="516" y="53"/>
                    </a:lnTo>
                    <a:lnTo>
                      <a:pt x="533" y="37"/>
                    </a:lnTo>
                    <a:lnTo>
                      <a:pt x="553" y="26"/>
                    </a:lnTo>
                    <a:lnTo>
                      <a:pt x="574" y="17"/>
                    </a:lnTo>
                    <a:lnTo>
                      <a:pt x="596" y="9"/>
                    </a:lnTo>
                    <a:lnTo>
                      <a:pt x="618" y="5"/>
                    </a:lnTo>
                    <a:lnTo>
                      <a:pt x="640" y="2"/>
                    </a:lnTo>
                    <a:lnTo>
                      <a:pt x="662" y="1"/>
                    </a:lnTo>
                    <a:lnTo>
                      <a:pt x="682" y="0"/>
                    </a:lnTo>
                    <a:lnTo>
                      <a:pt x="699" y="0"/>
                    </a:lnTo>
                    <a:lnTo>
                      <a:pt x="715" y="0"/>
                    </a:lnTo>
                    <a:lnTo>
                      <a:pt x="732" y="0"/>
                    </a:lnTo>
                    <a:lnTo>
                      <a:pt x="749" y="1"/>
                    </a:lnTo>
                    <a:lnTo>
                      <a:pt x="768" y="3"/>
                    </a:lnTo>
                    <a:lnTo>
                      <a:pt x="787" y="6"/>
                    </a:lnTo>
                    <a:lnTo>
                      <a:pt x="806" y="10"/>
                    </a:lnTo>
                    <a:lnTo>
                      <a:pt x="825" y="16"/>
                    </a:lnTo>
                    <a:lnTo>
                      <a:pt x="843" y="24"/>
                    </a:lnTo>
                    <a:lnTo>
                      <a:pt x="860" y="33"/>
                    </a:lnTo>
                    <a:lnTo>
                      <a:pt x="875" y="45"/>
                    </a:lnTo>
                    <a:lnTo>
                      <a:pt x="889" y="59"/>
                    </a:lnTo>
                    <a:lnTo>
                      <a:pt x="900" y="77"/>
                    </a:lnTo>
                    <a:lnTo>
                      <a:pt x="908" y="98"/>
                    </a:lnTo>
                    <a:lnTo>
                      <a:pt x="914" y="123"/>
                    </a:lnTo>
                    <a:lnTo>
                      <a:pt x="916" y="150"/>
                    </a:lnTo>
                    <a:lnTo>
                      <a:pt x="914" y="178"/>
                    </a:lnTo>
                    <a:lnTo>
                      <a:pt x="908" y="202"/>
                    </a:lnTo>
                    <a:lnTo>
                      <a:pt x="900" y="223"/>
                    </a:lnTo>
                    <a:lnTo>
                      <a:pt x="889" y="241"/>
                    </a:lnTo>
                    <a:lnTo>
                      <a:pt x="875" y="255"/>
                    </a:lnTo>
                    <a:lnTo>
                      <a:pt x="860" y="267"/>
                    </a:lnTo>
                    <a:lnTo>
                      <a:pt x="843" y="277"/>
                    </a:lnTo>
                    <a:lnTo>
                      <a:pt x="825" y="285"/>
                    </a:lnTo>
                    <a:lnTo>
                      <a:pt x="806" y="290"/>
                    </a:lnTo>
                    <a:lnTo>
                      <a:pt x="787" y="294"/>
                    </a:lnTo>
                    <a:lnTo>
                      <a:pt x="768" y="297"/>
                    </a:lnTo>
                    <a:lnTo>
                      <a:pt x="749" y="298"/>
                    </a:lnTo>
                    <a:lnTo>
                      <a:pt x="732" y="299"/>
                    </a:lnTo>
                    <a:lnTo>
                      <a:pt x="715" y="299"/>
                    </a:lnTo>
                    <a:lnTo>
                      <a:pt x="699" y="300"/>
                    </a:lnTo>
                    <a:lnTo>
                      <a:pt x="685" y="299"/>
                    </a:lnTo>
                    <a:lnTo>
                      <a:pt x="668" y="299"/>
                    </a:lnTo>
                    <a:lnTo>
                      <a:pt x="650" y="298"/>
                    </a:lnTo>
                    <a:lnTo>
                      <a:pt x="632" y="297"/>
                    </a:lnTo>
                    <a:lnTo>
                      <a:pt x="613" y="294"/>
                    </a:lnTo>
                    <a:lnTo>
                      <a:pt x="593" y="290"/>
                    </a:lnTo>
                    <a:lnTo>
                      <a:pt x="575" y="285"/>
                    </a:lnTo>
                    <a:lnTo>
                      <a:pt x="557" y="277"/>
                    </a:lnTo>
                    <a:lnTo>
                      <a:pt x="540" y="267"/>
                    </a:lnTo>
                    <a:lnTo>
                      <a:pt x="524" y="255"/>
                    </a:lnTo>
                    <a:lnTo>
                      <a:pt x="511" y="241"/>
                    </a:lnTo>
                    <a:lnTo>
                      <a:pt x="500" y="224"/>
                    </a:lnTo>
                    <a:lnTo>
                      <a:pt x="491" y="202"/>
                    </a:lnTo>
                    <a:lnTo>
                      <a:pt x="486" y="179"/>
                    </a:lnTo>
                    <a:lnTo>
                      <a:pt x="484" y="150"/>
                    </a:lnTo>
                    <a:lnTo>
                      <a:pt x="485" y="137"/>
                    </a:lnTo>
                    <a:lnTo>
                      <a:pt x="486" y="125"/>
                    </a:lnTo>
                    <a:lnTo>
                      <a:pt x="430" y="125"/>
                    </a:lnTo>
                    <a:lnTo>
                      <a:pt x="432" y="137"/>
                    </a:lnTo>
                    <a:lnTo>
                      <a:pt x="432" y="150"/>
                    </a:lnTo>
                    <a:lnTo>
                      <a:pt x="430" y="179"/>
                    </a:lnTo>
                    <a:lnTo>
                      <a:pt x="425" y="202"/>
                    </a:lnTo>
                    <a:lnTo>
                      <a:pt x="416" y="224"/>
                    </a:lnTo>
                    <a:lnTo>
                      <a:pt x="405" y="241"/>
                    </a:lnTo>
                    <a:lnTo>
                      <a:pt x="392" y="255"/>
                    </a:lnTo>
                    <a:lnTo>
                      <a:pt x="377" y="267"/>
                    </a:lnTo>
                    <a:lnTo>
                      <a:pt x="360" y="277"/>
                    </a:lnTo>
                    <a:lnTo>
                      <a:pt x="342" y="284"/>
                    </a:lnTo>
                    <a:lnTo>
                      <a:pt x="323" y="290"/>
                    </a:lnTo>
                    <a:lnTo>
                      <a:pt x="304" y="294"/>
                    </a:lnTo>
                    <a:lnTo>
                      <a:pt x="285" y="296"/>
                    </a:lnTo>
                    <a:lnTo>
                      <a:pt x="266" y="298"/>
                    </a:lnTo>
                    <a:lnTo>
                      <a:pt x="248" y="299"/>
                    </a:lnTo>
                    <a:lnTo>
                      <a:pt x="231" y="299"/>
                    </a:lnTo>
                    <a:lnTo>
                      <a:pt x="216" y="299"/>
                    </a:lnTo>
                    <a:lnTo>
                      <a:pt x="201" y="299"/>
                    </a:lnTo>
                    <a:lnTo>
                      <a:pt x="185" y="299"/>
                    </a:lnTo>
                    <a:lnTo>
                      <a:pt x="167" y="298"/>
                    </a:lnTo>
                    <a:lnTo>
                      <a:pt x="148" y="296"/>
                    </a:lnTo>
                    <a:lnTo>
                      <a:pt x="129" y="294"/>
                    </a:lnTo>
                    <a:lnTo>
                      <a:pt x="110" y="290"/>
                    </a:lnTo>
                    <a:lnTo>
                      <a:pt x="91" y="284"/>
                    </a:lnTo>
                    <a:lnTo>
                      <a:pt x="73" y="277"/>
                    </a:lnTo>
                    <a:lnTo>
                      <a:pt x="57" y="267"/>
                    </a:lnTo>
                    <a:lnTo>
                      <a:pt x="41" y="255"/>
                    </a:lnTo>
                    <a:lnTo>
                      <a:pt x="27" y="240"/>
                    </a:lnTo>
                    <a:lnTo>
                      <a:pt x="16" y="223"/>
                    </a:lnTo>
                    <a:lnTo>
                      <a:pt x="7" y="202"/>
                    </a:lnTo>
                    <a:lnTo>
                      <a:pt x="2" y="178"/>
                    </a:lnTo>
                    <a:lnTo>
                      <a:pt x="0" y="150"/>
                    </a:lnTo>
                    <a:lnTo>
                      <a:pt x="2" y="122"/>
                    </a:lnTo>
                    <a:lnTo>
                      <a:pt x="7" y="98"/>
                    </a:lnTo>
                    <a:lnTo>
                      <a:pt x="16" y="77"/>
                    </a:lnTo>
                    <a:lnTo>
                      <a:pt x="27" y="59"/>
                    </a:lnTo>
                    <a:lnTo>
                      <a:pt x="41" y="45"/>
                    </a:lnTo>
                    <a:lnTo>
                      <a:pt x="57" y="33"/>
                    </a:lnTo>
                    <a:lnTo>
                      <a:pt x="73" y="23"/>
                    </a:lnTo>
                    <a:lnTo>
                      <a:pt x="91" y="16"/>
                    </a:lnTo>
                    <a:lnTo>
                      <a:pt x="110" y="10"/>
                    </a:lnTo>
                    <a:lnTo>
                      <a:pt x="129" y="6"/>
                    </a:lnTo>
                    <a:lnTo>
                      <a:pt x="148" y="3"/>
                    </a:lnTo>
                    <a:lnTo>
                      <a:pt x="167" y="1"/>
                    </a:lnTo>
                    <a:lnTo>
                      <a:pt x="185" y="0"/>
                    </a:lnTo>
                    <a:lnTo>
                      <a:pt x="201" y="0"/>
                    </a:lnTo>
                    <a:lnTo>
                      <a:pt x="2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 sz="1600"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Freeform 24"/>
              <p:cNvSpPr>
                <a:spLocks noEditPoints="1"/>
              </p:cNvSpPr>
              <p:nvPr/>
            </p:nvSpPr>
            <p:spPr>
              <a:xfrm>
                <a:off x="2597" y="4335"/>
                <a:ext cx="217" cy="124"/>
              </a:xfrm>
              <a:custGeom>
                <a:avLst/>
                <a:gdLst>
                  <a:gd name="T0" fmla="*/ 1796 w 2393"/>
                  <a:gd name="T1" fmla="*/ 704 h 1360"/>
                  <a:gd name="T2" fmla="*/ 1761 w 2393"/>
                  <a:gd name="T3" fmla="*/ 720 h 1360"/>
                  <a:gd name="T4" fmla="*/ 1590 w 2393"/>
                  <a:gd name="T5" fmla="*/ 904 h 1360"/>
                  <a:gd name="T6" fmla="*/ 1882 w 2393"/>
                  <a:gd name="T7" fmla="*/ 733 h 1360"/>
                  <a:gd name="T8" fmla="*/ 1851 w 2393"/>
                  <a:gd name="T9" fmla="*/ 709 h 1360"/>
                  <a:gd name="T10" fmla="*/ 1814 w 2393"/>
                  <a:gd name="T11" fmla="*/ 702 h 1360"/>
                  <a:gd name="T12" fmla="*/ 1831 w 2393"/>
                  <a:gd name="T13" fmla="*/ 20 h 1360"/>
                  <a:gd name="T14" fmla="*/ 1950 w 2393"/>
                  <a:gd name="T15" fmla="*/ 61 h 1360"/>
                  <a:gd name="T16" fmla="*/ 2057 w 2393"/>
                  <a:gd name="T17" fmla="*/ 121 h 1360"/>
                  <a:gd name="T18" fmla="*/ 2154 w 2393"/>
                  <a:gd name="T19" fmla="*/ 196 h 1360"/>
                  <a:gd name="T20" fmla="*/ 2235 w 2393"/>
                  <a:gd name="T21" fmla="*/ 286 h 1360"/>
                  <a:gd name="T22" fmla="*/ 2301 w 2393"/>
                  <a:gd name="T23" fmla="*/ 388 h 1360"/>
                  <a:gd name="T24" fmla="*/ 2352 w 2393"/>
                  <a:gd name="T25" fmla="*/ 501 h 1360"/>
                  <a:gd name="T26" fmla="*/ 2382 w 2393"/>
                  <a:gd name="T27" fmla="*/ 622 h 1360"/>
                  <a:gd name="T28" fmla="*/ 2393 w 2393"/>
                  <a:gd name="T29" fmla="*/ 748 h 1360"/>
                  <a:gd name="T30" fmla="*/ 2390 w 2393"/>
                  <a:gd name="T31" fmla="*/ 1230 h 1360"/>
                  <a:gd name="T32" fmla="*/ 2370 w 2393"/>
                  <a:gd name="T33" fmla="*/ 1282 h 1360"/>
                  <a:gd name="T34" fmla="*/ 2335 w 2393"/>
                  <a:gd name="T35" fmla="*/ 1324 h 1360"/>
                  <a:gd name="T36" fmla="*/ 2286 w 2393"/>
                  <a:gd name="T37" fmla="*/ 1351 h 1360"/>
                  <a:gd name="T38" fmla="*/ 2230 w 2393"/>
                  <a:gd name="T39" fmla="*/ 1360 h 1360"/>
                  <a:gd name="T40" fmla="*/ 129 w 2393"/>
                  <a:gd name="T41" fmla="*/ 1358 h 1360"/>
                  <a:gd name="T42" fmla="*/ 77 w 2393"/>
                  <a:gd name="T43" fmla="*/ 1339 h 1360"/>
                  <a:gd name="T44" fmla="*/ 36 w 2393"/>
                  <a:gd name="T45" fmla="*/ 1304 h 1360"/>
                  <a:gd name="T46" fmla="*/ 10 w 2393"/>
                  <a:gd name="T47" fmla="*/ 1256 h 1360"/>
                  <a:gd name="T48" fmla="*/ 0 w 2393"/>
                  <a:gd name="T49" fmla="*/ 1200 h 1360"/>
                  <a:gd name="T50" fmla="*/ 3 w 2393"/>
                  <a:gd name="T51" fmla="*/ 684 h 1360"/>
                  <a:gd name="T52" fmla="*/ 23 w 2393"/>
                  <a:gd name="T53" fmla="*/ 561 h 1360"/>
                  <a:gd name="T54" fmla="*/ 63 w 2393"/>
                  <a:gd name="T55" fmla="*/ 443 h 1360"/>
                  <a:gd name="T56" fmla="*/ 122 w 2393"/>
                  <a:gd name="T57" fmla="*/ 336 h 1360"/>
                  <a:gd name="T58" fmla="*/ 195 w 2393"/>
                  <a:gd name="T59" fmla="*/ 240 h 1360"/>
                  <a:gd name="T60" fmla="*/ 283 w 2393"/>
                  <a:gd name="T61" fmla="*/ 157 h 1360"/>
                  <a:gd name="T62" fmla="*/ 385 w 2393"/>
                  <a:gd name="T63" fmla="*/ 89 h 1360"/>
                  <a:gd name="T64" fmla="*/ 498 w 2393"/>
                  <a:gd name="T65" fmla="*/ 38 h 1360"/>
                  <a:gd name="T66" fmla="*/ 640 w 2393"/>
                  <a:gd name="T67" fmla="*/ 0 h 1360"/>
                  <a:gd name="T68" fmla="*/ 1748 w 2393"/>
                  <a:gd name="T69" fmla="*/ 0 h 1360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393" h="1360">
                    <a:moveTo>
                      <a:pt x="1814" y="702"/>
                    </a:moveTo>
                    <a:lnTo>
                      <a:pt x="1796" y="704"/>
                    </a:lnTo>
                    <a:lnTo>
                      <a:pt x="1778" y="709"/>
                    </a:lnTo>
                    <a:lnTo>
                      <a:pt x="1761" y="720"/>
                    </a:lnTo>
                    <a:lnTo>
                      <a:pt x="1746" y="733"/>
                    </a:lnTo>
                    <a:lnTo>
                      <a:pt x="1590" y="904"/>
                    </a:lnTo>
                    <a:lnTo>
                      <a:pt x="2038" y="904"/>
                    </a:lnTo>
                    <a:lnTo>
                      <a:pt x="1882" y="733"/>
                    </a:lnTo>
                    <a:lnTo>
                      <a:pt x="1867" y="719"/>
                    </a:lnTo>
                    <a:lnTo>
                      <a:pt x="1851" y="709"/>
                    </a:lnTo>
                    <a:lnTo>
                      <a:pt x="1833" y="703"/>
                    </a:lnTo>
                    <a:lnTo>
                      <a:pt x="1814" y="702"/>
                    </a:lnTo>
                    <a:close/>
                    <a:moveTo>
                      <a:pt x="1748" y="0"/>
                    </a:moveTo>
                    <a:lnTo>
                      <a:pt x="1831" y="20"/>
                    </a:lnTo>
                    <a:lnTo>
                      <a:pt x="1892" y="38"/>
                    </a:lnTo>
                    <a:lnTo>
                      <a:pt x="1950" y="61"/>
                    </a:lnTo>
                    <a:lnTo>
                      <a:pt x="2005" y="88"/>
                    </a:lnTo>
                    <a:lnTo>
                      <a:pt x="2057" y="121"/>
                    </a:lnTo>
                    <a:lnTo>
                      <a:pt x="2107" y="157"/>
                    </a:lnTo>
                    <a:lnTo>
                      <a:pt x="2154" y="196"/>
                    </a:lnTo>
                    <a:lnTo>
                      <a:pt x="2196" y="239"/>
                    </a:lnTo>
                    <a:lnTo>
                      <a:pt x="2235" y="286"/>
                    </a:lnTo>
                    <a:lnTo>
                      <a:pt x="2270" y="336"/>
                    </a:lnTo>
                    <a:lnTo>
                      <a:pt x="2301" y="388"/>
                    </a:lnTo>
                    <a:lnTo>
                      <a:pt x="2328" y="443"/>
                    </a:lnTo>
                    <a:lnTo>
                      <a:pt x="2352" y="501"/>
                    </a:lnTo>
                    <a:lnTo>
                      <a:pt x="2369" y="561"/>
                    </a:lnTo>
                    <a:lnTo>
                      <a:pt x="2382" y="622"/>
                    </a:lnTo>
                    <a:lnTo>
                      <a:pt x="2390" y="684"/>
                    </a:lnTo>
                    <a:lnTo>
                      <a:pt x="2393" y="748"/>
                    </a:lnTo>
                    <a:lnTo>
                      <a:pt x="2393" y="1200"/>
                    </a:lnTo>
                    <a:lnTo>
                      <a:pt x="2390" y="1230"/>
                    </a:lnTo>
                    <a:lnTo>
                      <a:pt x="2383" y="1256"/>
                    </a:lnTo>
                    <a:lnTo>
                      <a:pt x="2370" y="1282"/>
                    </a:lnTo>
                    <a:lnTo>
                      <a:pt x="2354" y="1304"/>
                    </a:lnTo>
                    <a:lnTo>
                      <a:pt x="2335" y="1324"/>
                    </a:lnTo>
                    <a:lnTo>
                      <a:pt x="2311" y="1339"/>
                    </a:lnTo>
                    <a:lnTo>
                      <a:pt x="2286" y="1351"/>
                    </a:lnTo>
                    <a:lnTo>
                      <a:pt x="2259" y="1358"/>
                    </a:lnTo>
                    <a:lnTo>
                      <a:pt x="2230" y="1360"/>
                    </a:lnTo>
                    <a:lnTo>
                      <a:pt x="157" y="1360"/>
                    </a:lnTo>
                    <a:lnTo>
                      <a:pt x="129" y="1358"/>
                    </a:lnTo>
                    <a:lnTo>
                      <a:pt x="101" y="1351"/>
                    </a:lnTo>
                    <a:lnTo>
                      <a:pt x="77" y="1339"/>
                    </a:lnTo>
                    <a:lnTo>
                      <a:pt x="55" y="1324"/>
                    </a:lnTo>
                    <a:lnTo>
                      <a:pt x="36" y="1304"/>
                    </a:lnTo>
                    <a:lnTo>
                      <a:pt x="21" y="1282"/>
                    </a:lnTo>
                    <a:lnTo>
                      <a:pt x="10" y="1256"/>
                    </a:lnTo>
                    <a:lnTo>
                      <a:pt x="3" y="1230"/>
                    </a:lnTo>
                    <a:lnTo>
                      <a:pt x="0" y="1200"/>
                    </a:lnTo>
                    <a:lnTo>
                      <a:pt x="0" y="748"/>
                    </a:lnTo>
                    <a:lnTo>
                      <a:pt x="3" y="684"/>
                    </a:lnTo>
                    <a:lnTo>
                      <a:pt x="11" y="622"/>
                    </a:lnTo>
                    <a:lnTo>
                      <a:pt x="23" y="561"/>
                    </a:lnTo>
                    <a:lnTo>
                      <a:pt x="41" y="501"/>
                    </a:lnTo>
                    <a:lnTo>
                      <a:pt x="63" y="443"/>
                    </a:lnTo>
                    <a:lnTo>
                      <a:pt x="90" y="389"/>
                    </a:lnTo>
                    <a:lnTo>
                      <a:pt x="122" y="336"/>
                    </a:lnTo>
                    <a:lnTo>
                      <a:pt x="156" y="286"/>
                    </a:lnTo>
                    <a:lnTo>
                      <a:pt x="195" y="240"/>
                    </a:lnTo>
                    <a:lnTo>
                      <a:pt x="237" y="196"/>
                    </a:lnTo>
                    <a:lnTo>
                      <a:pt x="283" y="157"/>
                    </a:lnTo>
                    <a:lnTo>
                      <a:pt x="332" y="121"/>
                    </a:lnTo>
                    <a:lnTo>
                      <a:pt x="385" y="89"/>
                    </a:lnTo>
                    <a:lnTo>
                      <a:pt x="440" y="62"/>
                    </a:lnTo>
                    <a:lnTo>
                      <a:pt x="498" y="38"/>
                    </a:lnTo>
                    <a:lnTo>
                      <a:pt x="559" y="20"/>
                    </a:lnTo>
                    <a:lnTo>
                      <a:pt x="640" y="0"/>
                    </a:lnTo>
                    <a:lnTo>
                      <a:pt x="1193" y="1280"/>
                    </a:lnTo>
                    <a:lnTo>
                      <a:pt x="17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 sz="1600">
                  <a:solidFill>
                    <a:prstClr val="black"/>
                  </a:solidFill>
                </a:endParaRPr>
              </a:p>
            </p:txBody>
          </p:sp>
          <p:sp>
            <p:nvSpPr>
              <p:cNvPr id="24" name="Freeform 25"/>
              <p:cNvSpPr/>
              <p:nvPr/>
            </p:nvSpPr>
            <p:spPr>
              <a:xfrm>
                <a:off x="2689" y="4347"/>
                <a:ext cx="34" cy="83"/>
              </a:xfrm>
              <a:custGeom>
                <a:avLst/>
                <a:gdLst>
                  <a:gd name="T0" fmla="*/ 135 w 373"/>
                  <a:gd name="T1" fmla="*/ 0 h 915"/>
                  <a:gd name="T2" fmla="*/ 237 w 373"/>
                  <a:gd name="T3" fmla="*/ 0 h 915"/>
                  <a:gd name="T4" fmla="*/ 258 w 373"/>
                  <a:gd name="T5" fmla="*/ 2 h 915"/>
                  <a:gd name="T6" fmla="*/ 278 w 373"/>
                  <a:gd name="T7" fmla="*/ 9 h 915"/>
                  <a:gd name="T8" fmla="*/ 295 w 373"/>
                  <a:gd name="T9" fmla="*/ 21 h 915"/>
                  <a:gd name="T10" fmla="*/ 310 w 373"/>
                  <a:gd name="T11" fmla="*/ 36 h 915"/>
                  <a:gd name="T12" fmla="*/ 321 w 373"/>
                  <a:gd name="T13" fmla="*/ 53 h 915"/>
                  <a:gd name="T14" fmla="*/ 328 w 373"/>
                  <a:gd name="T15" fmla="*/ 74 h 915"/>
                  <a:gd name="T16" fmla="*/ 366 w 373"/>
                  <a:gd name="T17" fmla="*/ 234 h 915"/>
                  <a:gd name="T18" fmla="*/ 368 w 373"/>
                  <a:gd name="T19" fmla="*/ 257 h 915"/>
                  <a:gd name="T20" fmla="*/ 365 w 373"/>
                  <a:gd name="T21" fmla="*/ 281 h 915"/>
                  <a:gd name="T22" fmla="*/ 357 w 373"/>
                  <a:gd name="T23" fmla="*/ 301 h 915"/>
                  <a:gd name="T24" fmla="*/ 345 w 373"/>
                  <a:gd name="T25" fmla="*/ 319 h 915"/>
                  <a:gd name="T26" fmla="*/ 329 w 373"/>
                  <a:gd name="T27" fmla="*/ 334 h 915"/>
                  <a:gd name="T28" fmla="*/ 309 w 373"/>
                  <a:gd name="T29" fmla="*/ 345 h 915"/>
                  <a:gd name="T30" fmla="*/ 287 w 373"/>
                  <a:gd name="T31" fmla="*/ 351 h 915"/>
                  <a:gd name="T32" fmla="*/ 373 w 373"/>
                  <a:gd name="T33" fmla="*/ 438 h 915"/>
                  <a:gd name="T34" fmla="*/ 187 w 373"/>
                  <a:gd name="T35" fmla="*/ 915 h 915"/>
                  <a:gd name="T36" fmla="*/ 0 w 373"/>
                  <a:gd name="T37" fmla="*/ 438 h 915"/>
                  <a:gd name="T38" fmla="*/ 85 w 373"/>
                  <a:gd name="T39" fmla="*/ 351 h 915"/>
                  <a:gd name="T40" fmla="*/ 63 w 373"/>
                  <a:gd name="T41" fmla="*/ 345 h 915"/>
                  <a:gd name="T42" fmla="*/ 44 w 373"/>
                  <a:gd name="T43" fmla="*/ 334 h 915"/>
                  <a:gd name="T44" fmla="*/ 27 w 373"/>
                  <a:gd name="T45" fmla="*/ 319 h 915"/>
                  <a:gd name="T46" fmla="*/ 15 w 373"/>
                  <a:gd name="T47" fmla="*/ 301 h 915"/>
                  <a:gd name="T48" fmla="*/ 7 w 373"/>
                  <a:gd name="T49" fmla="*/ 281 h 915"/>
                  <a:gd name="T50" fmla="*/ 4 w 373"/>
                  <a:gd name="T51" fmla="*/ 257 h 915"/>
                  <a:gd name="T52" fmla="*/ 6 w 373"/>
                  <a:gd name="T53" fmla="*/ 234 h 915"/>
                  <a:gd name="T54" fmla="*/ 44 w 373"/>
                  <a:gd name="T55" fmla="*/ 74 h 915"/>
                  <a:gd name="T56" fmla="*/ 52 w 373"/>
                  <a:gd name="T57" fmla="*/ 53 h 915"/>
                  <a:gd name="T58" fmla="*/ 63 w 373"/>
                  <a:gd name="T59" fmla="*/ 36 h 915"/>
                  <a:gd name="T60" fmla="*/ 77 w 373"/>
                  <a:gd name="T61" fmla="*/ 21 h 915"/>
                  <a:gd name="T62" fmla="*/ 95 w 373"/>
                  <a:gd name="T63" fmla="*/ 9 h 915"/>
                  <a:gd name="T64" fmla="*/ 114 w 373"/>
                  <a:gd name="T65" fmla="*/ 2 h 915"/>
                  <a:gd name="T66" fmla="*/ 135 w 373"/>
                  <a:gd name="T67" fmla="*/ 0 h 915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73" h="915">
                    <a:moveTo>
                      <a:pt x="135" y="0"/>
                    </a:moveTo>
                    <a:lnTo>
                      <a:pt x="237" y="0"/>
                    </a:lnTo>
                    <a:lnTo>
                      <a:pt x="258" y="2"/>
                    </a:lnTo>
                    <a:lnTo>
                      <a:pt x="278" y="9"/>
                    </a:lnTo>
                    <a:lnTo>
                      <a:pt x="295" y="21"/>
                    </a:lnTo>
                    <a:lnTo>
                      <a:pt x="310" y="36"/>
                    </a:lnTo>
                    <a:lnTo>
                      <a:pt x="321" y="53"/>
                    </a:lnTo>
                    <a:lnTo>
                      <a:pt x="328" y="74"/>
                    </a:lnTo>
                    <a:lnTo>
                      <a:pt x="366" y="234"/>
                    </a:lnTo>
                    <a:lnTo>
                      <a:pt x="368" y="257"/>
                    </a:lnTo>
                    <a:lnTo>
                      <a:pt x="365" y="281"/>
                    </a:lnTo>
                    <a:lnTo>
                      <a:pt x="357" y="301"/>
                    </a:lnTo>
                    <a:lnTo>
                      <a:pt x="345" y="319"/>
                    </a:lnTo>
                    <a:lnTo>
                      <a:pt x="329" y="334"/>
                    </a:lnTo>
                    <a:lnTo>
                      <a:pt x="309" y="345"/>
                    </a:lnTo>
                    <a:lnTo>
                      <a:pt x="287" y="351"/>
                    </a:lnTo>
                    <a:lnTo>
                      <a:pt x="373" y="438"/>
                    </a:lnTo>
                    <a:lnTo>
                      <a:pt x="187" y="915"/>
                    </a:lnTo>
                    <a:lnTo>
                      <a:pt x="0" y="438"/>
                    </a:lnTo>
                    <a:lnTo>
                      <a:pt x="85" y="351"/>
                    </a:lnTo>
                    <a:lnTo>
                      <a:pt x="63" y="345"/>
                    </a:lnTo>
                    <a:lnTo>
                      <a:pt x="44" y="334"/>
                    </a:lnTo>
                    <a:lnTo>
                      <a:pt x="27" y="319"/>
                    </a:lnTo>
                    <a:lnTo>
                      <a:pt x="15" y="301"/>
                    </a:lnTo>
                    <a:lnTo>
                      <a:pt x="7" y="281"/>
                    </a:lnTo>
                    <a:lnTo>
                      <a:pt x="4" y="257"/>
                    </a:lnTo>
                    <a:lnTo>
                      <a:pt x="6" y="234"/>
                    </a:lnTo>
                    <a:lnTo>
                      <a:pt x="44" y="74"/>
                    </a:lnTo>
                    <a:lnTo>
                      <a:pt x="52" y="53"/>
                    </a:lnTo>
                    <a:lnTo>
                      <a:pt x="63" y="36"/>
                    </a:lnTo>
                    <a:lnTo>
                      <a:pt x="77" y="21"/>
                    </a:lnTo>
                    <a:lnTo>
                      <a:pt x="95" y="9"/>
                    </a:lnTo>
                    <a:lnTo>
                      <a:pt x="114" y="2"/>
                    </a:lnTo>
                    <a:lnTo>
                      <a:pt x="13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 sz="1600">
                  <a:solidFill>
                    <a:prstClr val="black"/>
                  </a:solidFill>
                </a:endParaRPr>
              </a:p>
            </p:txBody>
          </p:sp>
        </p:grpSp>
      </p:grpSp>
      <p:pic>
        <p:nvPicPr>
          <p:cNvPr id="6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992523" y="1671909"/>
            <a:ext cx="384314" cy="3843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d8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292100" y="252412"/>
            <a:ext cx="11506200" cy="6364288"/>
          </a:xfrm>
          <a:prstGeom prst="roundRect">
            <a:avLst>
              <a:gd name="adj" fmla="val 5692"/>
            </a:avLst>
          </a:prstGeom>
          <a:solidFill>
            <a:srgbClr val="fe6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1371600" y="303212"/>
            <a:ext cx="10375900" cy="6262688"/>
          </a:xfrm>
          <a:prstGeom prst="roundRect">
            <a:avLst>
              <a:gd name="adj" fmla="val 48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25" name="그룹 24"/>
          <p:cNvGrpSpPr/>
          <p:nvPr/>
        </p:nvGrpSpPr>
        <p:grpSpPr>
          <a:xfrm rot="0">
            <a:off x="418080" y="1495425"/>
            <a:ext cx="150738" cy="1628710"/>
            <a:chOff x="392680" y="1495425"/>
            <a:chExt cx="150738" cy="1628710"/>
          </a:xfrm>
        </p:grpSpPr>
        <p:sp>
          <p:nvSpPr>
            <p:cNvPr id="9" name="Freeform 9"/>
            <p:cNvSpPr/>
            <p:nvPr/>
          </p:nvSpPr>
          <p:spPr>
            <a:xfrm>
              <a:off x="421490" y="1872946"/>
              <a:ext cx="93118" cy="122886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rgbClr val="fed8c3"/>
            </a:solidFill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grpSp>
          <p:nvGrpSpPr>
            <p:cNvPr id="10" name="Group 12"/>
            <p:cNvGrpSpPr>
              <a:grpSpLocks noChangeAspect="1"/>
            </p:cNvGrpSpPr>
            <p:nvPr/>
          </p:nvGrpSpPr>
          <p:grpSpPr>
            <a:xfrm rot="0">
              <a:off x="392680" y="1495425"/>
              <a:ext cx="150738" cy="119909"/>
              <a:chOff x="6124" y="305"/>
              <a:chExt cx="841" cy="669"/>
            </a:xfrm>
            <a:solidFill>
              <a:srgbClr val="fed8c3"/>
            </a:solidFill>
          </p:grpSpPr>
          <p:sp>
            <p:nvSpPr>
              <p:cNvPr id="18" name="Freeform 13"/>
              <p:cNvSpPr/>
              <p:nvPr/>
            </p:nvSpPr>
            <p:spPr>
              <a:xfrm>
                <a:off x="6244" y="440"/>
                <a:ext cx="601" cy="534"/>
              </a:xfrm>
              <a:custGeom>
                <a:avLst/>
                <a:gdLst>
                  <a:gd name="T0" fmla="*/ 902 w 1802"/>
                  <a:gd name="T1" fmla="*/ 0 h 1602"/>
                  <a:gd name="T2" fmla="*/ 2 w 1802"/>
                  <a:gd name="T3" fmla="*/ 742 h 1602"/>
                  <a:gd name="T4" fmla="*/ 2 w 1802"/>
                  <a:gd name="T5" fmla="*/ 743 h 1602"/>
                  <a:gd name="T6" fmla="*/ 2 w 1802"/>
                  <a:gd name="T7" fmla="*/ 746 h 1602"/>
                  <a:gd name="T8" fmla="*/ 0 w 1802"/>
                  <a:gd name="T9" fmla="*/ 749 h 1602"/>
                  <a:gd name="T10" fmla="*/ 0 w 1802"/>
                  <a:gd name="T11" fmla="*/ 751 h 1602"/>
                  <a:gd name="T12" fmla="*/ 0 w 1802"/>
                  <a:gd name="T13" fmla="*/ 1501 h 1602"/>
                  <a:gd name="T14" fmla="*/ 2 w 1802"/>
                  <a:gd name="T15" fmla="*/ 1521 h 1602"/>
                  <a:gd name="T16" fmla="*/ 16 w 1802"/>
                  <a:gd name="T17" fmla="*/ 1557 h 1602"/>
                  <a:gd name="T18" fmla="*/ 30 w 1802"/>
                  <a:gd name="T19" fmla="*/ 1572 h 1602"/>
                  <a:gd name="T20" fmla="*/ 45 w 1802"/>
                  <a:gd name="T21" fmla="*/ 1586 h 1602"/>
                  <a:gd name="T22" fmla="*/ 81 w 1802"/>
                  <a:gd name="T23" fmla="*/ 1601 h 1602"/>
                  <a:gd name="T24" fmla="*/ 100 w 1802"/>
                  <a:gd name="T25" fmla="*/ 1602 h 1602"/>
                  <a:gd name="T26" fmla="*/ 702 w 1802"/>
                  <a:gd name="T27" fmla="*/ 1602 h 1602"/>
                  <a:gd name="T28" fmla="*/ 702 w 1802"/>
                  <a:gd name="T29" fmla="*/ 1001 h 1602"/>
                  <a:gd name="T30" fmla="*/ 1102 w 1802"/>
                  <a:gd name="T31" fmla="*/ 1001 h 1602"/>
                  <a:gd name="T32" fmla="*/ 1102 w 1802"/>
                  <a:gd name="T33" fmla="*/ 1602 h 1602"/>
                  <a:gd name="T34" fmla="*/ 1703 w 1802"/>
                  <a:gd name="T35" fmla="*/ 1602 h 1602"/>
                  <a:gd name="T36" fmla="*/ 1723 w 1802"/>
                  <a:gd name="T37" fmla="*/ 1601 h 1602"/>
                  <a:gd name="T38" fmla="*/ 1758 w 1802"/>
                  <a:gd name="T39" fmla="*/ 1586 h 1602"/>
                  <a:gd name="T40" fmla="*/ 1773 w 1802"/>
                  <a:gd name="T41" fmla="*/ 1572 h 1602"/>
                  <a:gd name="T42" fmla="*/ 1786 w 1802"/>
                  <a:gd name="T43" fmla="*/ 1557 h 1602"/>
                  <a:gd name="T44" fmla="*/ 1802 w 1802"/>
                  <a:gd name="T45" fmla="*/ 1521 h 1602"/>
                  <a:gd name="T46" fmla="*/ 1802 w 1802"/>
                  <a:gd name="T47" fmla="*/ 1501 h 1602"/>
                  <a:gd name="T48" fmla="*/ 1802 w 1802"/>
                  <a:gd name="T49" fmla="*/ 751 h 1602"/>
                  <a:gd name="T50" fmla="*/ 1802 w 1802"/>
                  <a:gd name="T51" fmla="*/ 745 h 1602"/>
                  <a:gd name="T52" fmla="*/ 1801 w 1802"/>
                  <a:gd name="T53" fmla="*/ 742 h 1602"/>
                  <a:gd name="T54" fmla="*/ 902 w 1802"/>
                  <a:gd name="T55" fmla="*/ 0 h 1602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02" h="1602">
                    <a:moveTo>
                      <a:pt x="902" y="0"/>
                    </a:moveTo>
                    <a:lnTo>
                      <a:pt x="2" y="742"/>
                    </a:lnTo>
                    <a:lnTo>
                      <a:pt x="2" y="743"/>
                    </a:lnTo>
                    <a:lnTo>
                      <a:pt x="2" y="746"/>
                    </a:lnTo>
                    <a:lnTo>
                      <a:pt x="0" y="749"/>
                    </a:lnTo>
                    <a:lnTo>
                      <a:pt x="0" y="751"/>
                    </a:lnTo>
                    <a:lnTo>
                      <a:pt x="0" y="1501"/>
                    </a:lnTo>
                    <a:lnTo>
                      <a:pt x="2" y="1521"/>
                    </a:lnTo>
                    <a:lnTo>
                      <a:pt x="16" y="1557"/>
                    </a:lnTo>
                    <a:lnTo>
                      <a:pt x="30" y="1572"/>
                    </a:lnTo>
                    <a:lnTo>
                      <a:pt x="45" y="1586"/>
                    </a:lnTo>
                    <a:lnTo>
                      <a:pt x="81" y="1601"/>
                    </a:lnTo>
                    <a:lnTo>
                      <a:pt x="100" y="1602"/>
                    </a:lnTo>
                    <a:lnTo>
                      <a:pt x="702" y="1602"/>
                    </a:lnTo>
                    <a:lnTo>
                      <a:pt x="702" y="1001"/>
                    </a:lnTo>
                    <a:lnTo>
                      <a:pt x="1102" y="1001"/>
                    </a:lnTo>
                    <a:lnTo>
                      <a:pt x="1102" y="1602"/>
                    </a:lnTo>
                    <a:lnTo>
                      <a:pt x="1703" y="1602"/>
                    </a:lnTo>
                    <a:lnTo>
                      <a:pt x="1723" y="1601"/>
                    </a:lnTo>
                    <a:lnTo>
                      <a:pt x="1758" y="1586"/>
                    </a:lnTo>
                    <a:lnTo>
                      <a:pt x="1773" y="1572"/>
                    </a:lnTo>
                    <a:lnTo>
                      <a:pt x="1786" y="1557"/>
                    </a:lnTo>
                    <a:lnTo>
                      <a:pt x="1802" y="1521"/>
                    </a:lnTo>
                    <a:lnTo>
                      <a:pt x="1802" y="1501"/>
                    </a:lnTo>
                    <a:lnTo>
                      <a:pt x="1802" y="751"/>
                    </a:lnTo>
                    <a:lnTo>
                      <a:pt x="1802" y="745"/>
                    </a:lnTo>
                    <a:lnTo>
                      <a:pt x="1801" y="742"/>
                    </a:lnTo>
                    <a:lnTo>
                      <a:pt x="9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Freeform 14"/>
              <p:cNvSpPr/>
              <p:nvPr/>
            </p:nvSpPr>
            <p:spPr>
              <a:xfrm>
                <a:off x="6124" y="305"/>
                <a:ext cx="841" cy="394"/>
              </a:xfrm>
              <a:custGeom>
                <a:avLst/>
                <a:gdLst>
                  <a:gd name="T0" fmla="*/ 2505 w 2522"/>
                  <a:gd name="T1" fmla="*/ 978 h 1181"/>
                  <a:gd name="T2" fmla="*/ 2162 w 2522"/>
                  <a:gd name="T3" fmla="*/ 694 h 1181"/>
                  <a:gd name="T4" fmla="*/ 2162 w 2522"/>
                  <a:gd name="T5" fmla="*/ 54 h 1181"/>
                  <a:gd name="T6" fmla="*/ 2162 w 2522"/>
                  <a:gd name="T7" fmla="*/ 44 h 1181"/>
                  <a:gd name="T8" fmla="*/ 2155 w 2522"/>
                  <a:gd name="T9" fmla="*/ 26 h 1181"/>
                  <a:gd name="T10" fmla="*/ 2149 w 2522"/>
                  <a:gd name="T11" fmla="*/ 18 h 1181"/>
                  <a:gd name="T12" fmla="*/ 2141 w 2522"/>
                  <a:gd name="T13" fmla="*/ 13 h 1181"/>
                  <a:gd name="T14" fmla="*/ 2123 w 2522"/>
                  <a:gd name="T15" fmla="*/ 5 h 1181"/>
                  <a:gd name="T16" fmla="*/ 2113 w 2522"/>
                  <a:gd name="T17" fmla="*/ 5 h 1181"/>
                  <a:gd name="T18" fmla="*/ 1812 w 2522"/>
                  <a:gd name="T19" fmla="*/ 5 h 1181"/>
                  <a:gd name="T20" fmla="*/ 1802 w 2522"/>
                  <a:gd name="T21" fmla="*/ 5 h 1181"/>
                  <a:gd name="T22" fmla="*/ 1783 w 2522"/>
                  <a:gd name="T23" fmla="*/ 13 h 1181"/>
                  <a:gd name="T24" fmla="*/ 1776 w 2522"/>
                  <a:gd name="T25" fmla="*/ 18 h 1181"/>
                  <a:gd name="T26" fmla="*/ 1770 w 2522"/>
                  <a:gd name="T27" fmla="*/ 26 h 1181"/>
                  <a:gd name="T28" fmla="*/ 1763 w 2522"/>
                  <a:gd name="T29" fmla="*/ 44 h 1181"/>
                  <a:gd name="T30" fmla="*/ 1762 w 2522"/>
                  <a:gd name="T31" fmla="*/ 54 h 1181"/>
                  <a:gd name="T32" fmla="*/ 1762 w 2522"/>
                  <a:gd name="T33" fmla="*/ 360 h 1181"/>
                  <a:gd name="T34" fmla="*/ 1380 w 2522"/>
                  <a:gd name="T35" fmla="*/ 41 h 1181"/>
                  <a:gd name="T36" fmla="*/ 1354 w 2522"/>
                  <a:gd name="T37" fmla="*/ 23 h 1181"/>
                  <a:gd name="T38" fmla="*/ 1295 w 2522"/>
                  <a:gd name="T39" fmla="*/ 1 h 1181"/>
                  <a:gd name="T40" fmla="*/ 1262 w 2522"/>
                  <a:gd name="T41" fmla="*/ 0 h 1181"/>
                  <a:gd name="T42" fmla="*/ 1227 w 2522"/>
                  <a:gd name="T43" fmla="*/ 1 h 1181"/>
                  <a:gd name="T44" fmla="*/ 1168 w 2522"/>
                  <a:gd name="T45" fmla="*/ 23 h 1181"/>
                  <a:gd name="T46" fmla="*/ 1142 w 2522"/>
                  <a:gd name="T47" fmla="*/ 41 h 1181"/>
                  <a:gd name="T48" fmla="*/ 17 w 2522"/>
                  <a:gd name="T49" fmla="*/ 978 h 1181"/>
                  <a:gd name="T50" fmla="*/ 10 w 2522"/>
                  <a:gd name="T51" fmla="*/ 985 h 1181"/>
                  <a:gd name="T52" fmla="*/ 1 w 2522"/>
                  <a:gd name="T53" fmla="*/ 1001 h 1181"/>
                  <a:gd name="T54" fmla="*/ 0 w 2522"/>
                  <a:gd name="T55" fmla="*/ 1012 h 1181"/>
                  <a:gd name="T56" fmla="*/ 0 w 2522"/>
                  <a:gd name="T57" fmla="*/ 1023 h 1181"/>
                  <a:gd name="T58" fmla="*/ 6 w 2522"/>
                  <a:gd name="T59" fmla="*/ 1040 h 1181"/>
                  <a:gd name="T60" fmla="*/ 12 w 2522"/>
                  <a:gd name="T61" fmla="*/ 1048 h 1181"/>
                  <a:gd name="T62" fmla="*/ 108 w 2522"/>
                  <a:gd name="T63" fmla="*/ 1164 h 1181"/>
                  <a:gd name="T64" fmla="*/ 122 w 2522"/>
                  <a:gd name="T65" fmla="*/ 1177 h 1181"/>
                  <a:gd name="T66" fmla="*/ 141 w 2522"/>
                  <a:gd name="T67" fmla="*/ 1181 h 1181"/>
                  <a:gd name="T68" fmla="*/ 160 w 2522"/>
                  <a:gd name="T69" fmla="*/ 1181 h 1181"/>
                  <a:gd name="T70" fmla="*/ 179 w 2522"/>
                  <a:gd name="T71" fmla="*/ 1171 h 1181"/>
                  <a:gd name="T72" fmla="*/ 1262 w 2522"/>
                  <a:gd name="T73" fmla="*/ 268 h 1181"/>
                  <a:gd name="T74" fmla="*/ 2344 w 2522"/>
                  <a:gd name="T75" fmla="*/ 1171 h 1181"/>
                  <a:gd name="T76" fmla="*/ 2358 w 2522"/>
                  <a:gd name="T77" fmla="*/ 1180 h 1181"/>
                  <a:gd name="T78" fmla="*/ 2377 w 2522"/>
                  <a:gd name="T79" fmla="*/ 1181 h 1181"/>
                  <a:gd name="T80" fmla="*/ 2383 w 2522"/>
                  <a:gd name="T81" fmla="*/ 1181 h 1181"/>
                  <a:gd name="T82" fmla="*/ 2401 w 2522"/>
                  <a:gd name="T83" fmla="*/ 1177 h 1181"/>
                  <a:gd name="T84" fmla="*/ 2414 w 2522"/>
                  <a:gd name="T85" fmla="*/ 1164 h 1181"/>
                  <a:gd name="T86" fmla="*/ 2512 w 2522"/>
                  <a:gd name="T87" fmla="*/ 1048 h 1181"/>
                  <a:gd name="T88" fmla="*/ 2518 w 2522"/>
                  <a:gd name="T89" fmla="*/ 1040 h 1181"/>
                  <a:gd name="T90" fmla="*/ 2522 w 2522"/>
                  <a:gd name="T91" fmla="*/ 1023 h 1181"/>
                  <a:gd name="T92" fmla="*/ 2522 w 2522"/>
                  <a:gd name="T93" fmla="*/ 1012 h 1181"/>
                  <a:gd name="T94" fmla="*/ 2521 w 2522"/>
                  <a:gd name="T95" fmla="*/ 1001 h 1181"/>
                  <a:gd name="T96" fmla="*/ 2512 w 2522"/>
                  <a:gd name="T97" fmla="*/ 985 h 1181"/>
                  <a:gd name="T98" fmla="*/ 2505 w 2522"/>
                  <a:gd name="T99" fmla="*/ 978 h 1181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22" h="1181">
                    <a:moveTo>
                      <a:pt x="2505" y="978"/>
                    </a:moveTo>
                    <a:lnTo>
                      <a:pt x="2162" y="694"/>
                    </a:lnTo>
                    <a:lnTo>
                      <a:pt x="2162" y="54"/>
                    </a:lnTo>
                    <a:lnTo>
                      <a:pt x="2162" y="44"/>
                    </a:lnTo>
                    <a:lnTo>
                      <a:pt x="2155" y="26"/>
                    </a:lnTo>
                    <a:lnTo>
                      <a:pt x="2149" y="18"/>
                    </a:lnTo>
                    <a:lnTo>
                      <a:pt x="2141" y="13"/>
                    </a:lnTo>
                    <a:lnTo>
                      <a:pt x="2123" y="5"/>
                    </a:lnTo>
                    <a:lnTo>
                      <a:pt x="2113" y="5"/>
                    </a:lnTo>
                    <a:lnTo>
                      <a:pt x="1812" y="5"/>
                    </a:lnTo>
                    <a:lnTo>
                      <a:pt x="1802" y="5"/>
                    </a:lnTo>
                    <a:lnTo>
                      <a:pt x="1783" y="13"/>
                    </a:lnTo>
                    <a:lnTo>
                      <a:pt x="1776" y="18"/>
                    </a:lnTo>
                    <a:lnTo>
                      <a:pt x="1770" y="26"/>
                    </a:lnTo>
                    <a:lnTo>
                      <a:pt x="1763" y="44"/>
                    </a:lnTo>
                    <a:lnTo>
                      <a:pt x="1762" y="54"/>
                    </a:lnTo>
                    <a:lnTo>
                      <a:pt x="1762" y="360"/>
                    </a:lnTo>
                    <a:lnTo>
                      <a:pt x="1380" y="41"/>
                    </a:lnTo>
                    <a:lnTo>
                      <a:pt x="1354" y="23"/>
                    </a:lnTo>
                    <a:lnTo>
                      <a:pt x="1295" y="1"/>
                    </a:lnTo>
                    <a:lnTo>
                      <a:pt x="1262" y="0"/>
                    </a:lnTo>
                    <a:lnTo>
                      <a:pt x="1227" y="1"/>
                    </a:lnTo>
                    <a:lnTo>
                      <a:pt x="1168" y="23"/>
                    </a:lnTo>
                    <a:lnTo>
                      <a:pt x="1142" y="41"/>
                    </a:lnTo>
                    <a:lnTo>
                      <a:pt x="17" y="978"/>
                    </a:lnTo>
                    <a:lnTo>
                      <a:pt x="10" y="985"/>
                    </a:lnTo>
                    <a:lnTo>
                      <a:pt x="1" y="1001"/>
                    </a:lnTo>
                    <a:lnTo>
                      <a:pt x="0" y="1012"/>
                    </a:lnTo>
                    <a:lnTo>
                      <a:pt x="0" y="1023"/>
                    </a:lnTo>
                    <a:lnTo>
                      <a:pt x="6" y="1040"/>
                    </a:lnTo>
                    <a:lnTo>
                      <a:pt x="12" y="1048"/>
                    </a:lnTo>
                    <a:lnTo>
                      <a:pt x="108" y="1164"/>
                    </a:lnTo>
                    <a:lnTo>
                      <a:pt x="122" y="1177"/>
                    </a:lnTo>
                    <a:lnTo>
                      <a:pt x="141" y="1181"/>
                    </a:lnTo>
                    <a:lnTo>
                      <a:pt x="160" y="1181"/>
                    </a:lnTo>
                    <a:lnTo>
                      <a:pt x="179" y="1171"/>
                    </a:lnTo>
                    <a:lnTo>
                      <a:pt x="1262" y="268"/>
                    </a:lnTo>
                    <a:lnTo>
                      <a:pt x="2344" y="1171"/>
                    </a:lnTo>
                    <a:lnTo>
                      <a:pt x="2358" y="1180"/>
                    </a:lnTo>
                    <a:lnTo>
                      <a:pt x="2377" y="1181"/>
                    </a:lnTo>
                    <a:lnTo>
                      <a:pt x="2383" y="1181"/>
                    </a:lnTo>
                    <a:lnTo>
                      <a:pt x="2401" y="1177"/>
                    </a:lnTo>
                    <a:lnTo>
                      <a:pt x="2414" y="1164"/>
                    </a:lnTo>
                    <a:lnTo>
                      <a:pt x="2512" y="1048"/>
                    </a:lnTo>
                    <a:lnTo>
                      <a:pt x="2518" y="1040"/>
                    </a:lnTo>
                    <a:lnTo>
                      <a:pt x="2522" y="1023"/>
                    </a:lnTo>
                    <a:lnTo>
                      <a:pt x="2522" y="1012"/>
                    </a:lnTo>
                    <a:lnTo>
                      <a:pt x="2521" y="1001"/>
                    </a:lnTo>
                    <a:lnTo>
                      <a:pt x="2512" y="985"/>
                    </a:lnTo>
                    <a:lnTo>
                      <a:pt x="2505" y="9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자유형 11"/>
            <p:cNvSpPr/>
            <p:nvPr/>
          </p:nvSpPr>
          <p:spPr>
            <a:xfrm>
              <a:off x="411947" y="3025934"/>
              <a:ext cx="112204" cy="98201"/>
            </a:xfrm>
            <a:custGeom>
              <a:avLst/>
              <a:gdLst>
                <a:gd name="connsiteX0" fmla="*/ 149021 w 448462"/>
                <a:gd name="connsiteY0" fmla="*/ 328125 h 392491"/>
                <a:gd name="connsiteX1" fmla="*/ 210588 w 448462"/>
                <a:gd name="connsiteY1" fmla="*/ 357224 h 392491"/>
                <a:gd name="connsiteX2" fmla="*/ 160375 w 448462"/>
                <a:gd name="connsiteY2" fmla="*/ 391211 h 392491"/>
                <a:gd name="connsiteX3" fmla="*/ 158502 w 448462"/>
                <a:gd name="connsiteY3" fmla="*/ 392025 h 392491"/>
                <a:gd name="connsiteX4" fmla="*/ 156629 w 448462"/>
                <a:gd name="connsiteY4" fmla="*/ 392491 h 392491"/>
                <a:gd name="connsiteX5" fmla="*/ 154757 w 448462"/>
                <a:gd name="connsiteY5" fmla="*/ 392375 h 392491"/>
                <a:gd name="connsiteX6" fmla="*/ 153001 w 448462"/>
                <a:gd name="connsiteY6" fmla="*/ 391676 h 392491"/>
                <a:gd name="connsiteX7" fmla="*/ 151362 w 448462"/>
                <a:gd name="connsiteY7" fmla="*/ 390396 h 392491"/>
                <a:gd name="connsiteX8" fmla="*/ 150075 w 448462"/>
                <a:gd name="connsiteY8" fmla="*/ 388883 h 392491"/>
                <a:gd name="connsiteX9" fmla="*/ 149255 w 448462"/>
                <a:gd name="connsiteY9" fmla="*/ 387137 h 392491"/>
                <a:gd name="connsiteX10" fmla="*/ 149021 w 448462"/>
                <a:gd name="connsiteY10" fmla="*/ 385158 h 392491"/>
                <a:gd name="connsiteX11" fmla="*/ 441235 w 448462"/>
                <a:gd name="connsiteY11" fmla="*/ 0 h 392491"/>
                <a:gd name="connsiteX12" fmla="*/ 442983 w 448462"/>
                <a:gd name="connsiteY12" fmla="*/ 233 h 392491"/>
                <a:gd name="connsiteX13" fmla="*/ 444615 w 448462"/>
                <a:gd name="connsiteY13" fmla="*/ 816 h 392491"/>
                <a:gd name="connsiteX14" fmla="*/ 446131 w 448462"/>
                <a:gd name="connsiteY14" fmla="*/ 1866 h 392491"/>
                <a:gd name="connsiteX15" fmla="*/ 447530 w 448462"/>
                <a:gd name="connsiteY15" fmla="*/ 3615 h 392491"/>
                <a:gd name="connsiteX16" fmla="*/ 448346 w 448462"/>
                <a:gd name="connsiteY16" fmla="*/ 5714 h 392491"/>
                <a:gd name="connsiteX17" fmla="*/ 448462 w 448462"/>
                <a:gd name="connsiteY17" fmla="*/ 7696 h 392491"/>
                <a:gd name="connsiteX18" fmla="*/ 447879 w 448462"/>
                <a:gd name="connsiteY18" fmla="*/ 9911 h 392491"/>
                <a:gd name="connsiteX19" fmla="*/ 307990 w 448462"/>
                <a:gd name="connsiteY19" fmla="*/ 362641 h 392491"/>
                <a:gd name="connsiteX20" fmla="*/ 306708 w 448462"/>
                <a:gd name="connsiteY20" fmla="*/ 364973 h 392491"/>
                <a:gd name="connsiteX21" fmla="*/ 305076 w 448462"/>
                <a:gd name="connsiteY21" fmla="*/ 366955 h 392491"/>
                <a:gd name="connsiteX22" fmla="*/ 303094 w 448462"/>
                <a:gd name="connsiteY22" fmla="*/ 368588 h 392491"/>
                <a:gd name="connsiteX23" fmla="*/ 300646 w 448462"/>
                <a:gd name="connsiteY23" fmla="*/ 369870 h 392491"/>
                <a:gd name="connsiteX24" fmla="*/ 298314 w 448462"/>
                <a:gd name="connsiteY24" fmla="*/ 370570 h 392491"/>
                <a:gd name="connsiteX25" fmla="*/ 295983 w 448462"/>
                <a:gd name="connsiteY25" fmla="*/ 370803 h 392491"/>
                <a:gd name="connsiteX26" fmla="*/ 293068 w 448462"/>
                <a:gd name="connsiteY26" fmla="*/ 370453 h 392491"/>
                <a:gd name="connsiteX27" fmla="*/ 290387 w 448462"/>
                <a:gd name="connsiteY27" fmla="*/ 369404 h 392491"/>
                <a:gd name="connsiteX28" fmla="*/ 148982 w 448462"/>
                <a:gd name="connsiteY28" fmla="*/ 302123 h 392491"/>
                <a:gd name="connsiteX29" fmla="*/ 347858 w 448462"/>
                <a:gd name="connsiteY29" fmla="*/ 102379 h 392491"/>
                <a:gd name="connsiteX30" fmla="*/ 120771 w 448462"/>
                <a:gd name="connsiteY30" fmla="*/ 288830 h 392491"/>
                <a:gd name="connsiteX31" fmla="*/ 7344 w 448462"/>
                <a:gd name="connsiteY31" fmla="*/ 234842 h 392491"/>
                <a:gd name="connsiteX32" fmla="*/ 4896 w 448462"/>
                <a:gd name="connsiteY32" fmla="*/ 233209 h 392491"/>
                <a:gd name="connsiteX33" fmla="*/ 2798 w 448462"/>
                <a:gd name="connsiteY33" fmla="*/ 231227 h 392491"/>
                <a:gd name="connsiteX34" fmla="*/ 1282 w 448462"/>
                <a:gd name="connsiteY34" fmla="*/ 228895 h 392491"/>
                <a:gd name="connsiteX35" fmla="*/ 349 w 448462"/>
                <a:gd name="connsiteY35" fmla="*/ 226213 h 392491"/>
                <a:gd name="connsiteX36" fmla="*/ 0 w 448462"/>
                <a:gd name="connsiteY36" fmla="*/ 223298 h 392491"/>
                <a:gd name="connsiteX37" fmla="*/ 233 w 448462"/>
                <a:gd name="connsiteY37" fmla="*/ 220499 h 392491"/>
                <a:gd name="connsiteX38" fmla="*/ 1165 w 448462"/>
                <a:gd name="connsiteY38" fmla="*/ 217701 h 392491"/>
                <a:gd name="connsiteX39" fmla="*/ 2681 w 448462"/>
                <a:gd name="connsiteY39" fmla="*/ 215252 h 392491"/>
                <a:gd name="connsiteX40" fmla="*/ 4779 w 448462"/>
                <a:gd name="connsiteY40" fmla="*/ 213270 h 392491"/>
                <a:gd name="connsiteX41" fmla="*/ 7227 w 448462"/>
                <a:gd name="connsiteY41" fmla="*/ 211754 h 392491"/>
                <a:gd name="connsiteX42" fmla="*/ 437971 w 448462"/>
                <a:gd name="connsiteY42" fmla="*/ 583 h 392491"/>
                <a:gd name="connsiteX43" fmla="*/ 439603 w 448462"/>
                <a:gd name="connsiteY43" fmla="*/ 117 h 392491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48462" h="392491">
                  <a:moveTo>
                    <a:pt x="149021" y="328125"/>
                  </a:moveTo>
                  <a:lnTo>
                    <a:pt x="210588" y="357224"/>
                  </a:lnTo>
                  <a:lnTo>
                    <a:pt x="160375" y="391211"/>
                  </a:lnTo>
                  <a:lnTo>
                    <a:pt x="158502" y="392025"/>
                  </a:lnTo>
                  <a:lnTo>
                    <a:pt x="156629" y="392491"/>
                  </a:lnTo>
                  <a:lnTo>
                    <a:pt x="154757" y="392375"/>
                  </a:lnTo>
                  <a:lnTo>
                    <a:pt x="153001" y="391676"/>
                  </a:lnTo>
                  <a:lnTo>
                    <a:pt x="151362" y="390396"/>
                  </a:lnTo>
                  <a:lnTo>
                    <a:pt x="150075" y="388883"/>
                  </a:lnTo>
                  <a:lnTo>
                    <a:pt x="149255" y="387137"/>
                  </a:lnTo>
                  <a:lnTo>
                    <a:pt x="149021" y="385158"/>
                  </a:lnTo>
                  <a:close/>
                  <a:moveTo>
                    <a:pt x="441235" y="0"/>
                  </a:moveTo>
                  <a:lnTo>
                    <a:pt x="442983" y="233"/>
                  </a:lnTo>
                  <a:lnTo>
                    <a:pt x="444615" y="816"/>
                  </a:lnTo>
                  <a:lnTo>
                    <a:pt x="446131" y="1866"/>
                  </a:lnTo>
                  <a:lnTo>
                    <a:pt x="447530" y="3615"/>
                  </a:lnTo>
                  <a:lnTo>
                    <a:pt x="448346" y="5714"/>
                  </a:lnTo>
                  <a:lnTo>
                    <a:pt x="448462" y="7696"/>
                  </a:lnTo>
                  <a:lnTo>
                    <a:pt x="447879" y="9911"/>
                  </a:lnTo>
                  <a:lnTo>
                    <a:pt x="307990" y="362641"/>
                  </a:lnTo>
                  <a:lnTo>
                    <a:pt x="306708" y="364973"/>
                  </a:lnTo>
                  <a:lnTo>
                    <a:pt x="305076" y="366955"/>
                  </a:lnTo>
                  <a:lnTo>
                    <a:pt x="303094" y="368588"/>
                  </a:lnTo>
                  <a:lnTo>
                    <a:pt x="300646" y="369870"/>
                  </a:lnTo>
                  <a:lnTo>
                    <a:pt x="298314" y="370570"/>
                  </a:lnTo>
                  <a:lnTo>
                    <a:pt x="295983" y="370803"/>
                  </a:lnTo>
                  <a:lnTo>
                    <a:pt x="293068" y="370453"/>
                  </a:lnTo>
                  <a:lnTo>
                    <a:pt x="290387" y="369404"/>
                  </a:lnTo>
                  <a:lnTo>
                    <a:pt x="148982" y="302123"/>
                  </a:lnTo>
                  <a:lnTo>
                    <a:pt x="347858" y="102379"/>
                  </a:lnTo>
                  <a:lnTo>
                    <a:pt x="120771" y="288830"/>
                  </a:lnTo>
                  <a:lnTo>
                    <a:pt x="7344" y="234842"/>
                  </a:lnTo>
                  <a:lnTo>
                    <a:pt x="4896" y="233209"/>
                  </a:lnTo>
                  <a:lnTo>
                    <a:pt x="2798" y="231227"/>
                  </a:lnTo>
                  <a:lnTo>
                    <a:pt x="1282" y="228895"/>
                  </a:lnTo>
                  <a:lnTo>
                    <a:pt x="349" y="226213"/>
                  </a:lnTo>
                  <a:lnTo>
                    <a:pt x="0" y="223298"/>
                  </a:lnTo>
                  <a:lnTo>
                    <a:pt x="233" y="220499"/>
                  </a:lnTo>
                  <a:lnTo>
                    <a:pt x="1165" y="217701"/>
                  </a:lnTo>
                  <a:lnTo>
                    <a:pt x="2681" y="215252"/>
                  </a:lnTo>
                  <a:lnTo>
                    <a:pt x="4779" y="213270"/>
                  </a:lnTo>
                  <a:lnTo>
                    <a:pt x="7227" y="211754"/>
                  </a:lnTo>
                  <a:lnTo>
                    <a:pt x="437971" y="583"/>
                  </a:lnTo>
                  <a:lnTo>
                    <a:pt x="439603" y="117"/>
                  </a:lnTo>
                  <a:close/>
                </a:path>
              </a:pathLst>
            </a:custGeom>
            <a:solidFill>
              <a:srgbClr val="fed8c3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  <a:noAutofit/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6"/>
            <p:cNvSpPr/>
            <p:nvPr/>
          </p:nvSpPr>
          <p:spPr>
            <a:xfrm rot="10800000" flipH="1" flipV="1">
              <a:off x="411361" y="2648749"/>
              <a:ext cx="113377" cy="100520"/>
            </a:xfrm>
            <a:custGeom>
              <a:avLst/>
              <a:gdLst>
                <a:gd name="T0" fmla="*/ 2689 w 3491"/>
                <a:gd name="T1" fmla="*/ 15 h 3097"/>
                <a:gd name="T2" fmla="*/ 2963 w 3491"/>
                <a:gd name="T3" fmla="*/ 108 h 3097"/>
                <a:gd name="T4" fmla="*/ 3204 w 3491"/>
                <a:gd name="T5" fmla="*/ 281 h 3097"/>
                <a:gd name="T6" fmla="*/ 3382 w 3491"/>
                <a:gd name="T7" fmla="*/ 518 h 3097"/>
                <a:gd name="T8" fmla="*/ 3475 w 3491"/>
                <a:gd name="T9" fmla="*/ 786 h 3097"/>
                <a:gd name="T10" fmla="*/ 3486 w 3491"/>
                <a:gd name="T11" fmla="*/ 1066 h 3097"/>
                <a:gd name="T12" fmla="*/ 3413 w 3491"/>
                <a:gd name="T13" fmla="*/ 1339 h 3097"/>
                <a:gd name="T14" fmla="*/ 3256 w 3491"/>
                <a:gd name="T15" fmla="*/ 1586 h 3097"/>
                <a:gd name="T16" fmla="*/ 1965 w 3491"/>
                <a:gd name="T17" fmla="*/ 2838 h 3097"/>
                <a:gd name="T18" fmla="*/ 1873 w 3491"/>
                <a:gd name="T19" fmla="*/ 2828 h 3097"/>
                <a:gd name="T20" fmla="*/ 1821 w 3491"/>
                <a:gd name="T21" fmla="*/ 2749 h 3097"/>
                <a:gd name="T22" fmla="*/ 1853 w 3491"/>
                <a:gd name="T23" fmla="*/ 2662 h 3097"/>
                <a:gd name="T24" fmla="*/ 3153 w 3491"/>
                <a:gd name="T25" fmla="*/ 1355 h 3097"/>
                <a:gd name="T26" fmla="*/ 3242 w 3491"/>
                <a:gd name="T27" fmla="*/ 1126 h 3097"/>
                <a:gd name="T28" fmla="*/ 3253 w 3491"/>
                <a:gd name="T29" fmla="*/ 885 h 3097"/>
                <a:gd name="T30" fmla="*/ 3183 w 3491"/>
                <a:gd name="T31" fmla="*/ 653 h 3097"/>
                <a:gd name="T32" fmla="*/ 3035 w 3491"/>
                <a:gd name="T33" fmla="*/ 448 h 3097"/>
                <a:gd name="T34" fmla="*/ 2825 w 3491"/>
                <a:gd name="T35" fmla="*/ 301 h 3097"/>
                <a:gd name="T36" fmla="*/ 2586 w 3491"/>
                <a:gd name="T37" fmla="*/ 234 h 3097"/>
                <a:gd name="T38" fmla="*/ 2340 w 3491"/>
                <a:gd name="T39" fmla="*/ 243 h 3097"/>
                <a:gd name="T40" fmla="*/ 2108 w 3491"/>
                <a:gd name="T41" fmla="*/ 331 h 3097"/>
                <a:gd name="T42" fmla="*/ 378 w 3491"/>
                <a:gd name="T43" fmla="*/ 1972 h 3097"/>
                <a:gd name="T44" fmla="*/ 258 w 3491"/>
                <a:gd name="T45" fmla="*/ 2149 h 3097"/>
                <a:gd name="T46" fmla="*/ 218 w 3491"/>
                <a:gd name="T47" fmla="*/ 2350 h 3097"/>
                <a:gd name="T48" fmla="*/ 258 w 3491"/>
                <a:gd name="T49" fmla="*/ 2551 h 3097"/>
                <a:gd name="T50" fmla="*/ 378 w 3491"/>
                <a:gd name="T51" fmla="*/ 2728 h 3097"/>
                <a:gd name="T52" fmla="*/ 558 w 3491"/>
                <a:gd name="T53" fmla="*/ 2846 h 3097"/>
                <a:gd name="T54" fmla="*/ 763 w 3491"/>
                <a:gd name="T55" fmla="*/ 2885 h 3097"/>
                <a:gd name="T56" fmla="*/ 968 w 3491"/>
                <a:gd name="T57" fmla="*/ 2846 h 3097"/>
                <a:gd name="T58" fmla="*/ 1149 w 3491"/>
                <a:gd name="T59" fmla="*/ 2728 h 3097"/>
                <a:gd name="T60" fmla="*/ 2809 w 3491"/>
                <a:gd name="T61" fmla="*/ 1091 h 3097"/>
                <a:gd name="T62" fmla="*/ 2837 w 3491"/>
                <a:gd name="T63" fmla="*/ 942 h 3097"/>
                <a:gd name="T64" fmla="*/ 2791 w 3491"/>
                <a:gd name="T65" fmla="*/ 797 h 3097"/>
                <a:gd name="T66" fmla="*/ 2677 w 3491"/>
                <a:gd name="T67" fmla="*/ 685 h 3097"/>
                <a:gd name="T68" fmla="*/ 2528 w 3491"/>
                <a:gd name="T69" fmla="*/ 641 h 3097"/>
                <a:gd name="T70" fmla="*/ 2377 w 3491"/>
                <a:gd name="T71" fmla="*/ 668 h 3097"/>
                <a:gd name="T72" fmla="*/ 1082 w 3491"/>
                <a:gd name="T73" fmla="*/ 1906 h 3097"/>
                <a:gd name="T74" fmla="*/ 992 w 3491"/>
                <a:gd name="T75" fmla="*/ 1937 h 3097"/>
                <a:gd name="T76" fmla="*/ 911 w 3491"/>
                <a:gd name="T77" fmla="*/ 1887 h 3097"/>
                <a:gd name="T78" fmla="*/ 900 w 3491"/>
                <a:gd name="T79" fmla="*/ 1796 h 3097"/>
                <a:gd name="T80" fmla="*/ 2165 w 3491"/>
                <a:gd name="T81" fmla="*/ 546 h 3097"/>
                <a:gd name="T82" fmla="*/ 2354 w 3491"/>
                <a:gd name="T83" fmla="*/ 449 h 3097"/>
                <a:gd name="T84" fmla="*/ 2562 w 3491"/>
                <a:gd name="T85" fmla="*/ 429 h 3097"/>
                <a:gd name="T86" fmla="*/ 2763 w 3491"/>
                <a:gd name="T87" fmla="*/ 488 h 3097"/>
                <a:gd name="T88" fmla="*/ 2932 w 3491"/>
                <a:gd name="T89" fmla="*/ 623 h 3097"/>
                <a:gd name="T90" fmla="*/ 3032 w 3491"/>
                <a:gd name="T91" fmla="*/ 809 h 3097"/>
                <a:gd name="T92" fmla="*/ 3053 w 3491"/>
                <a:gd name="T93" fmla="*/ 1012 h 3097"/>
                <a:gd name="T94" fmla="*/ 2993 w 3491"/>
                <a:gd name="T95" fmla="*/ 1209 h 3097"/>
                <a:gd name="T96" fmla="*/ 1303 w 3491"/>
                <a:gd name="T97" fmla="*/ 2879 h 3097"/>
                <a:gd name="T98" fmla="*/ 1094 w 3491"/>
                <a:gd name="T99" fmla="*/ 3025 h 3097"/>
                <a:gd name="T100" fmla="*/ 855 w 3491"/>
                <a:gd name="T101" fmla="*/ 3092 h 3097"/>
                <a:gd name="T102" fmla="*/ 609 w 3491"/>
                <a:gd name="T103" fmla="*/ 3083 h 3097"/>
                <a:gd name="T104" fmla="*/ 377 w 3491"/>
                <a:gd name="T105" fmla="*/ 2995 h 3097"/>
                <a:gd name="T106" fmla="*/ 178 w 3491"/>
                <a:gd name="T107" fmla="*/ 2832 h 3097"/>
                <a:gd name="T108" fmla="*/ 51 w 3491"/>
                <a:gd name="T109" fmla="*/ 2617 h 3097"/>
                <a:gd name="T110" fmla="*/ 0 w 3491"/>
                <a:gd name="T111" fmla="*/ 2381 h 3097"/>
                <a:gd name="T112" fmla="*/ 30 w 3491"/>
                <a:gd name="T113" fmla="*/ 2141 h 3097"/>
                <a:gd name="T114" fmla="*/ 139 w 3491"/>
                <a:gd name="T115" fmla="*/ 1920 h 3097"/>
                <a:gd name="T116" fmla="*/ 1872 w 3491"/>
                <a:gd name="T117" fmla="*/ 230 h 3097"/>
                <a:gd name="T118" fmla="*/ 2123 w 3491"/>
                <a:gd name="T119" fmla="*/ 76 h 3097"/>
                <a:gd name="T120" fmla="*/ 2402 w 3491"/>
                <a:gd name="T121" fmla="*/ 5 h 309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491" h="3097">
                  <a:moveTo>
                    <a:pt x="2474" y="0"/>
                  </a:moveTo>
                  <a:lnTo>
                    <a:pt x="2546" y="0"/>
                  </a:lnTo>
                  <a:lnTo>
                    <a:pt x="2618" y="5"/>
                  </a:lnTo>
                  <a:lnTo>
                    <a:pt x="2689" y="15"/>
                  </a:lnTo>
                  <a:lnTo>
                    <a:pt x="2758" y="31"/>
                  </a:lnTo>
                  <a:lnTo>
                    <a:pt x="2828" y="51"/>
                  </a:lnTo>
                  <a:lnTo>
                    <a:pt x="2896" y="76"/>
                  </a:lnTo>
                  <a:lnTo>
                    <a:pt x="2963" y="108"/>
                  </a:lnTo>
                  <a:lnTo>
                    <a:pt x="3026" y="143"/>
                  </a:lnTo>
                  <a:lnTo>
                    <a:pt x="3088" y="183"/>
                  </a:lnTo>
                  <a:lnTo>
                    <a:pt x="3147" y="230"/>
                  </a:lnTo>
                  <a:lnTo>
                    <a:pt x="3204" y="281"/>
                  </a:lnTo>
                  <a:lnTo>
                    <a:pt x="3256" y="336"/>
                  </a:lnTo>
                  <a:lnTo>
                    <a:pt x="3303" y="394"/>
                  </a:lnTo>
                  <a:lnTo>
                    <a:pt x="3345" y="455"/>
                  </a:lnTo>
                  <a:lnTo>
                    <a:pt x="3382" y="518"/>
                  </a:lnTo>
                  <a:lnTo>
                    <a:pt x="3413" y="582"/>
                  </a:lnTo>
                  <a:lnTo>
                    <a:pt x="3439" y="650"/>
                  </a:lnTo>
                  <a:lnTo>
                    <a:pt x="3460" y="717"/>
                  </a:lnTo>
                  <a:lnTo>
                    <a:pt x="3475" y="786"/>
                  </a:lnTo>
                  <a:lnTo>
                    <a:pt x="3486" y="856"/>
                  </a:lnTo>
                  <a:lnTo>
                    <a:pt x="3491" y="926"/>
                  </a:lnTo>
                  <a:lnTo>
                    <a:pt x="3491" y="996"/>
                  </a:lnTo>
                  <a:lnTo>
                    <a:pt x="3486" y="1066"/>
                  </a:lnTo>
                  <a:lnTo>
                    <a:pt x="3475" y="1136"/>
                  </a:lnTo>
                  <a:lnTo>
                    <a:pt x="3460" y="1205"/>
                  </a:lnTo>
                  <a:lnTo>
                    <a:pt x="3439" y="1273"/>
                  </a:lnTo>
                  <a:lnTo>
                    <a:pt x="3413" y="1339"/>
                  </a:lnTo>
                  <a:lnTo>
                    <a:pt x="3382" y="1404"/>
                  </a:lnTo>
                  <a:lnTo>
                    <a:pt x="3345" y="1467"/>
                  </a:lnTo>
                  <a:lnTo>
                    <a:pt x="3303" y="1528"/>
                  </a:lnTo>
                  <a:lnTo>
                    <a:pt x="3256" y="1586"/>
                  </a:lnTo>
                  <a:lnTo>
                    <a:pt x="3204" y="1641"/>
                  </a:lnTo>
                  <a:lnTo>
                    <a:pt x="2007" y="2813"/>
                  </a:lnTo>
                  <a:lnTo>
                    <a:pt x="1988" y="2828"/>
                  </a:lnTo>
                  <a:lnTo>
                    <a:pt x="1965" y="2838"/>
                  </a:lnTo>
                  <a:lnTo>
                    <a:pt x="1942" y="2844"/>
                  </a:lnTo>
                  <a:lnTo>
                    <a:pt x="1918" y="2844"/>
                  </a:lnTo>
                  <a:lnTo>
                    <a:pt x="1894" y="2838"/>
                  </a:lnTo>
                  <a:lnTo>
                    <a:pt x="1873" y="2828"/>
                  </a:lnTo>
                  <a:lnTo>
                    <a:pt x="1853" y="2813"/>
                  </a:lnTo>
                  <a:lnTo>
                    <a:pt x="1837" y="2793"/>
                  </a:lnTo>
                  <a:lnTo>
                    <a:pt x="1827" y="2772"/>
                  </a:lnTo>
                  <a:lnTo>
                    <a:pt x="1821" y="2749"/>
                  </a:lnTo>
                  <a:lnTo>
                    <a:pt x="1821" y="2726"/>
                  </a:lnTo>
                  <a:lnTo>
                    <a:pt x="1827" y="2703"/>
                  </a:lnTo>
                  <a:lnTo>
                    <a:pt x="1837" y="2681"/>
                  </a:lnTo>
                  <a:lnTo>
                    <a:pt x="1853" y="2662"/>
                  </a:lnTo>
                  <a:lnTo>
                    <a:pt x="3035" y="1505"/>
                  </a:lnTo>
                  <a:lnTo>
                    <a:pt x="3079" y="1458"/>
                  </a:lnTo>
                  <a:lnTo>
                    <a:pt x="3118" y="1407"/>
                  </a:lnTo>
                  <a:lnTo>
                    <a:pt x="3153" y="1355"/>
                  </a:lnTo>
                  <a:lnTo>
                    <a:pt x="3183" y="1300"/>
                  </a:lnTo>
                  <a:lnTo>
                    <a:pt x="3208" y="1243"/>
                  </a:lnTo>
                  <a:lnTo>
                    <a:pt x="3228" y="1185"/>
                  </a:lnTo>
                  <a:lnTo>
                    <a:pt x="3242" y="1126"/>
                  </a:lnTo>
                  <a:lnTo>
                    <a:pt x="3253" y="1066"/>
                  </a:lnTo>
                  <a:lnTo>
                    <a:pt x="3257" y="1006"/>
                  </a:lnTo>
                  <a:lnTo>
                    <a:pt x="3257" y="946"/>
                  </a:lnTo>
                  <a:lnTo>
                    <a:pt x="3253" y="885"/>
                  </a:lnTo>
                  <a:lnTo>
                    <a:pt x="3242" y="826"/>
                  </a:lnTo>
                  <a:lnTo>
                    <a:pt x="3228" y="766"/>
                  </a:lnTo>
                  <a:lnTo>
                    <a:pt x="3208" y="709"/>
                  </a:lnTo>
                  <a:lnTo>
                    <a:pt x="3183" y="653"/>
                  </a:lnTo>
                  <a:lnTo>
                    <a:pt x="3153" y="598"/>
                  </a:lnTo>
                  <a:lnTo>
                    <a:pt x="3118" y="545"/>
                  </a:lnTo>
                  <a:lnTo>
                    <a:pt x="3079" y="495"/>
                  </a:lnTo>
                  <a:lnTo>
                    <a:pt x="3035" y="448"/>
                  </a:lnTo>
                  <a:lnTo>
                    <a:pt x="2985" y="403"/>
                  </a:lnTo>
                  <a:lnTo>
                    <a:pt x="2935" y="364"/>
                  </a:lnTo>
                  <a:lnTo>
                    <a:pt x="2881" y="331"/>
                  </a:lnTo>
                  <a:lnTo>
                    <a:pt x="2825" y="301"/>
                  </a:lnTo>
                  <a:lnTo>
                    <a:pt x="2767" y="277"/>
                  </a:lnTo>
                  <a:lnTo>
                    <a:pt x="2708" y="258"/>
                  </a:lnTo>
                  <a:lnTo>
                    <a:pt x="2648" y="243"/>
                  </a:lnTo>
                  <a:lnTo>
                    <a:pt x="2586" y="234"/>
                  </a:lnTo>
                  <a:lnTo>
                    <a:pt x="2525" y="229"/>
                  </a:lnTo>
                  <a:lnTo>
                    <a:pt x="2464" y="229"/>
                  </a:lnTo>
                  <a:lnTo>
                    <a:pt x="2402" y="234"/>
                  </a:lnTo>
                  <a:lnTo>
                    <a:pt x="2340" y="243"/>
                  </a:lnTo>
                  <a:lnTo>
                    <a:pt x="2280" y="258"/>
                  </a:lnTo>
                  <a:lnTo>
                    <a:pt x="2221" y="277"/>
                  </a:lnTo>
                  <a:lnTo>
                    <a:pt x="2164" y="301"/>
                  </a:lnTo>
                  <a:lnTo>
                    <a:pt x="2108" y="331"/>
                  </a:lnTo>
                  <a:lnTo>
                    <a:pt x="2055" y="364"/>
                  </a:lnTo>
                  <a:lnTo>
                    <a:pt x="2003" y="403"/>
                  </a:lnTo>
                  <a:lnTo>
                    <a:pt x="1955" y="448"/>
                  </a:lnTo>
                  <a:lnTo>
                    <a:pt x="378" y="1972"/>
                  </a:lnTo>
                  <a:lnTo>
                    <a:pt x="341" y="2013"/>
                  </a:lnTo>
                  <a:lnTo>
                    <a:pt x="307" y="2057"/>
                  </a:lnTo>
                  <a:lnTo>
                    <a:pt x="280" y="2102"/>
                  </a:lnTo>
                  <a:lnTo>
                    <a:pt x="258" y="2149"/>
                  </a:lnTo>
                  <a:lnTo>
                    <a:pt x="241" y="2199"/>
                  </a:lnTo>
                  <a:lnTo>
                    <a:pt x="228" y="2248"/>
                  </a:lnTo>
                  <a:lnTo>
                    <a:pt x="220" y="2299"/>
                  </a:lnTo>
                  <a:lnTo>
                    <a:pt x="218" y="2350"/>
                  </a:lnTo>
                  <a:lnTo>
                    <a:pt x="220" y="2402"/>
                  </a:lnTo>
                  <a:lnTo>
                    <a:pt x="228" y="2452"/>
                  </a:lnTo>
                  <a:lnTo>
                    <a:pt x="241" y="2503"/>
                  </a:lnTo>
                  <a:lnTo>
                    <a:pt x="258" y="2551"/>
                  </a:lnTo>
                  <a:lnTo>
                    <a:pt x="280" y="2599"/>
                  </a:lnTo>
                  <a:lnTo>
                    <a:pt x="307" y="2644"/>
                  </a:lnTo>
                  <a:lnTo>
                    <a:pt x="341" y="2687"/>
                  </a:lnTo>
                  <a:lnTo>
                    <a:pt x="378" y="2728"/>
                  </a:lnTo>
                  <a:lnTo>
                    <a:pt x="419" y="2765"/>
                  </a:lnTo>
                  <a:lnTo>
                    <a:pt x="463" y="2796"/>
                  </a:lnTo>
                  <a:lnTo>
                    <a:pt x="509" y="2824"/>
                  </a:lnTo>
                  <a:lnTo>
                    <a:pt x="558" y="2846"/>
                  </a:lnTo>
                  <a:lnTo>
                    <a:pt x="608" y="2863"/>
                  </a:lnTo>
                  <a:lnTo>
                    <a:pt x="660" y="2874"/>
                  </a:lnTo>
                  <a:lnTo>
                    <a:pt x="711" y="2882"/>
                  </a:lnTo>
                  <a:lnTo>
                    <a:pt x="763" y="2885"/>
                  </a:lnTo>
                  <a:lnTo>
                    <a:pt x="816" y="2882"/>
                  </a:lnTo>
                  <a:lnTo>
                    <a:pt x="867" y="2874"/>
                  </a:lnTo>
                  <a:lnTo>
                    <a:pt x="919" y="2863"/>
                  </a:lnTo>
                  <a:lnTo>
                    <a:pt x="968" y="2846"/>
                  </a:lnTo>
                  <a:lnTo>
                    <a:pt x="1018" y="2824"/>
                  </a:lnTo>
                  <a:lnTo>
                    <a:pt x="1064" y="2796"/>
                  </a:lnTo>
                  <a:lnTo>
                    <a:pt x="1108" y="2765"/>
                  </a:lnTo>
                  <a:lnTo>
                    <a:pt x="1149" y="2728"/>
                  </a:lnTo>
                  <a:lnTo>
                    <a:pt x="2741" y="1187"/>
                  </a:lnTo>
                  <a:lnTo>
                    <a:pt x="2768" y="1158"/>
                  </a:lnTo>
                  <a:lnTo>
                    <a:pt x="2791" y="1125"/>
                  </a:lnTo>
                  <a:lnTo>
                    <a:pt x="2809" y="1091"/>
                  </a:lnTo>
                  <a:lnTo>
                    <a:pt x="2823" y="1055"/>
                  </a:lnTo>
                  <a:lnTo>
                    <a:pt x="2831" y="1018"/>
                  </a:lnTo>
                  <a:lnTo>
                    <a:pt x="2837" y="980"/>
                  </a:lnTo>
                  <a:lnTo>
                    <a:pt x="2837" y="942"/>
                  </a:lnTo>
                  <a:lnTo>
                    <a:pt x="2831" y="904"/>
                  </a:lnTo>
                  <a:lnTo>
                    <a:pt x="2823" y="867"/>
                  </a:lnTo>
                  <a:lnTo>
                    <a:pt x="2809" y="832"/>
                  </a:lnTo>
                  <a:lnTo>
                    <a:pt x="2791" y="797"/>
                  </a:lnTo>
                  <a:lnTo>
                    <a:pt x="2768" y="764"/>
                  </a:lnTo>
                  <a:lnTo>
                    <a:pt x="2741" y="734"/>
                  </a:lnTo>
                  <a:lnTo>
                    <a:pt x="2710" y="707"/>
                  </a:lnTo>
                  <a:lnTo>
                    <a:pt x="2677" y="685"/>
                  </a:lnTo>
                  <a:lnTo>
                    <a:pt x="2642" y="668"/>
                  </a:lnTo>
                  <a:lnTo>
                    <a:pt x="2605" y="654"/>
                  </a:lnTo>
                  <a:lnTo>
                    <a:pt x="2567" y="645"/>
                  </a:lnTo>
                  <a:lnTo>
                    <a:pt x="2528" y="641"/>
                  </a:lnTo>
                  <a:lnTo>
                    <a:pt x="2490" y="641"/>
                  </a:lnTo>
                  <a:lnTo>
                    <a:pt x="2452" y="645"/>
                  </a:lnTo>
                  <a:lnTo>
                    <a:pt x="2415" y="654"/>
                  </a:lnTo>
                  <a:lnTo>
                    <a:pt x="2377" y="668"/>
                  </a:lnTo>
                  <a:lnTo>
                    <a:pt x="2343" y="685"/>
                  </a:lnTo>
                  <a:lnTo>
                    <a:pt x="2309" y="707"/>
                  </a:lnTo>
                  <a:lnTo>
                    <a:pt x="2278" y="734"/>
                  </a:lnTo>
                  <a:lnTo>
                    <a:pt x="1082" y="1906"/>
                  </a:lnTo>
                  <a:lnTo>
                    <a:pt x="1062" y="1922"/>
                  </a:lnTo>
                  <a:lnTo>
                    <a:pt x="1040" y="1931"/>
                  </a:lnTo>
                  <a:lnTo>
                    <a:pt x="1017" y="1937"/>
                  </a:lnTo>
                  <a:lnTo>
                    <a:pt x="992" y="1937"/>
                  </a:lnTo>
                  <a:lnTo>
                    <a:pt x="969" y="1931"/>
                  </a:lnTo>
                  <a:lnTo>
                    <a:pt x="947" y="1922"/>
                  </a:lnTo>
                  <a:lnTo>
                    <a:pt x="927" y="1906"/>
                  </a:lnTo>
                  <a:lnTo>
                    <a:pt x="911" y="1887"/>
                  </a:lnTo>
                  <a:lnTo>
                    <a:pt x="900" y="1865"/>
                  </a:lnTo>
                  <a:lnTo>
                    <a:pt x="896" y="1842"/>
                  </a:lnTo>
                  <a:lnTo>
                    <a:pt x="896" y="1819"/>
                  </a:lnTo>
                  <a:lnTo>
                    <a:pt x="900" y="1796"/>
                  </a:lnTo>
                  <a:lnTo>
                    <a:pt x="911" y="1775"/>
                  </a:lnTo>
                  <a:lnTo>
                    <a:pt x="927" y="1755"/>
                  </a:lnTo>
                  <a:lnTo>
                    <a:pt x="2123" y="583"/>
                  </a:lnTo>
                  <a:lnTo>
                    <a:pt x="2165" y="546"/>
                  </a:lnTo>
                  <a:lnTo>
                    <a:pt x="2209" y="515"/>
                  </a:lnTo>
                  <a:lnTo>
                    <a:pt x="2255" y="488"/>
                  </a:lnTo>
                  <a:lnTo>
                    <a:pt x="2304" y="465"/>
                  </a:lnTo>
                  <a:lnTo>
                    <a:pt x="2354" y="449"/>
                  </a:lnTo>
                  <a:lnTo>
                    <a:pt x="2405" y="436"/>
                  </a:lnTo>
                  <a:lnTo>
                    <a:pt x="2457" y="429"/>
                  </a:lnTo>
                  <a:lnTo>
                    <a:pt x="2509" y="427"/>
                  </a:lnTo>
                  <a:lnTo>
                    <a:pt x="2562" y="429"/>
                  </a:lnTo>
                  <a:lnTo>
                    <a:pt x="2613" y="436"/>
                  </a:lnTo>
                  <a:lnTo>
                    <a:pt x="2665" y="449"/>
                  </a:lnTo>
                  <a:lnTo>
                    <a:pt x="2714" y="465"/>
                  </a:lnTo>
                  <a:lnTo>
                    <a:pt x="2763" y="488"/>
                  </a:lnTo>
                  <a:lnTo>
                    <a:pt x="2810" y="515"/>
                  </a:lnTo>
                  <a:lnTo>
                    <a:pt x="2854" y="546"/>
                  </a:lnTo>
                  <a:lnTo>
                    <a:pt x="2895" y="583"/>
                  </a:lnTo>
                  <a:lnTo>
                    <a:pt x="2932" y="623"/>
                  </a:lnTo>
                  <a:lnTo>
                    <a:pt x="2965" y="666"/>
                  </a:lnTo>
                  <a:lnTo>
                    <a:pt x="2993" y="713"/>
                  </a:lnTo>
                  <a:lnTo>
                    <a:pt x="3015" y="760"/>
                  </a:lnTo>
                  <a:lnTo>
                    <a:pt x="3032" y="809"/>
                  </a:lnTo>
                  <a:lnTo>
                    <a:pt x="3045" y="859"/>
                  </a:lnTo>
                  <a:lnTo>
                    <a:pt x="3053" y="910"/>
                  </a:lnTo>
                  <a:lnTo>
                    <a:pt x="3055" y="961"/>
                  </a:lnTo>
                  <a:lnTo>
                    <a:pt x="3053" y="1012"/>
                  </a:lnTo>
                  <a:lnTo>
                    <a:pt x="3045" y="1063"/>
                  </a:lnTo>
                  <a:lnTo>
                    <a:pt x="3032" y="1113"/>
                  </a:lnTo>
                  <a:lnTo>
                    <a:pt x="3015" y="1162"/>
                  </a:lnTo>
                  <a:lnTo>
                    <a:pt x="2993" y="1209"/>
                  </a:lnTo>
                  <a:lnTo>
                    <a:pt x="2965" y="1255"/>
                  </a:lnTo>
                  <a:lnTo>
                    <a:pt x="2932" y="1298"/>
                  </a:lnTo>
                  <a:lnTo>
                    <a:pt x="2895" y="1339"/>
                  </a:lnTo>
                  <a:lnTo>
                    <a:pt x="1303" y="2879"/>
                  </a:lnTo>
                  <a:lnTo>
                    <a:pt x="1255" y="2923"/>
                  </a:lnTo>
                  <a:lnTo>
                    <a:pt x="1203" y="2962"/>
                  </a:lnTo>
                  <a:lnTo>
                    <a:pt x="1150" y="2995"/>
                  </a:lnTo>
                  <a:lnTo>
                    <a:pt x="1094" y="3025"/>
                  </a:lnTo>
                  <a:lnTo>
                    <a:pt x="1036" y="3049"/>
                  </a:lnTo>
                  <a:lnTo>
                    <a:pt x="977" y="3068"/>
                  </a:lnTo>
                  <a:lnTo>
                    <a:pt x="917" y="3083"/>
                  </a:lnTo>
                  <a:lnTo>
                    <a:pt x="855" y="3092"/>
                  </a:lnTo>
                  <a:lnTo>
                    <a:pt x="794" y="3097"/>
                  </a:lnTo>
                  <a:lnTo>
                    <a:pt x="733" y="3097"/>
                  </a:lnTo>
                  <a:lnTo>
                    <a:pt x="671" y="3092"/>
                  </a:lnTo>
                  <a:lnTo>
                    <a:pt x="609" y="3083"/>
                  </a:lnTo>
                  <a:lnTo>
                    <a:pt x="549" y="3068"/>
                  </a:lnTo>
                  <a:lnTo>
                    <a:pt x="490" y="3049"/>
                  </a:lnTo>
                  <a:lnTo>
                    <a:pt x="433" y="3025"/>
                  </a:lnTo>
                  <a:lnTo>
                    <a:pt x="377" y="2995"/>
                  </a:lnTo>
                  <a:lnTo>
                    <a:pt x="323" y="2962"/>
                  </a:lnTo>
                  <a:lnTo>
                    <a:pt x="272" y="2923"/>
                  </a:lnTo>
                  <a:lnTo>
                    <a:pt x="224" y="2879"/>
                  </a:lnTo>
                  <a:lnTo>
                    <a:pt x="178" y="2832"/>
                  </a:lnTo>
                  <a:lnTo>
                    <a:pt x="139" y="2782"/>
                  </a:lnTo>
                  <a:lnTo>
                    <a:pt x="104" y="2729"/>
                  </a:lnTo>
                  <a:lnTo>
                    <a:pt x="75" y="2674"/>
                  </a:lnTo>
                  <a:lnTo>
                    <a:pt x="51" y="2617"/>
                  </a:lnTo>
                  <a:lnTo>
                    <a:pt x="30" y="2560"/>
                  </a:lnTo>
                  <a:lnTo>
                    <a:pt x="15" y="2501"/>
                  </a:lnTo>
                  <a:lnTo>
                    <a:pt x="5" y="2441"/>
                  </a:lnTo>
                  <a:lnTo>
                    <a:pt x="0" y="2381"/>
                  </a:lnTo>
                  <a:lnTo>
                    <a:pt x="0" y="2321"/>
                  </a:lnTo>
                  <a:lnTo>
                    <a:pt x="5" y="2260"/>
                  </a:lnTo>
                  <a:lnTo>
                    <a:pt x="15" y="2200"/>
                  </a:lnTo>
                  <a:lnTo>
                    <a:pt x="30" y="2141"/>
                  </a:lnTo>
                  <a:lnTo>
                    <a:pt x="51" y="2083"/>
                  </a:lnTo>
                  <a:lnTo>
                    <a:pt x="75" y="2027"/>
                  </a:lnTo>
                  <a:lnTo>
                    <a:pt x="104" y="1972"/>
                  </a:lnTo>
                  <a:lnTo>
                    <a:pt x="139" y="1920"/>
                  </a:lnTo>
                  <a:lnTo>
                    <a:pt x="178" y="1869"/>
                  </a:lnTo>
                  <a:lnTo>
                    <a:pt x="224" y="1822"/>
                  </a:lnTo>
                  <a:lnTo>
                    <a:pt x="1815" y="281"/>
                  </a:lnTo>
                  <a:lnTo>
                    <a:pt x="1872" y="230"/>
                  </a:lnTo>
                  <a:lnTo>
                    <a:pt x="1931" y="183"/>
                  </a:lnTo>
                  <a:lnTo>
                    <a:pt x="1992" y="143"/>
                  </a:lnTo>
                  <a:lnTo>
                    <a:pt x="2057" y="108"/>
                  </a:lnTo>
                  <a:lnTo>
                    <a:pt x="2123" y="76"/>
                  </a:lnTo>
                  <a:lnTo>
                    <a:pt x="2191" y="51"/>
                  </a:lnTo>
                  <a:lnTo>
                    <a:pt x="2261" y="31"/>
                  </a:lnTo>
                  <a:lnTo>
                    <a:pt x="2331" y="15"/>
                  </a:lnTo>
                  <a:lnTo>
                    <a:pt x="2402" y="5"/>
                  </a:lnTo>
                  <a:lnTo>
                    <a:pt x="2474" y="0"/>
                  </a:lnTo>
                  <a:close/>
                </a:path>
              </a:pathLst>
            </a:custGeom>
            <a:solidFill>
              <a:srgbClr val="fed8c3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 rot="0">
              <a:off x="411361" y="2237725"/>
              <a:ext cx="110025" cy="150079"/>
              <a:chOff x="2597" y="4163"/>
              <a:chExt cx="217" cy="296"/>
            </a:xfrm>
            <a:solidFill>
              <a:srgbClr val="fed8c3"/>
            </a:solidFill>
          </p:grpSpPr>
          <p:sp>
            <p:nvSpPr>
              <p:cNvPr id="21" name="Freeform 22"/>
              <p:cNvSpPr>
                <a:spLocks noEditPoints="1"/>
              </p:cNvSpPr>
              <p:nvPr/>
            </p:nvSpPr>
            <p:spPr>
              <a:xfrm>
                <a:off x="2630" y="4163"/>
                <a:ext cx="151" cy="176"/>
              </a:xfrm>
              <a:custGeom>
                <a:avLst/>
                <a:gdLst>
                  <a:gd name="T0" fmla="*/ 410 w 1662"/>
                  <a:gd name="T1" fmla="*/ 645 h 1942"/>
                  <a:gd name="T2" fmla="*/ 309 w 1662"/>
                  <a:gd name="T3" fmla="*/ 847 h 1942"/>
                  <a:gd name="T4" fmla="*/ 255 w 1662"/>
                  <a:gd name="T5" fmla="*/ 1023 h 1942"/>
                  <a:gd name="T6" fmla="*/ 263 w 1662"/>
                  <a:gd name="T7" fmla="*/ 1206 h 1942"/>
                  <a:gd name="T8" fmla="*/ 347 w 1662"/>
                  <a:gd name="T9" fmla="*/ 1429 h 1942"/>
                  <a:gd name="T10" fmla="*/ 476 w 1662"/>
                  <a:gd name="T11" fmla="*/ 1620 h 1942"/>
                  <a:gd name="T12" fmla="*/ 638 w 1662"/>
                  <a:gd name="T13" fmla="*/ 1753 h 1942"/>
                  <a:gd name="T14" fmla="*/ 825 w 1662"/>
                  <a:gd name="T15" fmla="*/ 1803 h 1942"/>
                  <a:gd name="T16" fmla="*/ 1013 w 1662"/>
                  <a:gd name="T17" fmla="*/ 1753 h 1942"/>
                  <a:gd name="T18" fmla="*/ 1176 w 1662"/>
                  <a:gd name="T19" fmla="*/ 1619 h 1942"/>
                  <a:gd name="T20" fmla="*/ 1305 w 1662"/>
                  <a:gd name="T21" fmla="*/ 1428 h 1942"/>
                  <a:gd name="T22" fmla="*/ 1388 w 1662"/>
                  <a:gd name="T23" fmla="*/ 1205 h 1942"/>
                  <a:gd name="T24" fmla="*/ 1418 w 1662"/>
                  <a:gd name="T25" fmla="*/ 974 h 1942"/>
                  <a:gd name="T26" fmla="*/ 1266 w 1662"/>
                  <a:gd name="T27" fmla="*/ 836 h 1942"/>
                  <a:gd name="T28" fmla="*/ 1012 w 1662"/>
                  <a:gd name="T29" fmla="*/ 794 h 1942"/>
                  <a:gd name="T30" fmla="*/ 806 w 1662"/>
                  <a:gd name="T31" fmla="*/ 713 h 1942"/>
                  <a:gd name="T32" fmla="*/ 646 w 1662"/>
                  <a:gd name="T33" fmla="*/ 610 h 1942"/>
                  <a:gd name="T34" fmla="*/ 526 w 1662"/>
                  <a:gd name="T35" fmla="*/ 499 h 1942"/>
                  <a:gd name="T36" fmla="*/ 944 w 1662"/>
                  <a:gd name="T37" fmla="*/ 23 h 1942"/>
                  <a:gd name="T38" fmla="*/ 1152 w 1662"/>
                  <a:gd name="T39" fmla="*/ 118 h 1942"/>
                  <a:gd name="T40" fmla="*/ 1271 w 1662"/>
                  <a:gd name="T41" fmla="*/ 205 h 1942"/>
                  <a:gd name="T42" fmla="*/ 1388 w 1662"/>
                  <a:gd name="T43" fmla="*/ 323 h 1942"/>
                  <a:gd name="T44" fmla="*/ 1455 w 1662"/>
                  <a:gd name="T45" fmla="*/ 429 h 1942"/>
                  <a:gd name="T46" fmla="*/ 1524 w 1662"/>
                  <a:gd name="T47" fmla="*/ 626 h 1942"/>
                  <a:gd name="T48" fmla="*/ 1555 w 1662"/>
                  <a:gd name="T49" fmla="*/ 892 h 1942"/>
                  <a:gd name="T50" fmla="*/ 1619 w 1662"/>
                  <a:gd name="T51" fmla="*/ 939 h 1942"/>
                  <a:gd name="T52" fmla="*/ 1657 w 1662"/>
                  <a:gd name="T53" fmla="*/ 1032 h 1942"/>
                  <a:gd name="T54" fmla="*/ 1655 w 1662"/>
                  <a:gd name="T55" fmla="*/ 1183 h 1942"/>
                  <a:gd name="T56" fmla="*/ 1611 w 1662"/>
                  <a:gd name="T57" fmla="*/ 1304 h 1942"/>
                  <a:gd name="T58" fmla="*/ 1537 w 1662"/>
                  <a:gd name="T59" fmla="*/ 1372 h 1942"/>
                  <a:gd name="T60" fmla="*/ 1445 w 1662"/>
                  <a:gd name="T61" fmla="*/ 1454 h 1942"/>
                  <a:gd name="T62" fmla="*/ 1313 w 1662"/>
                  <a:gd name="T63" fmla="*/ 1670 h 1942"/>
                  <a:gd name="T64" fmla="*/ 1141 w 1662"/>
                  <a:gd name="T65" fmla="*/ 1836 h 1942"/>
                  <a:gd name="T66" fmla="*/ 937 w 1662"/>
                  <a:gd name="T67" fmla="*/ 1930 h 1942"/>
                  <a:gd name="T68" fmla="*/ 714 w 1662"/>
                  <a:gd name="T69" fmla="*/ 1930 h 1942"/>
                  <a:gd name="T70" fmla="*/ 510 w 1662"/>
                  <a:gd name="T71" fmla="*/ 1836 h 1942"/>
                  <a:gd name="T72" fmla="*/ 337 w 1662"/>
                  <a:gd name="T73" fmla="*/ 1669 h 1942"/>
                  <a:gd name="T74" fmla="*/ 205 w 1662"/>
                  <a:gd name="T75" fmla="*/ 1452 h 1942"/>
                  <a:gd name="T76" fmla="*/ 111 w 1662"/>
                  <a:gd name="T77" fmla="*/ 1364 h 1942"/>
                  <a:gd name="T78" fmla="*/ 39 w 1662"/>
                  <a:gd name="T79" fmla="*/ 1284 h 1942"/>
                  <a:gd name="T80" fmla="*/ 2 w 1662"/>
                  <a:gd name="T81" fmla="*/ 1143 h 1942"/>
                  <a:gd name="T82" fmla="*/ 9 w 1662"/>
                  <a:gd name="T83" fmla="*/ 1009 h 1942"/>
                  <a:gd name="T84" fmla="*/ 50 w 1662"/>
                  <a:gd name="T85" fmla="*/ 930 h 1942"/>
                  <a:gd name="T86" fmla="*/ 98 w 1662"/>
                  <a:gd name="T87" fmla="*/ 851 h 1942"/>
                  <a:gd name="T88" fmla="*/ 85 w 1662"/>
                  <a:gd name="T89" fmla="*/ 643 h 1942"/>
                  <a:gd name="T90" fmla="*/ 120 w 1662"/>
                  <a:gd name="T91" fmla="*/ 487 h 1942"/>
                  <a:gd name="T92" fmla="*/ 183 w 1662"/>
                  <a:gd name="T93" fmla="*/ 377 h 1942"/>
                  <a:gd name="T94" fmla="*/ 257 w 1662"/>
                  <a:gd name="T95" fmla="*/ 305 h 1942"/>
                  <a:gd name="T96" fmla="*/ 319 w 1662"/>
                  <a:gd name="T97" fmla="*/ 266 h 1942"/>
                  <a:gd name="T98" fmla="*/ 352 w 1662"/>
                  <a:gd name="T99" fmla="*/ 246 h 1942"/>
                  <a:gd name="T100" fmla="*/ 390 w 1662"/>
                  <a:gd name="T101" fmla="*/ 196 h 1942"/>
                  <a:gd name="T102" fmla="*/ 459 w 1662"/>
                  <a:gd name="T103" fmla="*/ 127 h 1942"/>
                  <a:gd name="T104" fmla="*/ 559 w 1662"/>
                  <a:gd name="T105" fmla="*/ 57 h 1942"/>
                  <a:gd name="T106" fmla="*/ 690 w 1662"/>
                  <a:gd name="T107" fmla="*/ 10 h 1942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662" h="1942">
                    <a:moveTo>
                      <a:pt x="526" y="499"/>
                    </a:moveTo>
                    <a:lnTo>
                      <a:pt x="484" y="546"/>
                    </a:lnTo>
                    <a:lnTo>
                      <a:pt x="445" y="595"/>
                    </a:lnTo>
                    <a:lnTo>
                      <a:pt x="410" y="645"/>
                    </a:lnTo>
                    <a:lnTo>
                      <a:pt x="379" y="696"/>
                    </a:lnTo>
                    <a:lnTo>
                      <a:pt x="352" y="747"/>
                    </a:lnTo>
                    <a:lnTo>
                      <a:pt x="329" y="797"/>
                    </a:lnTo>
                    <a:lnTo>
                      <a:pt x="309" y="847"/>
                    </a:lnTo>
                    <a:lnTo>
                      <a:pt x="291" y="895"/>
                    </a:lnTo>
                    <a:lnTo>
                      <a:pt x="277" y="941"/>
                    </a:lnTo>
                    <a:lnTo>
                      <a:pt x="264" y="984"/>
                    </a:lnTo>
                    <a:lnTo>
                      <a:pt x="255" y="1023"/>
                    </a:lnTo>
                    <a:lnTo>
                      <a:pt x="247" y="1059"/>
                    </a:lnTo>
                    <a:lnTo>
                      <a:pt x="241" y="1091"/>
                    </a:lnTo>
                    <a:lnTo>
                      <a:pt x="250" y="1148"/>
                    </a:lnTo>
                    <a:lnTo>
                      <a:pt x="263" y="1206"/>
                    </a:lnTo>
                    <a:lnTo>
                      <a:pt x="280" y="1263"/>
                    </a:lnTo>
                    <a:lnTo>
                      <a:pt x="299" y="1320"/>
                    </a:lnTo>
                    <a:lnTo>
                      <a:pt x="322" y="1375"/>
                    </a:lnTo>
                    <a:lnTo>
                      <a:pt x="347" y="1429"/>
                    </a:lnTo>
                    <a:lnTo>
                      <a:pt x="375" y="1480"/>
                    </a:lnTo>
                    <a:lnTo>
                      <a:pt x="406" y="1530"/>
                    </a:lnTo>
                    <a:lnTo>
                      <a:pt x="440" y="1576"/>
                    </a:lnTo>
                    <a:lnTo>
                      <a:pt x="476" y="1620"/>
                    </a:lnTo>
                    <a:lnTo>
                      <a:pt x="513" y="1659"/>
                    </a:lnTo>
                    <a:lnTo>
                      <a:pt x="553" y="1695"/>
                    </a:lnTo>
                    <a:lnTo>
                      <a:pt x="594" y="1726"/>
                    </a:lnTo>
                    <a:lnTo>
                      <a:pt x="638" y="1753"/>
                    </a:lnTo>
                    <a:lnTo>
                      <a:pt x="683" y="1774"/>
                    </a:lnTo>
                    <a:lnTo>
                      <a:pt x="729" y="1789"/>
                    </a:lnTo>
                    <a:lnTo>
                      <a:pt x="777" y="1800"/>
                    </a:lnTo>
                    <a:lnTo>
                      <a:pt x="825" y="1803"/>
                    </a:lnTo>
                    <a:lnTo>
                      <a:pt x="875" y="1800"/>
                    </a:lnTo>
                    <a:lnTo>
                      <a:pt x="922" y="1789"/>
                    </a:lnTo>
                    <a:lnTo>
                      <a:pt x="968" y="1774"/>
                    </a:lnTo>
                    <a:lnTo>
                      <a:pt x="1013" y="1753"/>
                    </a:lnTo>
                    <a:lnTo>
                      <a:pt x="1056" y="1726"/>
                    </a:lnTo>
                    <a:lnTo>
                      <a:pt x="1099" y="1695"/>
                    </a:lnTo>
                    <a:lnTo>
                      <a:pt x="1139" y="1659"/>
                    </a:lnTo>
                    <a:lnTo>
                      <a:pt x="1176" y="1619"/>
                    </a:lnTo>
                    <a:lnTo>
                      <a:pt x="1212" y="1576"/>
                    </a:lnTo>
                    <a:lnTo>
                      <a:pt x="1245" y="1529"/>
                    </a:lnTo>
                    <a:lnTo>
                      <a:pt x="1276" y="1480"/>
                    </a:lnTo>
                    <a:lnTo>
                      <a:pt x="1305" y="1428"/>
                    </a:lnTo>
                    <a:lnTo>
                      <a:pt x="1330" y="1374"/>
                    </a:lnTo>
                    <a:lnTo>
                      <a:pt x="1353" y="1319"/>
                    </a:lnTo>
                    <a:lnTo>
                      <a:pt x="1372" y="1262"/>
                    </a:lnTo>
                    <a:lnTo>
                      <a:pt x="1388" y="1205"/>
                    </a:lnTo>
                    <a:lnTo>
                      <a:pt x="1401" y="1147"/>
                    </a:lnTo>
                    <a:lnTo>
                      <a:pt x="1411" y="1089"/>
                    </a:lnTo>
                    <a:lnTo>
                      <a:pt x="1416" y="1032"/>
                    </a:lnTo>
                    <a:lnTo>
                      <a:pt x="1418" y="974"/>
                    </a:lnTo>
                    <a:lnTo>
                      <a:pt x="1417" y="904"/>
                    </a:lnTo>
                    <a:lnTo>
                      <a:pt x="1414" y="838"/>
                    </a:lnTo>
                    <a:lnTo>
                      <a:pt x="1339" y="839"/>
                    </a:lnTo>
                    <a:lnTo>
                      <a:pt x="1266" y="836"/>
                    </a:lnTo>
                    <a:lnTo>
                      <a:pt x="1198" y="830"/>
                    </a:lnTo>
                    <a:lnTo>
                      <a:pt x="1133" y="820"/>
                    </a:lnTo>
                    <a:lnTo>
                      <a:pt x="1070" y="808"/>
                    </a:lnTo>
                    <a:lnTo>
                      <a:pt x="1012" y="794"/>
                    </a:lnTo>
                    <a:lnTo>
                      <a:pt x="956" y="777"/>
                    </a:lnTo>
                    <a:lnTo>
                      <a:pt x="903" y="757"/>
                    </a:lnTo>
                    <a:lnTo>
                      <a:pt x="853" y="737"/>
                    </a:lnTo>
                    <a:lnTo>
                      <a:pt x="806" y="713"/>
                    </a:lnTo>
                    <a:lnTo>
                      <a:pt x="762" y="690"/>
                    </a:lnTo>
                    <a:lnTo>
                      <a:pt x="721" y="664"/>
                    </a:lnTo>
                    <a:lnTo>
                      <a:pt x="682" y="638"/>
                    </a:lnTo>
                    <a:lnTo>
                      <a:pt x="646" y="610"/>
                    </a:lnTo>
                    <a:lnTo>
                      <a:pt x="612" y="583"/>
                    </a:lnTo>
                    <a:lnTo>
                      <a:pt x="581" y="555"/>
                    </a:lnTo>
                    <a:lnTo>
                      <a:pt x="552" y="527"/>
                    </a:lnTo>
                    <a:lnTo>
                      <a:pt x="526" y="499"/>
                    </a:lnTo>
                    <a:close/>
                    <a:moveTo>
                      <a:pt x="808" y="0"/>
                    </a:moveTo>
                    <a:lnTo>
                      <a:pt x="851" y="3"/>
                    </a:lnTo>
                    <a:lnTo>
                      <a:pt x="897" y="11"/>
                    </a:lnTo>
                    <a:lnTo>
                      <a:pt x="944" y="23"/>
                    </a:lnTo>
                    <a:lnTo>
                      <a:pt x="993" y="39"/>
                    </a:lnTo>
                    <a:lnTo>
                      <a:pt x="1044" y="60"/>
                    </a:lnTo>
                    <a:lnTo>
                      <a:pt x="1097" y="86"/>
                    </a:lnTo>
                    <a:lnTo>
                      <a:pt x="1152" y="118"/>
                    </a:lnTo>
                    <a:lnTo>
                      <a:pt x="1179" y="135"/>
                    </a:lnTo>
                    <a:lnTo>
                      <a:pt x="1208" y="155"/>
                    </a:lnTo>
                    <a:lnTo>
                      <a:pt x="1239" y="179"/>
                    </a:lnTo>
                    <a:lnTo>
                      <a:pt x="1271" y="205"/>
                    </a:lnTo>
                    <a:lnTo>
                      <a:pt x="1304" y="233"/>
                    </a:lnTo>
                    <a:lnTo>
                      <a:pt x="1334" y="261"/>
                    </a:lnTo>
                    <a:lnTo>
                      <a:pt x="1363" y="292"/>
                    </a:lnTo>
                    <a:lnTo>
                      <a:pt x="1388" y="323"/>
                    </a:lnTo>
                    <a:lnTo>
                      <a:pt x="1409" y="353"/>
                    </a:lnTo>
                    <a:lnTo>
                      <a:pt x="1409" y="353"/>
                    </a:lnTo>
                    <a:lnTo>
                      <a:pt x="1433" y="389"/>
                    </a:lnTo>
                    <a:lnTo>
                      <a:pt x="1455" y="429"/>
                    </a:lnTo>
                    <a:lnTo>
                      <a:pt x="1475" y="472"/>
                    </a:lnTo>
                    <a:lnTo>
                      <a:pt x="1493" y="519"/>
                    </a:lnTo>
                    <a:lnTo>
                      <a:pt x="1509" y="570"/>
                    </a:lnTo>
                    <a:lnTo>
                      <a:pt x="1524" y="626"/>
                    </a:lnTo>
                    <a:lnTo>
                      <a:pt x="1535" y="685"/>
                    </a:lnTo>
                    <a:lnTo>
                      <a:pt x="1545" y="749"/>
                    </a:lnTo>
                    <a:lnTo>
                      <a:pt x="1551" y="817"/>
                    </a:lnTo>
                    <a:lnTo>
                      <a:pt x="1555" y="892"/>
                    </a:lnTo>
                    <a:lnTo>
                      <a:pt x="1573" y="900"/>
                    </a:lnTo>
                    <a:lnTo>
                      <a:pt x="1590" y="910"/>
                    </a:lnTo>
                    <a:lnTo>
                      <a:pt x="1605" y="922"/>
                    </a:lnTo>
                    <a:lnTo>
                      <a:pt x="1619" y="939"/>
                    </a:lnTo>
                    <a:lnTo>
                      <a:pt x="1632" y="957"/>
                    </a:lnTo>
                    <a:lnTo>
                      <a:pt x="1642" y="979"/>
                    </a:lnTo>
                    <a:lnTo>
                      <a:pt x="1651" y="1003"/>
                    </a:lnTo>
                    <a:lnTo>
                      <a:pt x="1657" y="1032"/>
                    </a:lnTo>
                    <a:lnTo>
                      <a:pt x="1661" y="1064"/>
                    </a:lnTo>
                    <a:lnTo>
                      <a:pt x="1662" y="1102"/>
                    </a:lnTo>
                    <a:lnTo>
                      <a:pt x="1660" y="1143"/>
                    </a:lnTo>
                    <a:lnTo>
                      <a:pt x="1655" y="1183"/>
                    </a:lnTo>
                    <a:lnTo>
                      <a:pt x="1648" y="1218"/>
                    </a:lnTo>
                    <a:lnTo>
                      <a:pt x="1638" y="1250"/>
                    </a:lnTo>
                    <a:lnTo>
                      <a:pt x="1625" y="1278"/>
                    </a:lnTo>
                    <a:lnTo>
                      <a:pt x="1611" y="1304"/>
                    </a:lnTo>
                    <a:lnTo>
                      <a:pt x="1595" y="1325"/>
                    </a:lnTo>
                    <a:lnTo>
                      <a:pt x="1577" y="1344"/>
                    </a:lnTo>
                    <a:lnTo>
                      <a:pt x="1558" y="1360"/>
                    </a:lnTo>
                    <a:lnTo>
                      <a:pt x="1537" y="1372"/>
                    </a:lnTo>
                    <a:lnTo>
                      <a:pt x="1515" y="1382"/>
                    </a:lnTo>
                    <a:lnTo>
                      <a:pt x="1493" y="1390"/>
                    </a:lnTo>
                    <a:lnTo>
                      <a:pt x="1471" y="1395"/>
                    </a:lnTo>
                    <a:lnTo>
                      <a:pt x="1445" y="1454"/>
                    </a:lnTo>
                    <a:lnTo>
                      <a:pt x="1416" y="1512"/>
                    </a:lnTo>
                    <a:lnTo>
                      <a:pt x="1385" y="1567"/>
                    </a:lnTo>
                    <a:lnTo>
                      <a:pt x="1350" y="1620"/>
                    </a:lnTo>
                    <a:lnTo>
                      <a:pt x="1313" y="1670"/>
                    </a:lnTo>
                    <a:lnTo>
                      <a:pt x="1273" y="1717"/>
                    </a:lnTo>
                    <a:lnTo>
                      <a:pt x="1231" y="1761"/>
                    </a:lnTo>
                    <a:lnTo>
                      <a:pt x="1187" y="1801"/>
                    </a:lnTo>
                    <a:lnTo>
                      <a:pt x="1141" y="1836"/>
                    </a:lnTo>
                    <a:lnTo>
                      <a:pt x="1092" y="1868"/>
                    </a:lnTo>
                    <a:lnTo>
                      <a:pt x="1042" y="1893"/>
                    </a:lnTo>
                    <a:lnTo>
                      <a:pt x="990" y="1915"/>
                    </a:lnTo>
                    <a:lnTo>
                      <a:pt x="937" y="1930"/>
                    </a:lnTo>
                    <a:lnTo>
                      <a:pt x="882" y="1939"/>
                    </a:lnTo>
                    <a:lnTo>
                      <a:pt x="825" y="1942"/>
                    </a:lnTo>
                    <a:lnTo>
                      <a:pt x="769" y="1939"/>
                    </a:lnTo>
                    <a:lnTo>
                      <a:pt x="714" y="1930"/>
                    </a:lnTo>
                    <a:lnTo>
                      <a:pt x="661" y="1915"/>
                    </a:lnTo>
                    <a:lnTo>
                      <a:pt x="608" y="1893"/>
                    </a:lnTo>
                    <a:lnTo>
                      <a:pt x="558" y="1867"/>
                    </a:lnTo>
                    <a:lnTo>
                      <a:pt x="510" y="1836"/>
                    </a:lnTo>
                    <a:lnTo>
                      <a:pt x="464" y="1800"/>
                    </a:lnTo>
                    <a:lnTo>
                      <a:pt x="419" y="1760"/>
                    </a:lnTo>
                    <a:lnTo>
                      <a:pt x="377" y="1716"/>
                    </a:lnTo>
                    <a:lnTo>
                      <a:pt x="337" y="1669"/>
                    </a:lnTo>
                    <a:lnTo>
                      <a:pt x="300" y="1618"/>
                    </a:lnTo>
                    <a:lnTo>
                      <a:pt x="266" y="1565"/>
                    </a:lnTo>
                    <a:lnTo>
                      <a:pt x="234" y="1510"/>
                    </a:lnTo>
                    <a:lnTo>
                      <a:pt x="205" y="1452"/>
                    </a:lnTo>
                    <a:lnTo>
                      <a:pt x="179" y="1392"/>
                    </a:lnTo>
                    <a:lnTo>
                      <a:pt x="156" y="1386"/>
                    </a:lnTo>
                    <a:lnTo>
                      <a:pt x="133" y="1376"/>
                    </a:lnTo>
                    <a:lnTo>
                      <a:pt x="111" y="1364"/>
                    </a:lnTo>
                    <a:lnTo>
                      <a:pt x="91" y="1349"/>
                    </a:lnTo>
                    <a:lnTo>
                      <a:pt x="72" y="1330"/>
                    </a:lnTo>
                    <a:lnTo>
                      <a:pt x="55" y="1309"/>
                    </a:lnTo>
                    <a:lnTo>
                      <a:pt x="39" y="1284"/>
                    </a:lnTo>
                    <a:lnTo>
                      <a:pt x="26" y="1254"/>
                    </a:lnTo>
                    <a:lnTo>
                      <a:pt x="15" y="1221"/>
                    </a:lnTo>
                    <a:lnTo>
                      <a:pt x="7" y="1184"/>
                    </a:lnTo>
                    <a:lnTo>
                      <a:pt x="2" y="1143"/>
                    </a:lnTo>
                    <a:lnTo>
                      <a:pt x="0" y="1104"/>
                    </a:lnTo>
                    <a:lnTo>
                      <a:pt x="1" y="1068"/>
                    </a:lnTo>
                    <a:lnTo>
                      <a:pt x="4" y="1038"/>
                    </a:lnTo>
                    <a:lnTo>
                      <a:pt x="9" y="1009"/>
                    </a:lnTo>
                    <a:lnTo>
                      <a:pt x="17" y="985"/>
                    </a:lnTo>
                    <a:lnTo>
                      <a:pt x="27" y="964"/>
                    </a:lnTo>
                    <a:lnTo>
                      <a:pt x="38" y="946"/>
                    </a:lnTo>
                    <a:lnTo>
                      <a:pt x="50" y="930"/>
                    </a:lnTo>
                    <a:lnTo>
                      <a:pt x="65" y="916"/>
                    </a:lnTo>
                    <a:lnTo>
                      <a:pt x="80" y="906"/>
                    </a:lnTo>
                    <a:lnTo>
                      <a:pt x="96" y="897"/>
                    </a:lnTo>
                    <a:lnTo>
                      <a:pt x="98" y="851"/>
                    </a:lnTo>
                    <a:lnTo>
                      <a:pt x="89" y="794"/>
                    </a:lnTo>
                    <a:lnTo>
                      <a:pt x="85" y="740"/>
                    </a:lnTo>
                    <a:lnTo>
                      <a:pt x="83" y="690"/>
                    </a:lnTo>
                    <a:lnTo>
                      <a:pt x="85" y="643"/>
                    </a:lnTo>
                    <a:lnTo>
                      <a:pt x="90" y="599"/>
                    </a:lnTo>
                    <a:lnTo>
                      <a:pt x="98" y="559"/>
                    </a:lnTo>
                    <a:lnTo>
                      <a:pt x="108" y="522"/>
                    </a:lnTo>
                    <a:lnTo>
                      <a:pt x="120" y="487"/>
                    </a:lnTo>
                    <a:lnTo>
                      <a:pt x="134" y="455"/>
                    </a:lnTo>
                    <a:lnTo>
                      <a:pt x="149" y="427"/>
                    </a:lnTo>
                    <a:lnTo>
                      <a:pt x="166" y="400"/>
                    </a:lnTo>
                    <a:lnTo>
                      <a:pt x="183" y="377"/>
                    </a:lnTo>
                    <a:lnTo>
                      <a:pt x="202" y="355"/>
                    </a:lnTo>
                    <a:lnTo>
                      <a:pt x="220" y="337"/>
                    </a:lnTo>
                    <a:lnTo>
                      <a:pt x="239" y="320"/>
                    </a:lnTo>
                    <a:lnTo>
                      <a:pt x="257" y="305"/>
                    </a:lnTo>
                    <a:lnTo>
                      <a:pt x="274" y="293"/>
                    </a:lnTo>
                    <a:lnTo>
                      <a:pt x="290" y="282"/>
                    </a:lnTo>
                    <a:lnTo>
                      <a:pt x="305" y="273"/>
                    </a:lnTo>
                    <a:lnTo>
                      <a:pt x="319" y="266"/>
                    </a:lnTo>
                    <a:lnTo>
                      <a:pt x="331" y="260"/>
                    </a:lnTo>
                    <a:lnTo>
                      <a:pt x="341" y="255"/>
                    </a:lnTo>
                    <a:lnTo>
                      <a:pt x="348" y="253"/>
                    </a:lnTo>
                    <a:lnTo>
                      <a:pt x="352" y="246"/>
                    </a:lnTo>
                    <a:lnTo>
                      <a:pt x="359" y="237"/>
                    </a:lnTo>
                    <a:lnTo>
                      <a:pt x="367" y="225"/>
                    </a:lnTo>
                    <a:lnTo>
                      <a:pt x="377" y="212"/>
                    </a:lnTo>
                    <a:lnTo>
                      <a:pt x="390" y="196"/>
                    </a:lnTo>
                    <a:lnTo>
                      <a:pt x="404" y="180"/>
                    </a:lnTo>
                    <a:lnTo>
                      <a:pt x="421" y="163"/>
                    </a:lnTo>
                    <a:lnTo>
                      <a:pt x="439" y="145"/>
                    </a:lnTo>
                    <a:lnTo>
                      <a:pt x="459" y="127"/>
                    </a:lnTo>
                    <a:lnTo>
                      <a:pt x="481" y="108"/>
                    </a:lnTo>
                    <a:lnTo>
                      <a:pt x="505" y="91"/>
                    </a:lnTo>
                    <a:lnTo>
                      <a:pt x="531" y="74"/>
                    </a:lnTo>
                    <a:lnTo>
                      <a:pt x="559" y="57"/>
                    </a:lnTo>
                    <a:lnTo>
                      <a:pt x="589" y="43"/>
                    </a:lnTo>
                    <a:lnTo>
                      <a:pt x="620" y="30"/>
                    </a:lnTo>
                    <a:lnTo>
                      <a:pt x="655" y="19"/>
                    </a:lnTo>
                    <a:lnTo>
                      <a:pt x="690" y="10"/>
                    </a:lnTo>
                    <a:lnTo>
                      <a:pt x="728" y="3"/>
                    </a:lnTo>
                    <a:lnTo>
                      <a:pt x="767" y="0"/>
                    </a:lnTo>
                    <a:lnTo>
                      <a:pt x="80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 sz="160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Freeform 23"/>
              <p:cNvSpPr>
                <a:spLocks noEditPoints="1"/>
              </p:cNvSpPr>
              <p:nvPr/>
            </p:nvSpPr>
            <p:spPr>
              <a:xfrm>
                <a:off x="2664" y="4250"/>
                <a:ext cx="83" cy="27"/>
              </a:xfrm>
              <a:custGeom>
                <a:avLst/>
                <a:gdLst>
                  <a:gd name="T0" fmla="*/ 613 w 916"/>
                  <a:gd name="T1" fmla="*/ 78 h 300"/>
                  <a:gd name="T2" fmla="*/ 561 w 916"/>
                  <a:gd name="T3" fmla="*/ 109 h 300"/>
                  <a:gd name="T4" fmla="*/ 554 w 916"/>
                  <a:gd name="T5" fmla="*/ 165 h 300"/>
                  <a:gd name="T6" fmla="*/ 579 w 916"/>
                  <a:gd name="T7" fmla="*/ 210 h 300"/>
                  <a:gd name="T8" fmla="*/ 665 w 916"/>
                  <a:gd name="T9" fmla="*/ 229 h 300"/>
                  <a:gd name="T10" fmla="*/ 787 w 916"/>
                  <a:gd name="T11" fmla="*/ 223 h 300"/>
                  <a:gd name="T12" fmla="*/ 839 w 916"/>
                  <a:gd name="T13" fmla="*/ 191 h 300"/>
                  <a:gd name="T14" fmla="*/ 846 w 916"/>
                  <a:gd name="T15" fmla="*/ 135 h 300"/>
                  <a:gd name="T16" fmla="*/ 820 w 916"/>
                  <a:gd name="T17" fmla="*/ 90 h 300"/>
                  <a:gd name="T18" fmla="*/ 734 w 916"/>
                  <a:gd name="T19" fmla="*/ 72 h 300"/>
                  <a:gd name="T20" fmla="*/ 153 w 916"/>
                  <a:gd name="T21" fmla="*/ 74 h 300"/>
                  <a:gd name="T22" fmla="*/ 85 w 916"/>
                  <a:gd name="T23" fmla="*/ 99 h 300"/>
                  <a:gd name="T24" fmla="*/ 70 w 916"/>
                  <a:gd name="T25" fmla="*/ 150 h 300"/>
                  <a:gd name="T26" fmla="*/ 85 w 916"/>
                  <a:gd name="T27" fmla="*/ 201 h 300"/>
                  <a:gd name="T28" fmla="*/ 153 w 916"/>
                  <a:gd name="T29" fmla="*/ 227 h 300"/>
                  <a:gd name="T30" fmla="*/ 280 w 916"/>
                  <a:gd name="T31" fmla="*/ 227 h 300"/>
                  <a:gd name="T32" fmla="*/ 348 w 916"/>
                  <a:gd name="T33" fmla="*/ 201 h 300"/>
                  <a:gd name="T34" fmla="*/ 363 w 916"/>
                  <a:gd name="T35" fmla="*/ 150 h 300"/>
                  <a:gd name="T36" fmla="*/ 348 w 916"/>
                  <a:gd name="T37" fmla="*/ 99 h 300"/>
                  <a:gd name="T38" fmla="*/ 280 w 916"/>
                  <a:gd name="T39" fmla="*/ 74 h 300"/>
                  <a:gd name="T40" fmla="*/ 234 w 916"/>
                  <a:gd name="T41" fmla="*/ 0 h 300"/>
                  <a:gd name="T42" fmla="*/ 321 w 916"/>
                  <a:gd name="T43" fmla="*/ 9 h 300"/>
                  <a:gd name="T44" fmla="*/ 400 w 916"/>
                  <a:gd name="T45" fmla="*/ 53 h 300"/>
                  <a:gd name="T46" fmla="*/ 574 w 916"/>
                  <a:gd name="T47" fmla="*/ 17 h 300"/>
                  <a:gd name="T48" fmla="*/ 662 w 916"/>
                  <a:gd name="T49" fmla="*/ 1 h 300"/>
                  <a:gd name="T50" fmla="*/ 732 w 916"/>
                  <a:gd name="T51" fmla="*/ 0 h 300"/>
                  <a:gd name="T52" fmla="*/ 806 w 916"/>
                  <a:gd name="T53" fmla="*/ 10 h 300"/>
                  <a:gd name="T54" fmla="*/ 875 w 916"/>
                  <a:gd name="T55" fmla="*/ 45 h 300"/>
                  <a:gd name="T56" fmla="*/ 914 w 916"/>
                  <a:gd name="T57" fmla="*/ 123 h 300"/>
                  <a:gd name="T58" fmla="*/ 900 w 916"/>
                  <a:gd name="T59" fmla="*/ 223 h 300"/>
                  <a:gd name="T60" fmla="*/ 843 w 916"/>
                  <a:gd name="T61" fmla="*/ 277 h 300"/>
                  <a:gd name="T62" fmla="*/ 768 w 916"/>
                  <a:gd name="T63" fmla="*/ 297 h 300"/>
                  <a:gd name="T64" fmla="*/ 699 w 916"/>
                  <a:gd name="T65" fmla="*/ 300 h 300"/>
                  <a:gd name="T66" fmla="*/ 632 w 916"/>
                  <a:gd name="T67" fmla="*/ 297 h 300"/>
                  <a:gd name="T68" fmla="*/ 557 w 916"/>
                  <a:gd name="T69" fmla="*/ 277 h 300"/>
                  <a:gd name="T70" fmla="*/ 500 w 916"/>
                  <a:gd name="T71" fmla="*/ 224 h 300"/>
                  <a:gd name="T72" fmla="*/ 485 w 916"/>
                  <a:gd name="T73" fmla="*/ 137 h 300"/>
                  <a:gd name="T74" fmla="*/ 432 w 916"/>
                  <a:gd name="T75" fmla="*/ 150 h 300"/>
                  <a:gd name="T76" fmla="*/ 405 w 916"/>
                  <a:gd name="T77" fmla="*/ 241 h 300"/>
                  <a:gd name="T78" fmla="*/ 342 w 916"/>
                  <a:gd name="T79" fmla="*/ 284 h 300"/>
                  <a:gd name="T80" fmla="*/ 266 w 916"/>
                  <a:gd name="T81" fmla="*/ 298 h 300"/>
                  <a:gd name="T82" fmla="*/ 201 w 916"/>
                  <a:gd name="T83" fmla="*/ 299 h 300"/>
                  <a:gd name="T84" fmla="*/ 129 w 916"/>
                  <a:gd name="T85" fmla="*/ 294 h 300"/>
                  <a:gd name="T86" fmla="*/ 57 w 916"/>
                  <a:gd name="T87" fmla="*/ 267 h 300"/>
                  <a:gd name="T88" fmla="*/ 7 w 916"/>
                  <a:gd name="T89" fmla="*/ 202 h 300"/>
                  <a:gd name="T90" fmla="*/ 7 w 916"/>
                  <a:gd name="T91" fmla="*/ 98 h 300"/>
                  <a:gd name="T92" fmla="*/ 57 w 916"/>
                  <a:gd name="T93" fmla="*/ 33 h 300"/>
                  <a:gd name="T94" fmla="*/ 129 w 916"/>
                  <a:gd name="T95" fmla="*/ 6 h 300"/>
                  <a:gd name="T96" fmla="*/ 201 w 916"/>
                  <a:gd name="T97" fmla="*/ 0 h 300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16" h="300">
                    <a:moveTo>
                      <a:pt x="699" y="71"/>
                    </a:moveTo>
                    <a:lnTo>
                      <a:pt x="665" y="72"/>
                    </a:lnTo>
                    <a:lnTo>
                      <a:pt x="636" y="74"/>
                    </a:lnTo>
                    <a:lnTo>
                      <a:pt x="613" y="78"/>
                    </a:lnTo>
                    <a:lnTo>
                      <a:pt x="594" y="83"/>
                    </a:lnTo>
                    <a:lnTo>
                      <a:pt x="579" y="90"/>
                    </a:lnTo>
                    <a:lnTo>
                      <a:pt x="569" y="99"/>
                    </a:lnTo>
                    <a:lnTo>
                      <a:pt x="561" y="109"/>
                    </a:lnTo>
                    <a:lnTo>
                      <a:pt x="556" y="122"/>
                    </a:lnTo>
                    <a:lnTo>
                      <a:pt x="554" y="135"/>
                    </a:lnTo>
                    <a:lnTo>
                      <a:pt x="553" y="150"/>
                    </a:lnTo>
                    <a:lnTo>
                      <a:pt x="554" y="165"/>
                    </a:lnTo>
                    <a:lnTo>
                      <a:pt x="556" y="179"/>
                    </a:lnTo>
                    <a:lnTo>
                      <a:pt x="561" y="191"/>
                    </a:lnTo>
                    <a:lnTo>
                      <a:pt x="569" y="201"/>
                    </a:lnTo>
                    <a:lnTo>
                      <a:pt x="579" y="210"/>
                    </a:lnTo>
                    <a:lnTo>
                      <a:pt x="594" y="216"/>
                    </a:lnTo>
                    <a:lnTo>
                      <a:pt x="613" y="223"/>
                    </a:lnTo>
                    <a:lnTo>
                      <a:pt x="636" y="227"/>
                    </a:lnTo>
                    <a:lnTo>
                      <a:pt x="665" y="229"/>
                    </a:lnTo>
                    <a:lnTo>
                      <a:pt x="699" y="230"/>
                    </a:lnTo>
                    <a:lnTo>
                      <a:pt x="734" y="229"/>
                    </a:lnTo>
                    <a:lnTo>
                      <a:pt x="763" y="227"/>
                    </a:lnTo>
                    <a:lnTo>
                      <a:pt x="787" y="223"/>
                    </a:lnTo>
                    <a:lnTo>
                      <a:pt x="805" y="216"/>
                    </a:lnTo>
                    <a:lnTo>
                      <a:pt x="820" y="210"/>
                    </a:lnTo>
                    <a:lnTo>
                      <a:pt x="831" y="201"/>
                    </a:lnTo>
                    <a:lnTo>
                      <a:pt x="839" y="191"/>
                    </a:lnTo>
                    <a:lnTo>
                      <a:pt x="843" y="179"/>
                    </a:lnTo>
                    <a:lnTo>
                      <a:pt x="846" y="165"/>
                    </a:lnTo>
                    <a:lnTo>
                      <a:pt x="847" y="150"/>
                    </a:lnTo>
                    <a:lnTo>
                      <a:pt x="846" y="135"/>
                    </a:lnTo>
                    <a:lnTo>
                      <a:pt x="843" y="122"/>
                    </a:lnTo>
                    <a:lnTo>
                      <a:pt x="839" y="109"/>
                    </a:lnTo>
                    <a:lnTo>
                      <a:pt x="831" y="99"/>
                    </a:lnTo>
                    <a:lnTo>
                      <a:pt x="820" y="90"/>
                    </a:lnTo>
                    <a:lnTo>
                      <a:pt x="805" y="83"/>
                    </a:lnTo>
                    <a:lnTo>
                      <a:pt x="787" y="78"/>
                    </a:lnTo>
                    <a:lnTo>
                      <a:pt x="763" y="74"/>
                    </a:lnTo>
                    <a:lnTo>
                      <a:pt x="734" y="72"/>
                    </a:lnTo>
                    <a:lnTo>
                      <a:pt x="699" y="71"/>
                    </a:lnTo>
                    <a:close/>
                    <a:moveTo>
                      <a:pt x="216" y="71"/>
                    </a:moveTo>
                    <a:lnTo>
                      <a:pt x="182" y="72"/>
                    </a:lnTo>
                    <a:lnTo>
                      <a:pt x="153" y="74"/>
                    </a:lnTo>
                    <a:lnTo>
                      <a:pt x="130" y="78"/>
                    </a:lnTo>
                    <a:lnTo>
                      <a:pt x="111" y="83"/>
                    </a:lnTo>
                    <a:lnTo>
                      <a:pt x="96" y="90"/>
                    </a:lnTo>
                    <a:lnTo>
                      <a:pt x="85" y="99"/>
                    </a:lnTo>
                    <a:lnTo>
                      <a:pt x="78" y="109"/>
                    </a:lnTo>
                    <a:lnTo>
                      <a:pt x="73" y="122"/>
                    </a:lnTo>
                    <a:lnTo>
                      <a:pt x="70" y="135"/>
                    </a:lnTo>
                    <a:lnTo>
                      <a:pt x="70" y="150"/>
                    </a:lnTo>
                    <a:lnTo>
                      <a:pt x="70" y="165"/>
                    </a:lnTo>
                    <a:lnTo>
                      <a:pt x="73" y="179"/>
                    </a:lnTo>
                    <a:lnTo>
                      <a:pt x="78" y="191"/>
                    </a:lnTo>
                    <a:lnTo>
                      <a:pt x="85" y="201"/>
                    </a:lnTo>
                    <a:lnTo>
                      <a:pt x="96" y="210"/>
                    </a:lnTo>
                    <a:lnTo>
                      <a:pt x="111" y="216"/>
                    </a:lnTo>
                    <a:lnTo>
                      <a:pt x="130" y="223"/>
                    </a:lnTo>
                    <a:lnTo>
                      <a:pt x="153" y="227"/>
                    </a:lnTo>
                    <a:lnTo>
                      <a:pt x="182" y="229"/>
                    </a:lnTo>
                    <a:lnTo>
                      <a:pt x="216" y="230"/>
                    </a:lnTo>
                    <a:lnTo>
                      <a:pt x="250" y="229"/>
                    </a:lnTo>
                    <a:lnTo>
                      <a:pt x="280" y="227"/>
                    </a:lnTo>
                    <a:lnTo>
                      <a:pt x="304" y="223"/>
                    </a:lnTo>
                    <a:lnTo>
                      <a:pt x="322" y="216"/>
                    </a:lnTo>
                    <a:lnTo>
                      <a:pt x="337" y="210"/>
                    </a:lnTo>
                    <a:lnTo>
                      <a:pt x="348" y="201"/>
                    </a:lnTo>
                    <a:lnTo>
                      <a:pt x="355" y="191"/>
                    </a:lnTo>
                    <a:lnTo>
                      <a:pt x="360" y="179"/>
                    </a:lnTo>
                    <a:lnTo>
                      <a:pt x="363" y="165"/>
                    </a:lnTo>
                    <a:lnTo>
                      <a:pt x="363" y="150"/>
                    </a:lnTo>
                    <a:lnTo>
                      <a:pt x="363" y="135"/>
                    </a:lnTo>
                    <a:lnTo>
                      <a:pt x="360" y="122"/>
                    </a:lnTo>
                    <a:lnTo>
                      <a:pt x="355" y="109"/>
                    </a:lnTo>
                    <a:lnTo>
                      <a:pt x="348" y="99"/>
                    </a:lnTo>
                    <a:lnTo>
                      <a:pt x="337" y="90"/>
                    </a:lnTo>
                    <a:lnTo>
                      <a:pt x="322" y="83"/>
                    </a:lnTo>
                    <a:lnTo>
                      <a:pt x="304" y="78"/>
                    </a:lnTo>
                    <a:lnTo>
                      <a:pt x="280" y="74"/>
                    </a:lnTo>
                    <a:lnTo>
                      <a:pt x="250" y="72"/>
                    </a:lnTo>
                    <a:lnTo>
                      <a:pt x="216" y="71"/>
                    </a:lnTo>
                    <a:close/>
                    <a:moveTo>
                      <a:pt x="216" y="0"/>
                    </a:moveTo>
                    <a:lnTo>
                      <a:pt x="234" y="0"/>
                    </a:lnTo>
                    <a:lnTo>
                      <a:pt x="254" y="1"/>
                    </a:lnTo>
                    <a:lnTo>
                      <a:pt x="276" y="2"/>
                    </a:lnTo>
                    <a:lnTo>
                      <a:pt x="298" y="5"/>
                    </a:lnTo>
                    <a:lnTo>
                      <a:pt x="321" y="9"/>
                    </a:lnTo>
                    <a:lnTo>
                      <a:pt x="343" y="17"/>
                    </a:lnTo>
                    <a:lnTo>
                      <a:pt x="364" y="26"/>
                    </a:lnTo>
                    <a:lnTo>
                      <a:pt x="383" y="37"/>
                    </a:lnTo>
                    <a:lnTo>
                      <a:pt x="400" y="53"/>
                    </a:lnTo>
                    <a:lnTo>
                      <a:pt x="516" y="53"/>
                    </a:lnTo>
                    <a:lnTo>
                      <a:pt x="533" y="37"/>
                    </a:lnTo>
                    <a:lnTo>
                      <a:pt x="553" y="26"/>
                    </a:lnTo>
                    <a:lnTo>
                      <a:pt x="574" y="17"/>
                    </a:lnTo>
                    <a:lnTo>
                      <a:pt x="596" y="9"/>
                    </a:lnTo>
                    <a:lnTo>
                      <a:pt x="618" y="5"/>
                    </a:lnTo>
                    <a:lnTo>
                      <a:pt x="640" y="2"/>
                    </a:lnTo>
                    <a:lnTo>
                      <a:pt x="662" y="1"/>
                    </a:lnTo>
                    <a:lnTo>
                      <a:pt x="682" y="0"/>
                    </a:lnTo>
                    <a:lnTo>
                      <a:pt x="699" y="0"/>
                    </a:lnTo>
                    <a:lnTo>
                      <a:pt x="715" y="0"/>
                    </a:lnTo>
                    <a:lnTo>
                      <a:pt x="732" y="0"/>
                    </a:lnTo>
                    <a:lnTo>
                      <a:pt x="749" y="1"/>
                    </a:lnTo>
                    <a:lnTo>
                      <a:pt x="768" y="3"/>
                    </a:lnTo>
                    <a:lnTo>
                      <a:pt x="787" y="6"/>
                    </a:lnTo>
                    <a:lnTo>
                      <a:pt x="806" y="10"/>
                    </a:lnTo>
                    <a:lnTo>
                      <a:pt x="825" y="16"/>
                    </a:lnTo>
                    <a:lnTo>
                      <a:pt x="843" y="24"/>
                    </a:lnTo>
                    <a:lnTo>
                      <a:pt x="860" y="33"/>
                    </a:lnTo>
                    <a:lnTo>
                      <a:pt x="875" y="45"/>
                    </a:lnTo>
                    <a:lnTo>
                      <a:pt x="889" y="59"/>
                    </a:lnTo>
                    <a:lnTo>
                      <a:pt x="900" y="77"/>
                    </a:lnTo>
                    <a:lnTo>
                      <a:pt x="908" y="98"/>
                    </a:lnTo>
                    <a:lnTo>
                      <a:pt x="914" y="123"/>
                    </a:lnTo>
                    <a:lnTo>
                      <a:pt x="916" y="150"/>
                    </a:lnTo>
                    <a:lnTo>
                      <a:pt x="914" y="178"/>
                    </a:lnTo>
                    <a:lnTo>
                      <a:pt x="908" y="202"/>
                    </a:lnTo>
                    <a:lnTo>
                      <a:pt x="900" y="223"/>
                    </a:lnTo>
                    <a:lnTo>
                      <a:pt x="889" y="241"/>
                    </a:lnTo>
                    <a:lnTo>
                      <a:pt x="875" y="255"/>
                    </a:lnTo>
                    <a:lnTo>
                      <a:pt x="860" y="267"/>
                    </a:lnTo>
                    <a:lnTo>
                      <a:pt x="843" y="277"/>
                    </a:lnTo>
                    <a:lnTo>
                      <a:pt x="825" y="285"/>
                    </a:lnTo>
                    <a:lnTo>
                      <a:pt x="806" y="290"/>
                    </a:lnTo>
                    <a:lnTo>
                      <a:pt x="787" y="294"/>
                    </a:lnTo>
                    <a:lnTo>
                      <a:pt x="768" y="297"/>
                    </a:lnTo>
                    <a:lnTo>
                      <a:pt x="749" y="298"/>
                    </a:lnTo>
                    <a:lnTo>
                      <a:pt x="732" y="299"/>
                    </a:lnTo>
                    <a:lnTo>
                      <a:pt x="715" y="299"/>
                    </a:lnTo>
                    <a:lnTo>
                      <a:pt x="699" y="300"/>
                    </a:lnTo>
                    <a:lnTo>
                      <a:pt x="685" y="299"/>
                    </a:lnTo>
                    <a:lnTo>
                      <a:pt x="668" y="299"/>
                    </a:lnTo>
                    <a:lnTo>
                      <a:pt x="650" y="298"/>
                    </a:lnTo>
                    <a:lnTo>
                      <a:pt x="632" y="297"/>
                    </a:lnTo>
                    <a:lnTo>
                      <a:pt x="613" y="294"/>
                    </a:lnTo>
                    <a:lnTo>
                      <a:pt x="593" y="290"/>
                    </a:lnTo>
                    <a:lnTo>
                      <a:pt x="575" y="285"/>
                    </a:lnTo>
                    <a:lnTo>
                      <a:pt x="557" y="277"/>
                    </a:lnTo>
                    <a:lnTo>
                      <a:pt x="540" y="267"/>
                    </a:lnTo>
                    <a:lnTo>
                      <a:pt x="524" y="255"/>
                    </a:lnTo>
                    <a:lnTo>
                      <a:pt x="511" y="241"/>
                    </a:lnTo>
                    <a:lnTo>
                      <a:pt x="500" y="224"/>
                    </a:lnTo>
                    <a:lnTo>
                      <a:pt x="491" y="202"/>
                    </a:lnTo>
                    <a:lnTo>
                      <a:pt x="486" y="179"/>
                    </a:lnTo>
                    <a:lnTo>
                      <a:pt x="484" y="150"/>
                    </a:lnTo>
                    <a:lnTo>
                      <a:pt x="485" y="137"/>
                    </a:lnTo>
                    <a:lnTo>
                      <a:pt x="486" y="125"/>
                    </a:lnTo>
                    <a:lnTo>
                      <a:pt x="430" y="125"/>
                    </a:lnTo>
                    <a:lnTo>
                      <a:pt x="432" y="137"/>
                    </a:lnTo>
                    <a:lnTo>
                      <a:pt x="432" y="150"/>
                    </a:lnTo>
                    <a:lnTo>
                      <a:pt x="430" y="179"/>
                    </a:lnTo>
                    <a:lnTo>
                      <a:pt x="425" y="202"/>
                    </a:lnTo>
                    <a:lnTo>
                      <a:pt x="416" y="224"/>
                    </a:lnTo>
                    <a:lnTo>
                      <a:pt x="405" y="241"/>
                    </a:lnTo>
                    <a:lnTo>
                      <a:pt x="392" y="255"/>
                    </a:lnTo>
                    <a:lnTo>
                      <a:pt x="377" y="267"/>
                    </a:lnTo>
                    <a:lnTo>
                      <a:pt x="360" y="277"/>
                    </a:lnTo>
                    <a:lnTo>
                      <a:pt x="342" y="284"/>
                    </a:lnTo>
                    <a:lnTo>
                      <a:pt x="323" y="290"/>
                    </a:lnTo>
                    <a:lnTo>
                      <a:pt x="304" y="294"/>
                    </a:lnTo>
                    <a:lnTo>
                      <a:pt x="285" y="296"/>
                    </a:lnTo>
                    <a:lnTo>
                      <a:pt x="266" y="298"/>
                    </a:lnTo>
                    <a:lnTo>
                      <a:pt x="248" y="299"/>
                    </a:lnTo>
                    <a:lnTo>
                      <a:pt x="231" y="299"/>
                    </a:lnTo>
                    <a:lnTo>
                      <a:pt x="216" y="299"/>
                    </a:lnTo>
                    <a:lnTo>
                      <a:pt x="201" y="299"/>
                    </a:lnTo>
                    <a:lnTo>
                      <a:pt x="185" y="299"/>
                    </a:lnTo>
                    <a:lnTo>
                      <a:pt x="167" y="298"/>
                    </a:lnTo>
                    <a:lnTo>
                      <a:pt x="148" y="296"/>
                    </a:lnTo>
                    <a:lnTo>
                      <a:pt x="129" y="294"/>
                    </a:lnTo>
                    <a:lnTo>
                      <a:pt x="110" y="290"/>
                    </a:lnTo>
                    <a:lnTo>
                      <a:pt x="91" y="284"/>
                    </a:lnTo>
                    <a:lnTo>
                      <a:pt x="73" y="277"/>
                    </a:lnTo>
                    <a:lnTo>
                      <a:pt x="57" y="267"/>
                    </a:lnTo>
                    <a:lnTo>
                      <a:pt x="41" y="255"/>
                    </a:lnTo>
                    <a:lnTo>
                      <a:pt x="27" y="240"/>
                    </a:lnTo>
                    <a:lnTo>
                      <a:pt x="16" y="223"/>
                    </a:lnTo>
                    <a:lnTo>
                      <a:pt x="7" y="202"/>
                    </a:lnTo>
                    <a:lnTo>
                      <a:pt x="2" y="178"/>
                    </a:lnTo>
                    <a:lnTo>
                      <a:pt x="0" y="150"/>
                    </a:lnTo>
                    <a:lnTo>
                      <a:pt x="2" y="122"/>
                    </a:lnTo>
                    <a:lnTo>
                      <a:pt x="7" y="98"/>
                    </a:lnTo>
                    <a:lnTo>
                      <a:pt x="16" y="77"/>
                    </a:lnTo>
                    <a:lnTo>
                      <a:pt x="27" y="59"/>
                    </a:lnTo>
                    <a:lnTo>
                      <a:pt x="41" y="45"/>
                    </a:lnTo>
                    <a:lnTo>
                      <a:pt x="57" y="33"/>
                    </a:lnTo>
                    <a:lnTo>
                      <a:pt x="73" y="23"/>
                    </a:lnTo>
                    <a:lnTo>
                      <a:pt x="91" y="16"/>
                    </a:lnTo>
                    <a:lnTo>
                      <a:pt x="110" y="10"/>
                    </a:lnTo>
                    <a:lnTo>
                      <a:pt x="129" y="6"/>
                    </a:lnTo>
                    <a:lnTo>
                      <a:pt x="148" y="3"/>
                    </a:lnTo>
                    <a:lnTo>
                      <a:pt x="167" y="1"/>
                    </a:lnTo>
                    <a:lnTo>
                      <a:pt x="185" y="0"/>
                    </a:lnTo>
                    <a:lnTo>
                      <a:pt x="201" y="0"/>
                    </a:lnTo>
                    <a:lnTo>
                      <a:pt x="2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 sz="1600"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Freeform 24"/>
              <p:cNvSpPr>
                <a:spLocks noEditPoints="1"/>
              </p:cNvSpPr>
              <p:nvPr/>
            </p:nvSpPr>
            <p:spPr>
              <a:xfrm>
                <a:off x="2597" y="4335"/>
                <a:ext cx="217" cy="124"/>
              </a:xfrm>
              <a:custGeom>
                <a:avLst/>
                <a:gdLst>
                  <a:gd name="T0" fmla="*/ 1796 w 2393"/>
                  <a:gd name="T1" fmla="*/ 704 h 1360"/>
                  <a:gd name="T2" fmla="*/ 1761 w 2393"/>
                  <a:gd name="T3" fmla="*/ 720 h 1360"/>
                  <a:gd name="T4" fmla="*/ 1590 w 2393"/>
                  <a:gd name="T5" fmla="*/ 904 h 1360"/>
                  <a:gd name="T6" fmla="*/ 1882 w 2393"/>
                  <a:gd name="T7" fmla="*/ 733 h 1360"/>
                  <a:gd name="T8" fmla="*/ 1851 w 2393"/>
                  <a:gd name="T9" fmla="*/ 709 h 1360"/>
                  <a:gd name="T10" fmla="*/ 1814 w 2393"/>
                  <a:gd name="T11" fmla="*/ 702 h 1360"/>
                  <a:gd name="T12" fmla="*/ 1831 w 2393"/>
                  <a:gd name="T13" fmla="*/ 20 h 1360"/>
                  <a:gd name="T14" fmla="*/ 1950 w 2393"/>
                  <a:gd name="T15" fmla="*/ 61 h 1360"/>
                  <a:gd name="T16" fmla="*/ 2057 w 2393"/>
                  <a:gd name="T17" fmla="*/ 121 h 1360"/>
                  <a:gd name="T18" fmla="*/ 2154 w 2393"/>
                  <a:gd name="T19" fmla="*/ 196 h 1360"/>
                  <a:gd name="T20" fmla="*/ 2235 w 2393"/>
                  <a:gd name="T21" fmla="*/ 286 h 1360"/>
                  <a:gd name="T22" fmla="*/ 2301 w 2393"/>
                  <a:gd name="T23" fmla="*/ 388 h 1360"/>
                  <a:gd name="T24" fmla="*/ 2352 w 2393"/>
                  <a:gd name="T25" fmla="*/ 501 h 1360"/>
                  <a:gd name="T26" fmla="*/ 2382 w 2393"/>
                  <a:gd name="T27" fmla="*/ 622 h 1360"/>
                  <a:gd name="T28" fmla="*/ 2393 w 2393"/>
                  <a:gd name="T29" fmla="*/ 748 h 1360"/>
                  <a:gd name="T30" fmla="*/ 2390 w 2393"/>
                  <a:gd name="T31" fmla="*/ 1230 h 1360"/>
                  <a:gd name="T32" fmla="*/ 2370 w 2393"/>
                  <a:gd name="T33" fmla="*/ 1282 h 1360"/>
                  <a:gd name="T34" fmla="*/ 2335 w 2393"/>
                  <a:gd name="T35" fmla="*/ 1324 h 1360"/>
                  <a:gd name="T36" fmla="*/ 2286 w 2393"/>
                  <a:gd name="T37" fmla="*/ 1351 h 1360"/>
                  <a:gd name="T38" fmla="*/ 2230 w 2393"/>
                  <a:gd name="T39" fmla="*/ 1360 h 1360"/>
                  <a:gd name="T40" fmla="*/ 129 w 2393"/>
                  <a:gd name="T41" fmla="*/ 1358 h 1360"/>
                  <a:gd name="T42" fmla="*/ 77 w 2393"/>
                  <a:gd name="T43" fmla="*/ 1339 h 1360"/>
                  <a:gd name="T44" fmla="*/ 36 w 2393"/>
                  <a:gd name="T45" fmla="*/ 1304 h 1360"/>
                  <a:gd name="T46" fmla="*/ 10 w 2393"/>
                  <a:gd name="T47" fmla="*/ 1256 h 1360"/>
                  <a:gd name="T48" fmla="*/ 0 w 2393"/>
                  <a:gd name="T49" fmla="*/ 1200 h 1360"/>
                  <a:gd name="T50" fmla="*/ 3 w 2393"/>
                  <a:gd name="T51" fmla="*/ 684 h 1360"/>
                  <a:gd name="T52" fmla="*/ 23 w 2393"/>
                  <a:gd name="T53" fmla="*/ 561 h 1360"/>
                  <a:gd name="T54" fmla="*/ 63 w 2393"/>
                  <a:gd name="T55" fmla="*/ 443 h 1360"/>
                  <a:gd name="T56" fmla="*/ 122 w 2393"/>
                  <a:gd name="T57" fmla="*/ 336 h 1360"/>
                  <a:gd name="T58" fmla="*/ 195 w 2393"/>
                  <a:gd name="T59" fmla="*/ 240 h 1360"/>
                  <a:gd name="T60" fmla="*/ 283 w 2393"/>
                  <a:gd name="T61" fmla="*/ 157 h 1360"/>
                  <a:gd name="T62" fmla="*/ 385 w 2393"/>
                  <a:gd name="T63" fmla="*/ 89 h 1360"/>
                  <a:gd name="T64" fmla="*/ 498 w 2393"/>
                  <a:gd name="T65" fmla="*/ 38 h 1360"/>
                  <a:gd name="T66" fmla="*/ 640 w 2393"/>
                  <a:gd name="T67" fmla="*/ 0 h 1360"/>
                  <a:gd name="T68" fmla="*/ 1748 w 2393"/>
                  <a:gd name="T69" fmla="*/ 0 h 1360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393" h="1360">
                    <a:moveTo>
                      <a:pt x="1814" y="702"/>
                    </a:moveTo>
                    <a:lnTo>
                      <a:pt x="1796" y="704"/>
                    </a:lnTo>
                    <a:lnTo>
                      <a:pt x="1778" y="709"/>
                    </a:lnTo>
                    <a:lnTo>
                      <a:pt x="1761" y="720"/>
                    </a:lnTo>
                    <a:lnTo>
                      <a:pt x="1746" y="733"/>
                    </a:lnTo>
                    <a:lnTo>
                      <a:pt x="1590" y="904"/>
                    </a:lnTo>
                    <a:lnTo>
                      <a:pt x="2038" y="904"/>
                    </a:lnTo>
                    <a:lnTo>
                      <a:pt x="1882" y="733"/>
                    </a:lnTo>
                    <a:lnTo>
                      <a:pt x="1867" y="719"/>
                    </a:lnTo>
                    <a:lnTo>
                      <a:pt x="1851" y="709"/>
                    </a:lnTo>
                    <a:lnTo>
                      <a:pt x="1833" y="703"/>
                    </a:lnTo>
                    <a:lnTo>
                      <a:pt x="1814" y="702"/>
                    </a:lnTo>
                    <a:close/>
                    <a:moveTo>
                      <a:pt x="1748" y="0"/>
                    </a:moveTo>
                    <a:lnTo>
                      <a:pt x="1831" y="20"/>
                    </a:lnTo>
                    <a:lnTo>
                      <a:pt x="1892" y="38"/>
                    </a:lnTo>
                    <a:lnTo>
                      <a:pt x="1950" y="61"/>
                    </a:lnTo>
                    <a:lnTo>
                      <a:pt x="2005" y="88"/>
                    </a:lnTo>
                    <a:lnTo>
                      <a:pt x="2057" y="121"/>
                    </a:lnTo>
                    <a:lnTo>
                      <a:pt x="2107" y="157"/>
                    </a:lnTo>
                    <a:lnTo>
                      <a:pt x="2154" y="196"/>
                    </a:lnTo>
                    <a:lnTo>
                      <a:pt x="2196" y="239"/>
                    </a:lnTo>
                    <a:lnTo>
                      <a:pt x="2235" y="286"/>
                    </a:lnTo>
                    <a:lnTo>
                      <a:pt x="2270" y="336"/>
                    </a:lnTo>
                    <a:lnTo>
                      <a:pt x="2301" y="388"/>
                    </a:lnTo>
                    <a:lnTo>
                      <a:pt x="2328" y="443"/>
                    </a:lnTo>
                    <a:lnTo>
                      <a:pt x="2352" y="501"/>
                    </a:lnTo>
                    <a:lnTo>
                      <a:pt x="2369" y="561"/>
                    </a:lnTo>
                    <a:lnTo>
                      <a:pt x="2382" y="622"/>
                    </a:lnTo>
                    <a:lnTo>
                      <a:pt x="2390" y="684"/>
                    </a:lnTo>
                    <a:lnTo>
                      <a:pt x="2393" y="748"/>
                    </a:lnTo>
                    <a:lnTo>
                      <a:pt x="2393" y="1200"/>
                    </a:lnTo>
                    <a:lnTo>
                      <a:pt x="2390" y="1230"/>
                    </a:lnTo>
                    <a:lnTo>
                      <a:pt x="2383" y="1256"/>
                    </a:lnTo>
                    <a:lnTo>
                      <a:pt x="2370" y="1282"/>
                    </a:lnTo>
                    <a:lnTo>
                      <a:pt x="2354" y="1304"/>
                    </a:lnTo>
                    <a:lnTo>
                      <a:pt x="2335" y="1324"/>
                    </a:lnTo>
                    <a:lnTo>
                      <a:pt x="2311" y="1339"/>
                    </a:lnTo>
                    <a:lnTo>
                      <a:pt x="2286" y="1351"/>
                    </a:lnTo>
                    <a:lnTo>
                      <a:pt x="2259" y="1358"/>
                    </a:lnTo>
                    <a:lnTo>
                      <a:pt x="2230" y="1360"/>
                    </a:lnTo>
                    <a:lnTo>
                      <a:pt x="157" y="1360"/>
                    </a:lnTo>
                    <a:lnTo>
                      <a:pt x="129" y="1358"/>
                    </a:lnTo>
                    <a:lnTo>
                      <a:pt x="101" y="1351"/>
                    </a:lnTo>
                    <a:lnTo>
                      <a:pt x="77" y="1339"/>
                    </a:lnTo>
                    <a:lnTo>
                      <a:pt x="55" y="1324"/>
                    </a:lnTo>
                    <a:lnTo>
                      <a:pt x="36" y="1304"/>
                    </a:lnTo>
                    <a:lnTo>
                      <a:pt x="21" y="1282"/>
                    </a:lnTo>
                    <a:lnTo>
                      <a:pt x="10" y="1256"/>
                    </a:lnTo>
                    <a:lnTo>
                      <a:pt x="3" y="1230"/>
                    </a:lnTo>
                    <a:lnTo>
                      <a:pt x="0" y="1200"/>
                    </a:lnTo>
                    <a:lnTo>
                      <a:pt x="0" y="748"/>
                    </a:lnTo>
                    <a:lnTo>
                      <a:pt x="3" y="684"/>
                    </a:lnTo>
                    <a:lnTo>
                      <a:pt x="11" y="622"/>
                    </a:lnTo>
                    <a:lnTo>
                      <a:pt x="23" y="561"/>
                    </a:lnTo>
                    <a:lnTo>
                      <a:pt x="41" y="501"/>
                    </a:lnTo>
                    <a:lnTo>
                      <a:pt x="63" y="443"/>
                    </a:lnTo>
                    <a:lnTo>
                      <a:pt x="90" y="389"/>
                    </a:lnTo>
                    <a:lnTo>
                      <a:pt x="122" y="336"/>
                    </a:lnTo>
                    <a:lnTo>
                      <a:pt x="156" y="286"/>
                    </a:lnTo>
                    <a:lnTo>
                      <a:pt x="195" y="240"/>
                    </a:lnTo>
                    <a:lnTo>
                      <a:pt x="237" y="196"/>
                    </a:lnTo>
                    <a:lnTo>
                      <a:pt x="283" y="157"/>
                    </a:lnTo>
                    <a:lnTo>
                      <a:pt x="332" y="121"/>
                    </a:lnTo>
                    <a:lnTo>
                      <a:pt x="385" y="89"/>
                    </a:lnTo>
                    <a:lnTo>
                      <a:pt x="440" y="62"/>
                    </a:lnTo>
                    <a:lnTo>
                      <a:pt x="498" y="38"/>
                    </a:lnTo>
                    <a:lnTo>
                      <a:pt x="559" y="20"/>
                    </a:lnTo>
                    <a:lnTo>
                      <a:pt x="640" y="0"/>
                    </a:lnTo>
                    <a:lnTo>
                      <a:pt x="1193" y="1280"/>
                    </a:lnTo>
                    <a:lnTo>
                      <a:pt x="17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 sz="1600">
                  <a:solidFill>
                    <a:prstClr val="black"/>
                  </a:solidFill>
                </a:endParaRPr>
              </a:p>
            </p:txBody>
          </p:sp>
          <p:sp>
            <p:nvSpPr>
              <p:cNvPr id="24" name="Freeform 25"/>
              <p:cNvSpPr/>
              <p:nvPr/>
            </p:nvSpPr>
            <p:spPr>
              <a:xfrm>
                <a:off x="2689" y="4347"/>
                <a:ext cx="34" cy="83"/>
              </a:xfrm>
              <a:custGeom>
                <a:avLst/>
                <a:gdLst>
                  <a:gd name="T0" fmla="*/ 135 w 373"/>
                  <a:gd name="T1" fmla="*/ 0 h 915"/>
                  <a:gd name="T2" fmla="*/ 237 w 373"/>
                  <a:gd name="T3" fmla="*/ 0 h 915"/>
                  <a:gd name="T4" fmla="*/ 258 w 373"/>
                  <a:gd name="T5" fmla="*/ 2 h 915"/>
                  <a:gd name="T6" fmla="*/ 278 w 373"/>
                  <a:gd name="T7" fmla="*/ 9 h 915"/>
                  <a:gd name="T8" fmla="*/ 295 w 373"/>
                  <a:gd name="T9" fmla="*/ 21 h 915"/>
                  <a:gd name="T10" fmla="*/ 310 w 373"/>
                  <a:gd name="T11" fmla="*/ 36 h 915"/>
                  <a:gd name="T12" fmla="*/ 321 w 373"/>
                  <a:gd name="T13" fmla="*/ 53 h 915"/>
                  <a:gd name="T14" fmla="*/ 328 w 373"/>
                  <a:gd name="T15" fmla="*/ 74 h 915"/>
                  <a:gd name="T16" fmla="*/ 366 w 373"/>
                  <a:gd name="T17" fmla="*/ 234 h 915"/>
                  <a:gd name="T18" fmla="*/ 368 w 373"/>
                  <a:gd name="T19" fmla="*/ 257 h 915"/>
                  <a:gd name="T20" fmla="*/ 365 w 373"/>
                  <a:gd name="T21" fmla="*/ 281 h 915"/>
                  <a:gd name="T22" fmla="*/ 357 w 373"/>
                  <a:gd name="T23" fmla="*/ 301 h 915"/>
                  <a:gd name="T24" fmla="*/ 345 w 373"/>
                  <a:gd name="T25" fmla="*/ 319 h 915"/>
                  <a:gd name="T26" fmla="*/ 329 w 373"/>
                  <a:gd name="T27" fmla="*/ 334 h 915"/>
                  <a:gd name="T28" fmla="*/ 309 w 373"/>
                  <a:gd name="T29" fmla="*/ 345 h 915"/>
                  <a:gd name="T30" fmla="*/ 287 w 373"/>
                  <a:gd name="T31" fmla="*/ 351 h 915"/>
                  <a:gd name="T32" fmla="*/ 373 w 373"/>
                  <a:gd name="T33" fmla="*/ 438 h 915"/>
                  <a:gd name="T34" fmla="*/ 187 w 373"/>
                  <a:gd name="T35" fmla="*/ 915 h 915"/>
                  <a:gd name="T36" fmla="*/ 0 w 373"/>
                  <a:gd name="T37" fmla="*/ 438 h 915"/>
                  <a:gd name="T38" fmla="*/ 85 w 373"/>
                  <a:gd name="T39" fmla="*/ 351 h 915"/>
                  <a:gd name="T40" fmla="*/ 63 w 373"/>
                  <a:gd name="T41" fmla="*/ 345 h 915"/>
                  <a:gd name="T42" fmla="*/ 44 w 373"/>
                  <a:gd name="T43" fmla="*/ 334 h 915"/>
                  <a:gd name="T44" fmla="*/ 27 w 373"/>
                  <a:gd name="T45" fmla="*/ 319 h 915"/>
                  <a:gd name="T46" fmla="*/ 15 w 373"/>
                  <a:gd name="T47" fmla="*/ 301 h 915"/>
                  <a:gd name="T48" fmla="*/ 7 w 373"/>
                  <a:gd name="T49" fmla="*/ 281 h 915"/>
                  <a:gd name="T50" fmla="*/ 4 w 373"/>
                  <a:gd name="T51" fmla="*/ 257 h 915"/>
                  <a:gd name="T52" fmla="*/ 6 w 373"/>
                  <a:gd name="T53" fmla="*/ 234 h 915"/>
                  <a:gd name="T54" fmla="*/ 44 w 373"/>
                  <a:gd name="T55" fmla="*/ 74 h 915"/>
                  <a:gd name="T56" fmla="*/ 52 w 373"/>
                  <a:gd name="T57" fmla="*/ 53 h 915"/>
                  <a:gd name="T58" fmla="*/ 63 w 373"/>
                  <a:gd name="T59" fmla="*/ 36 h 915"/>
                  <a:gd name="T60" fmla="*/ 77 w 373"/>
                  <a:gd name="T61" fmla="*/ 21 h 915"/>
                  <a:gd name="T62" fmla="*/ 95 w 373"/>
                  <a:gd name="T63" fmla="*/ 9 h 915"/>
                  <a:gd name="T64" fmla="*/ 114 w 373"/>
                  <a:gd name="T65" fmla="*/ 2 h 915"/>
                  <a:gd name="T66" fmla="*/ 135 w 373"/>
                  <a:gd name="T67" fmla="*/ 0 h 915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73" h="915">
                    <a:moveTo>
                      <a:pt x="135" y="0"/>
                    </a:moveTo>
                    <a:lnTo>
                      <a:pt x="237" y="0"/>
                    </a:lnTo>
                    <a:lnTo>
                      <a:pt x="258" y="2"/>
                    </a:lnTo>
                    <a:lnTo>
                      <a:pt x="278" y="9"/>
                    </a:lnTo>
                    <a:lnTo>
                      <a:pt x="295" y="21"/>
                    </a:lnTo>
                    <a:lnTo>
                      <a:pt x="310" y="36"/>
                    </a:lnTo>
                    <a:lnTo>
                      <a:pt x="321" y="53"/>
                    </a:lnTo>
                    <a:lnTo>
                      <a:pt x="328" y="74"/>
                    </a:lnTo>
                    <a:lnTo>
                      <a:pt x="366" y="234"/>
                    </a:lnTo>
                    <a:lnTo>
                      <a:pt x="368" y="257"/>
                    </a:lnTo>
                    <a:lnTo>
                      <a:pt x="365" y="281"/>
                    </a:lnTo>
                    <a:lnTo>
                      <a:pt x="357" y="301"/>
                    </a:lnTo>
                    <a:lnTo>
                      <a:pt x="345" y="319"/>
                    </a:lnTo>
                    <a:lnTo>
                      <a:pt x="329" y="334"/>
                    </a:lnTo>
                    <a:lnTo>
                      <a:pt x="309" y="345"/>
                    </a:lnTo>
                    <a:lnTo>
                      <a:pt x="287" y="351"/>
                    </a:lnTo>
                    <a:lnTo>
                      <a:pt x="373" y="438"/>
                    </a:lnTo>
                    <a:lnTo>
                      <a:pt x="187" y="915"/>
                    </a:lnTo>
                    <a:lnTo>
                      <a:pt x="0" y="438"/>
                    </a:lnTo>
                    <a:lnTo>
                      <a:pt x="85" y="351"/>
                    </a:lnTo>
                    <a:lnTo>
                      <a:pt x="63" y="345"/>
                    </a:lnTo>
                    <a:lnTo>
                      <a:pt x="44" y="334"/>
                    </a:lnTo>
                    <a:lnTo>
                      <a:pt x="27" y="319"/>
                    </a:lnTo>
                    <a:lnTo>
                      <a:pt x="15" y="301"/>
                    </a:lnTo>
                    <a:lnTo>
                      <a:pt x="7" y="281"/>
                    </a:lnTo>
                    <a:lnTo>
                      <a:pt x="4" y="257"/>
                    </a:lnTo>
                    <a:lnTo>
                      <a:pt x="6" y="234"/>
                    </a:lnTo>
                    <a:lnTo>
                      <a:pt x="44" y="74"/>
                    </a:lnTo>
                    <a:lnTo>
                      <a:pt x="52" y="53"/>
                    </a:lnTo>
                    <a:lnTo>
                      <a:pt x="63" y="36"/>
                    </a:lnTo>
                    <a:lnTo>
                      <a:pt x="77" y="21"/>
                    </a:lnTo>
                    <a:lnTo>
                      <a:pt x="95" y="9"/>
                    </a:lnTo>
                    <a:lnTo>
                      <a:pt x="114" y="2"/>
                    </a:lnTo>
                    <a:lnTo>
                      <a:pt x="13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 sz="16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9" name="그룹 28"/>
          <p:cNvGrpSpPr/>
          <p:nvPr/>
        </p:nvGrpSpPr>
        <p:grpSpPr>
          <a:xfrm rot="0">
            <a:off x="467102" y="539420"/>
            <a:ext cx="706334" cy="576560"/>
            <a:chOff x="467102" y="539420"/>
            <a:chExt cx="706334" cy="576560"/>
          </a:xfrm>
        </p:grpSpPr>
        <p:sp>
          <p:nvSpPr>
            <p:cNvPr id="26" name="타원 25"/>
            <p:cNvSpPr/>
            <p:nvPr/>
          </p:nvSpPr>
          <p:spPr>
            <a:xfrm>
              <a:off x="652176" y="539420"/>
              <a:ext cx="350330" cy="35033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7" name="그림 26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704808" y="591912"/>
              <a:ext cx="254385" cy="254385"/>
            </a:xfrm>
            <a:prstGeom prst="rect">
              <a:avLst/>
            </a:prstGeom>
          </p:spPr>
        </p:pic>
        <p:sp>
          <p:nvSpPr>
            <p:cNvPr id="28" name="직사각형 27"/>
            <p:cNvSpPr/>
            <p:nvPr/>
          </p:nvSpPr>
          <p:spPr>
            <a:xfrm>
              <a:off x="467102" y="915925"/>
              <a:ext cx="706334" cy="2000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700" b="1">
                  <a:solidFill>
                    <a:prstClr val="white"/>
                  </a:solidFill>
                </a:rPr>
                <a:t>PPTBIZCAM</a:t>
              </a:r>
              <a:endParaRPr lang="ko-KR" altLang="en-US" sz="700" b="1">
                <a:solidFill>
                  <a:prstClr val="white"/>
                </a:solidFill>
              </a:endParaRPr>
            </a:p>
          </p:txBody>
        </p:sp>
      </p:grpSp>
      <p:sp>
        <p:nvSpPr>
          <p:cNvPr id="30" name="직사각형 29"/>
          <p:cNvSpPr/>
          <p:nvPr/>
        </p:nvSpPr>
        <p:spPr>
          <a:xfrm>
            <a:off x="1812909" y="369838"/>
            <a:ext cx="5624657" cy="1371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800" b="1" i="0" kern="0">
                <a:solidFill>
                  <a:prstClr val="black">
                    <a:lumMod val="75000"/>
                    <a:lumOff val="25000"/>
                  </a:prstClr>
                </a:solidFill>
              </a:rPr>
              <a:t>1.</a:t>
            </a:r>
            <a:r>
              <a:rPr lang="ko-KR" altLang="en-US" sz="2800" b="1" i="0" kern="0">
                <a:solidFill>
                  <a:prstClr val="black">
                    <a:lumMod val="75000"/>
                    <a:lumOff val="25000"/>
                  </a:prstClr>
                </a:solidFill>
              </a:rPr>
              <a:t>개요</a:t>
            </a:r>
            <a:endParaRPr lang="ko-KR" altLang="en-US" sz="2800" b="1" i="0" ker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endParaRPr lang="ko-KR" altLang="en-US" sz="2800" b="1" i="1" ker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92100" y="1359017"/>
          <a:ext cx="1079500" cy="1908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/>
              </a:tblGrid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개요  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변수선택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모델생성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예측결과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활용방안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11150" y="1405003"/>
          <a:ext cx="1057276" cy="335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276"/>
              </a:tblGrid>
              <a:tr h="335914">
                <a:tc>
                  <a:txBody>
                    <a:bodyPr vert="horz" lIns="0" tIns="0" rIns="0" bIns="0" anchor="t" anchorCtr="0"/>
                    <a:p>
                      <a:pPr latinLnBrk="1">
                        <a:defRPr/>
                      </a:pPr>
                      <a:endParaRPr lang="ko-KR" altLang="en-US" sz="100"/>
                    </a:p>
                  </a:txBody>
                  <a:tcPr marL="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7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48" name="그룹 7"/>
          <p:cNvGrpSpPr/>
          <p:nvPr/>
        </p:nvGrpSpPr>
        <p:grpSpPr>
          <a:xfrm rot="0">
            <a:off x="2708022" y="2200573"/>
            <a:ext cx="7749179" cy="2653147"/>
            <a:chOff x="2784222" y="1771948"/>
            <a:chExt cx="7749179" cy="2653147"/>
          </a:xfrm>
        </p:grpSpPr>
        <p:sp>
          <p:nvSpPr>
            <p:cNvPr id="49" name="육각형 38"/>
            <p:cNvSpPr/>
            <p:nvPr/>
          </p:nvSpPr>
          <p:spPr>
            <a:xfrm>
              <a:off x="2872404" y="2908518"/>
              <a:ext cx="1368000" cy="136800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700" cap="flat" cmpd="sng" algn="ctr">
              <a:solidFill>
                <a:srgbClr val="fe6b25">
                  <a:alpha val="100000"/>
                </a:srgbClr>
              </a:solidFill>
              <a:prstDash val="solid"/>
              <a:miter/>
            </a:ln>
          </p:spPr>
          <p:txBody>
            <a:bodyPr wrap="square"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1100" b="1" i="0" u="none" strike="noStrike" kern="1200" cap="none" spc="0" normalizeH="0" baseline="0" mc:Ignorable="hp" hp:hslEmbossed="0">
                  <a:solidFill>
                    <a:srgbClr val="fe6b25"/>
                  </a:solidFill>
                  <a:latin typeface="맑은 고딕"/>
                  <a:ea typeface="맑은 고딕"/>
                  <a:cs typeface="맑은 고딕"/>
                </a:rPr>
                <a:t>탄소배출량 저감</a:t>
              </a:r>
              <a:endParaRPr xmlns:mc="http://schemas.openxmlformats.org/markup-compatibility/2006" xmlns:hp="http://schemas.haansoft.com/office/presentation/8.0" kumimoji="0" lang="ko-KR" altLang="en-US" sz="1100" b="1" i="0" u="none" strike="noStrike" kern="1200" cap="none" spc="0" normalizeH="0" baseline="0" mc:Ignorable="hp" hp:hslEmbossed="0">
                <a:solidFill>
                  <a:srgbClr val="fe6b25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50" name="육각형 41"/>
            <p:cNvSpPr/>
            <p:nvPr/>
          </p:nvSpPr>
          <p:spPr>
            <a:xfrm>
              <a:off x="4420980" y="2908519"/>
              <a:ext cx="1368000" cy="136800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700" cap="flat" cmpd="sng" algn="ctr">
              <a:solidFill>
                <a:srgbClr val="fe6b25">
                  <a:alpha val="100000"/>
                </a:srgbClr>
              </a:solidFill>
              <a:prstDash val="solid"/>
              <a:miter/>
            </a:ln>
          </p:spPr>
          <p:txBody>
            <a:bodyPr wrap="square"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1100" b="1" i="0" u="none" strike="noStrike" kern="1200" cap="none" spc="0" normalizeH="0" baseline="0" mc:Ignorable="hp" hp:hslEmbossed="0">
                  <a:solidFill>
                    <a:srgbClr val="fe6b25"/>
                  </a:solidFill>
                  <a:latin typeface="맑은 고딕"/>
                  <a:ea typeface="맑은 고딕"/>
                  <a:cs typeface="맑은 고딕"/>
                </a:rPr>
                <a:t>화석연료</a:t>
              </a:r>
              <a:endParaRPr xmlns:mc="http://schemas.openxmlformats.org/markup-compatibility/2006" xmlns:hp="http://schemas.haansoft.com/office/presentation/8.0" kumimoji="0" lang="ko-KR" altLang="en-US" sz="1100" b="1" i="0" u="none" strike="noStrike" kern="1200" cap="none" spc="0" normalizeH="0" baseline="0" mc:Ignorable="hp" hp:hslEmbossed="0">
                <a:solidFill>
                  <a:srgbClr val="fe6b25"/>
                </a:solidFill>
                <a:latin typeface="맑은 고딕"/>
                <a:ea typeface="맑은 고딕"/>
                <a:cs typeface="맑은 고딕"/>
              </a:endParaRPr>
            </a:p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1100" b="1" i="0" u="none" strike="noStrike" kern="1200" cap="none" spc="0" normalizeH="0" baseline="0" mc:Ignorable="hp" hp:hslEmbossed="0">
                  <a:solidFill>
                    <a:srgbClr val="fe6b25"/>
                  </a:solidFill>
                  <a:latin typeface="맑은 고딕"/>
                  <a:ea typeface="맑은 고딕"/>
                  <a:cs typeface="맑은 고딕"/>
                </a:rPr>
                <a:t>인상</a:t>
              </a:r>
              <a:endParaRPr xmlns:mc="http://schemas.openxmlformats.org/markup-compatibility/2006" xmlns:hp="http://schemas.haansoft.com/office/presentation/8.0" kumimoji="0" lang="ko-KR" altLang="en-US" sz="1100" b="1" i="0" u="none" strike="noStrike" kern="1200" cap="none" spc="0" normalizeH="0" baseline="0" mc:Ignorable="hp" hp:hslEmbossed="0">
                <a:solidFill>
                  <a:srgbClr val="fe6b25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51" name="육각형 51"/>
            <p:cNvSpPr/>
            <p:nvPr/>
          </p:nvSpPr>
          <p:spPr>
            <a:xfrm>
              <a:off x="5975713" y="2908518"/>
              <a:ext cx="1368000" cy="1368000"/>
            </a:xfrm>
            <a:prstGeom prst="ellipse">
              <a:avLst/>
            </a:prstGeom>
            <a:solidFill>
              <a:srgbClr val="fe6b25">
                <a:alpha val="100000"/>
              </a:srgbClr>
            </a:solidFill>
            <a:ln w="12700" cap="flat" cmpd="sng" algn="ctr">
              <a:solidFill>
                <a:srgbClr val="fe6b25">
                  <a:alpha val="100000"/>
                </a:srgbClr>
              </a:solidFill>
              <a:prstDash val="solid"/>
              <a:miter/>
            </a:ln>
          </p:spPr>
          <p:txBody>
            <a:bodyPr wrap="square"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이유</a:t>
              </a:r>
              <a:endPara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52" name="육각형 54"/>
            <p:cNvSpPr/>
            <p:nvPr/>
          </p:nvSpPr>
          <p:spPr>
            <a:xfrm>
              <a:off x="7524291" y="2908519"/>
              <a:ext cx="1368000" cy="136800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700" cap="flat" cmpd="sng" algn="ctr">
              <a:solidFill>
                <a:srgbClr val="fe6b25">
                  <a:alpha val="100000"/>
                </a:srgbClr>
              </a:solidFill>
              <a:prstDash val="solid"/>
              <a:miter/>
            </a:ln>
          </p:spPr>
          <p:txBody>
            <a:bodyPr wrap="square"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1100" b="1" i="0" u="none" strike="noStrike" kern="1200" cap="none" spc="0" normalizeH="0" baseline="0" mc:Ignorable="hp" hp:hslEmbossed="0">
                  <a:solidFill>
                    <a:srgbClr val="fe6b25"/>
                  </a:solidFill>
                  <a:latin typeface="맑은 고딕"/>
                  <a:ea typeface="맑은 고딕"/>
                  <a:cs typeface="맑은 고딕"/>
                </a:rPr>
                <a:t>예측 모델 개발 포상금</a:t>
              </a:r>
              <a:endParaRPr xmlns:mc="http://schemas.openxmlformats.org/markup-compatibility/2006" xmlns:hp="http://schemas.haansoft.com/office/presentation/8.0" kumimoji="0" lang="ko-KR" altLang="en-US" sz="1100" b="1" i="0" u="none" strike="noStrike" kern="1200" cap="none" spc="0" normalizeH="0" baseline="0" mc:Ignorable="hp" hp:hslEmbossed="0">
                <a:solidFill>
                  <a:srgbClr val="fe6b25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53" name="육각형 59"/>
            <p:cNvSpPr/>
            <p:nvPr/>
          </p:nvSpPr>
          <p:spPr>
            <a:xfrm>
              <a:off x="9088549" y="2908518"/>
              <a:ext cx="1368000" cy="136800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700" cap="flat" cmpd="sng" algn="ctr">
              <a:solidFill>
                <a:srgbClr val="fe6b25">
                  <a:alpha val="100000"/>
                </a:srgbClr>
              </a:solidFill>
              <a:prstDash val="solid"/>
              <a:miter/>
            </a:ln>
          </p:spPr>
          <p:txBody>
            <a:bodyPr wrap="square"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1100" b="1" i="0" u="none" strike="noStrike" kern="1200" cap="none" spc="0" normalizeH="0" baseline="0" mc:Ignorable="hp" hp:hslEmbossed="0">
                  <a:solidFill>
                    <a:srgbClr val="fe6b25"/>
                  </a:solidFill>
                  <a:latin typeface="맑은 고딕"/>
                  <a:ea typeface="맑은 고딕"/>
                  <a:cs typeface="맑은 고딕"/>
                </a:rPr>
                <a:t>발전 에너지 효율화</a:t>
              </a:r>
              <a:endParaRPr xmlns:mc="http://schemas.openxmlformats.org/markup-compatibility/2006" xmlns:hp="http://schemas.haansoft.com/office/presentation/8.0" kumimoji="0" lang="ko-KR" altLang="en-US" sz="1100" b="1" i="0" u="none" strike="noStrike" kern="1200" cap="none" spc="0" normalizeH="0" baseline="0" mc:Ignorable="hp" hp:hslEmbossed="0">
                <a:solidFill>
                  <a:srgbClr val="fe6b25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56" name="왼쪽 대괄호 65"/>
            <p:cNvSpPr/>
            <p:nvPr/>
          </p:nvSpPr>
          <p:spPr>
            <a:xfrm rot="5400000">
              <a:off x="4875471" y="1006649"/>
              <a:ext cx="415274" cy="3097872"/>
            </a:xfrm>
            <a:prstGeom prst="leftBracket">
              <a:avLst>
                <a:gd name="adj" fmla="val 0"/>
              </a:avLst>
            </a:prstGeom>
            <a:noFill/>
            <a:ln w="6350" cap="flat" cmpd="sng" algn="ctr">
              <a:solidFill>
                <a:srgbClr val="fe6b25">
                  <a:alpha val="100000"/>
                </a:srgbClr>
              </a:solidFill>
              <a:prstDash val="solid"/>
              <a:miter/>
            </a:ln>
          </p:spPr>
          <p:txBody>
            <a:bodyPr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57" name="왼쪽 대괄호 66"/>
            <p:cNvSpPr/>
            <p:nvPr/>
          </p:nvSpPr>
          <p:spPr>
            <a:xfrm rot="5400000">
              <a:off x="7973343" y="1006649"/>
              <a:ext cx="415274" cy="3097872"/>
            </a:xfrm>
            <a:prstGeom prst="leftBracket">
              <a:avLst>
                <a:gd name="adj" fmla="val 0"/>
              </a:avLst>
            </a:prstGeom>
            <a:noFill/>
            <a:ln w="6350" cap="flat" cmpd="sng" algn="ctr">
              <a:solidFill>
                <a:srgbClr val="fe6b25">
                  <a:alpha val="100000"/>
                </a:srgbClr>
              </a:solidFill>
              <a:prstDash val="solid"/>
              <a:miter/>
            </a:ln>
          </p:spPr>
          <p:txBody>
            <a:bodyPr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grpSp>
          <p:nvGrpSpPr>
            <p:cNvPr id="58" name="그룹 67"/>
            <p:cNvGrpSpPr/>
            <p:nvPr/>
          </p:nvGrpSpPr>
          <p:grpSpPr>
            <a:xfrm rot="0">
              <a:off x="6524043" y="1771948"/>
              <a:ext cx="216000" cy="216000"/>
              <a:chOff x="5737175" y="2205300"/>
              <a:chExt cx="216000" cy="216000"/>
            </a:xfrm>
          </p:grpSpPr>
          <p:sp>
            <p:nvSpPr>
              <p:cNvPr id="59" name="타원 68"/>
              <p:cNvSpPr/>
              <p:nvPr/>
            </p:nvSpPr>
            <p:spPr>
              <a:xfrm>
                <a:off x="5737175" y="2205300"/>
                <a:ext cx="216000" cy="216000"/>
              </a:xfrm>
              <a:prstGeom prst="ellipse">
                <a:avLst/>
              </a:prstGeom>
              <a:solidFill>
                <a:srgbClr val="fe6b25">
                  <a:alpha val="29800"/>
                </a:srgbClr>
              </a:solidFill>
              <a:ln w="6350" cap="flat" cmpd="sng" algn="ctr">
                <a:solidFill>
                  <a:srgbClr val="fe6b25">
                    <a:alpha val="100000"/>
                  </a:srgbClr>
                </a:solidFill>
                <a:prstDash val="solid"/>
                <a:miter/>
              </a:ln>
            </p:spPr>
            <p:txBody>
              <a:bodyPr anchor="ctr"/>
              <a:p>
                <a:pPr marL="0" indent="0" algn="ctr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sp>
            <p:nvSpPr>
              <p:cNvPr id="60" name="타원 69"/>
              <p:cNvSpPr/>
              <p:nvPr/>
            </p:nvSpPr>
            <p:spPr>
              <a:xfrm>
                <a:off x="5757043" y="2225168"/>
                <a:ext cx="176264" cy="176264"/>
              </a:xfrm>
              <a:prstGeom prst="ellipse">
                <a:avLst/>
              </a:prstGeom>
              <a:solidFill>
                <a:srgbClr val="fe6b25">
                  <a:alpha val="29800"/>
                </a:srgbClr>
              </a:solidFill>
              <a:ln w="6350" cap="flat" cmpd="sng" algn="ctr">
                <a:solidFill>
                  <a:srgbClr val="fe6b25">
                    <a:alpha val="100000"/>
                  </a:srgbClr>
                </a:solidFill>
                <a:prstDash val="solid"/>
                <a:miter/>
              </a:ln>
            </p:spPr>
            <p:txBody>
              <a:bodyPr anchor="ctr"/>
              <a:p>
                <a:pPr marL="0" indent="0" algn="ctr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sp>
            <p:nvSpPr>
              <p:cNvPr id="61" name="타원 70"/>
              <p:cNvSpPr/>
              <p:nvPr/>
            </p:nvSpPr>
            <p:spPr>
              <a:xfrm>
                <a:off x="5785209" y="2253334"/>
                <a:ext cx="119932" cy="119932"/>
              </a:xfrm>
              <a:prstGeom prst="ellipse">
                <a:avLst/>
              </a:prstGeom>
              <a:solidFill>
                <a:srgbClr val="fe6b25">
                  <a:alpha val="29800"/>
                </a:srgbClr>
              </a:solidFill>
              <a:ln w="6350" cap="flat" cmpd="sng" algn="ctr">
                <a:solidFill>
                  <a:srgbClr val="fe6b25">
                    <a:alpha val="100000"/>
                  </a:srgbClr>
                </a:solidFill>
                <a:prstDash val="solid"/>
                <a:miter/>
              </a:ln>
            </p:spPr>
            <p:txBody>
              <a:bodyPr anchor="ctr"/>
              <a:p>
                <a:pPr marL="0" indent="0" algn="ctr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200" b="1" i="0" u="none" strike="noStrike" kern="1200" cap="none" spc="0" normalizeH="0" baseline="0" mc:Ignorable="hp" hp:hslEmbossed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</p:grpSp>
        <p:cxnSp>
          <p:nvCxnSpPr>
            <p:cNvPr id="62" name="직선 연결선 78"/>
            <p:cNvCxnSpPr/>
            <p:nvPr/>
          </p:nvCxnSpPr>
          <p:spPr>
            <a:xfrm>
              <a:off x="6632043" y="1987948"/>
              <a:ext cx="0" cy="360000"/>
            </a:xfrm>
            <a:prstGeom prst="line">
              <a:avLst/>
            </a:prstGeom>
            <a:noFill/>
            <a:ln w="6350" cap="flat" cmpd="sng" algn="ctr">
              <a:solidFill>
                <a:srgbClr val="fe6b25">
                  <a:alpha val="100000"/>
                </a:srgbClr>
              </a:solidFill>
              <a:prstDash val="solid"/>
              <a:miter/>
            </a:ln>
          </p:spPr>
        </p:cxnSp>
        <p:grpSp>
          <p:nvGrpSpPr>
            <p:cNvPr id="63" name="그룹 6"/>
            <p:cNvGrpSpPr/>
            <p:nvPr/>
          </p:nvGrpSpPr>
          <p:grpSpPr>
            <a:xfrm rot="0">
              <a:off x="5885424" y="2814022"/>
              <a:ext cx="3099179" cy="1611073"/>
              <a:chOff x="2933882" y="2934919"/>
              <a:chExt cx="3099179" cy="1611073"/>
            </a:xfrm>
          </p:grpSpPr>
          <p:sp>
            <p:nvSpPr>
              <p:cNvPr id="64" name="오른쪽 대괄호 81"/>
              <p:cNvSpPr/>
              <p:nvPr/>
            </p:nvSpPr>
            <p:spPr>
              <a:xfrm rot="16200000">
                <a:off x="3304558" y="2564243"/>
                <a:ext cx="807857" cy="1549209"/>
              </a:xfrm>
              <a:prstGeom prst="rightBracket">
                <a:avLst>
                  <a:gd name="adj" fmla="val 149878"/>
                </a:avLst>
              </a:prstGeom>
              <a:noFill/>
              <a:ln w="31750" cap="flat" cmpd="sng" algn="ctr">
                <a:solidFill>
                  <a:srgbClr val="fe6b25">
                    <a:alpha val="100000"/>
                  </a:srgbClr>
                </a:solidFill>
                <a:prstDash val="solid"/>
                <a:miter/>
              </a:ln>
            </p:spPr>
            <p:txBody>
              <a:bodyPr anchor="ctr"/>
              <a:p>
                <a:pPr marL="0" indent="0" algn="ctr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sp>
            <p:nvSpPr>
              <p:cNvPr id="65" name="오른쪽 대괄호 82"/>
              <p:cNvSpPr/>
              <p:nvPr/>
            </p:nvSpPr>
            <p:spPr>
              <a:xfrm rot="5400000">
                <a:off x="4854528" y="3367459"/>
                <a:ext cx="807857" cy="1549209"/>
              </a:xfrm>
              <a:prstGeom prst="rightBracket">
                <a:avLst>
                  <a:gd name="adj" fmla="val 149878"/>
                </a:avLst>
              </a:prstGeom>
              <a:noFill/>
              <a:ln w="31750" cap="flat" cmpd="sng" algn="ctr">
                <a:solidFill>
                  <a:srgbClr val="fe6b25">
                    <a:alpha val="100000"/>
                  </a:srgbClr>
                </a:solidFill>
                <a:prstDash val="solid"/>
                <a:miter/>
              </a:ln>
            </p:spPr>
            <p:txBody>
              <a:bodyPr anchor="ctr"/>
              <a:p>
                <a:pPr marL="0" indent="0" algn="ctr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</p:grpSp>
        <p:grpSp>
          <p:nvGrpSpPr>
            <p:cNvPr id="66" name="그룹 83"/>
            <p:cNvGrpSpPr/>
            <p:nvPr/>
          </p:nvGrpSpPr>
          <p:grpSpPr>
            <a:xfrm rot="0">
              <a:off x="2784222" y="2804343"/>
              <a:ext cx="3099179" cy="1611073"/>
              <a:chOff x="2933882" y="2934919"/>
              <a:chExt cx="3099179" cy="1611073"/>
            </a:xfrm>
          </p:grpSpPr>
          <p:sp>
            <p:nvSpPr>
              <p:cNvPr id="67" name="오른쪽 대괄호 84"/>
              <p:cNvSpPr/>
              <p:nvPr/>
            </p:nvSpPr>
            <p:spPr>
              <a:xfrm rot="16200000">
                <a:off x="3304558" y="2564243"/>
                <a:ext cx="807857" cy="1549209"/>
              </a:xfrm>
              <a:prstGeom prst="rightBracket">
                <a:avLst>
                  <a:gd name="adj" fmla="val 149878"/>
                </a:avLst>
              </a:prstGeom>
              <a:noFill/>
              <a:ln w="31750" cap="flat" cmpd="sng" algn="ctr">
                <a:solidFill>
                  <a:srgbClr val="fe6b25">
                    <a:alpha val="100000"/>
                  </a:srgbClr>
                </a:solidFill>
                <a:prstDash val="solid"/>
                <a:miter/>
              </a:ln>
            </p:spPr>
            <p:txBody>
              <a:bodyPr anchor="ctr"/>
              <a:p>
                <a:pPr marL="0" indent="0" algn="ctr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sp>
            <p:nvSpPr>
              <p:cNvPr id="68" name="오른쪽 대괄호 85"/>
              <p:cNvSpPr/>
              <p:nvPr/>
            </p:nvSpPr>
            <p:spPr>
              <a:xfrm rot="5400000">
                <a:off x="4854528" y="3367459"/>
                <a:ext cx="807857" cy="1549209"/>
              </a:xfrm>
              <a:prstGeom prst="rightBracket">
                <a:avLst>
                  <a:gd name="adj" fmla="val 149878"/>
                </a:avLst>
              </a:prstGeom>
              <a:noFill/>
              <a:ln w="31750" cap="flat" cmpd="sng" algn="ctr">
                <a:solidFill>
                  <a:srgbClr val="fe6b25">
                    <a:alpha val="100000"/>
                  </a:srgbClr>
                </a:solidFill>
                <a:prstDash val="solid"/>
                <a:miter/>
              </a:ln>
            </p:spPr>
            <p:txBody>
              <a:bodyPr anchor="ctr"/>
              <a:p>
                <a:pPr marL="0" indent="0" algn="ctr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</p:grpSp>
        <p:sp>
          <p:nvSpPr>
            <p:cNvPr id="69" name="오른쪽 대괄호 86"/>
            <p:cNvSpPr/>
            <p:nvPr/>
          </p:nvSpPr>
          <p:spPr>
            <a:xfrm rot="16200000">
              <a:off x="9354868" y="2436841"/>
              <a:ext cx="807857" cy="1549209"/>
            </a:xfrm>
            <a:prstGeom prst="rightBracket">
              <a:avLst>
                <a:gd name="adj" fmla="val 149878"/>
              </a:avLst>
            </a:prstGeom>
            <a:noFill/>
            <a:ln w="31750" cap="flat" cmpd="sng" algn="ctr">
              <a:solidFill>
                <a:srgbClr val="fe6b25">
                  <a:alpha val="100000"/>
                </a:srgbClr>
              </a:solidFill>
              <a:prstDash val="solid"/>
              <a:miter/>
            </a:ln>
          </p:spPr>
          <p:txBody>
            <a:bodyPr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sp>
        <p:nvSpPr>
          <p:cNvPr id="70" name="직사각형 79"/>
          <p:cNvSpPr/>
          <p:nvPr/>
        </p:nvSpPr>
        <p:spPr>
          <a:xfrm>
            <a:off x="5036472" y="1743298"/>
            <a:ext cx="3095892" cy="37887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태양광 발전량 예측을 하는 이유</a:t>
            </a:r>
            <a:endPara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d8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/>
          <p:cNvGrpSpPr/>
          <p:nvPr/>
        </p:nvGrpSpPr>
        <p:grpSpPr>
          <a:xfrm rot="0">
            <a:off x="292100" y="252412"/>
            <a:ext cx="11506200" cy="6364288"/>
            <a:chOff x="292100" y="252412"/>
            <a:chExt cx="11506200" cy="6364288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292100" y="252412"/>
              <a:ext cx="11506200" cy="6364288"/>
            </a:xfrm>
            <a:prstGeom prst="roundRect">
              <a:avLst>
                <a:gd name="adj" fmla="val 5692"/>
              </a:avLst>
            </a:prstGeom>
            <a:solidFill>
              <a:srgbClr val="fe6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모서리가 둥근 직사각형 4"/>
            <p:cNvSpPr/>
            <p:nvPr/>
          </p:nvSpPr>
          <p:spPr>
            <a:xfrm>
              <a:off x="1371600" y="303212"/>
              <a:ext cx="10375900" cy="6262688"/>
            </a:xfrm>
            <a:prstGeom prst="roundRect">
              <a:avLst>
                <a:gd name="adj" fmla="val 48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25" name="그룹 24"/>
            <p:cNvGrpSpPr/>
            <p:nvPr/>
          </p:nvGrpSpPr>
          <p:grpSpPr>
            <a:xfrm rot="0">
              <a:off x="418080" y="1495425"/>
              <a:ext cx="150738" cy="1628710"/>
              <a:chOff x="392680" y="1495425"/>
              <a:chExt cx="150738" cy="162871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421490" y="1872946"/>
                <a:ext cx="93118" cy="122886"/>
              </a:xfrm>
              <a:custGeom>
                <a:avLst/>
                <a:gdLst>
                  <a:gd name="T0" fmla="*/ 1093 w 9310"/>
                  <a:gd name="T1" fmla="*/ 12245 h 12286"/>
                  <a:gd name="T2" fmla="*/ 582 w 9310"/>
                  <a:gd name="T3" fmla="*/ 12007 h 12286"/>
                  <a:gd name="T4" fmla="*/ 279 w 9310"/>
                  <a:gd name="T5" fmla="*/ 11710 h 12286"/>
                  <a:gd name="T6" fmla="*/ 42 w 9310"/>
                  <a:gd name="T7" fmla="*/ 11209 h 12286"/>
                  <a:gd name="T8" fmla="*/ 0 w 9310"/>
                  <a:gd name="T9" fmla="*/ 1919 h 12286"/>
                  <a:gd name="T10" fmla="*/ 117 w 9310"/>
                  <a:gd name="T11" fmla="*/ 1260 h 12286"/>
                  <a:gd name="T12" fmla="*/ 498 w 9310"/>
                  <a:gd name="T13" fmla="*/ 629 h 12286"/>
                  <a:gd name="T14" fmla="*/ 1088 w 9310"/>
                  <a:gd name="T15" fmla="*/ 189 h 12286"/>
                  <a:gd name="T16" fmla="*/ 1821 w 9310"/>
                  <a:gd name="T17" fmla="*/ 1 h 12286"/>
                  <a:gd name="T18" fmla="*/ 7682 w 9310"/>
                  <a:gd name="T19" fmla="*/ 22 h 12286"/>
                  <a:gd name="T20" fmla="*/ 8385 w 9310"/>
                  <a:gd name="T21" fmla="*/ 278 h 12286"/>
                  <a:gd name="T22" fmla="*/ 8929 w 9310"/>
                  <a:gd name="T23" fmla="*/ 772 h 12286"/>
                  <a:gd name="T24" fmla="*/ 9250 w 9310"/>
                  <a:gd name="T25" fmla="*/ 1440 h 12286"/>
                  <a:gd name="T26" fmla="*/ 9310 w 9310"/>
                  <a:gd name="T27" fmla="*/ 8471 h 12286"/>
                  <a:gd name="T28" fmla="*/ 9201 w 9310"/>
                  <a:gd name="T29" fmla="*/ 8777 h 12286"/>
                  <a:gd name="T30" fmla="*/ 8880 w 9310"/>
                  <a:gd name="T31" fmla="*/ 8949 h 12286"/>
                  <a:gd name="T32" fmla="*/ 8601 w 9310"/>
                  <a:gd name="T33" fmla="*/ 8894 h 12286"/>
                  <a:gd name="T34" fmla="*/ 8370 w 9310"/>
                  <a:gd name="T35" fmla="*/ 8615 h 12286"/>
                  <a:gd name="T36" fmla="*/ 8349 w 9310"/>
                  <a:gd name="T37" fmla="*/ 1870 h 12286"/>
                  <a:gd name="T38" fmla="*/ 8255 w 9310"/>
                  <a:gd name="T39" fmla="*/ 1503 h 12286"/>
                  <a:gd name="T40" fmla="*/ 8035 w 9310"/>
                  <a:gd name="T41" fmla="*/ 1209 h 12286"/>
                  <a:gd name="T42" fmla="*/ 7720 w 9310"/>
                  <a:gd name="T43" fmla="*/ 1018 h 12286"/>
                  <a:gd name="T44" fmla="*/ 7390 w 9310"/>
                  <a:gd name="T45" fmla="*/ 960 h 12286"/>
                  <a:gd name="T46" fmla="*/ 1680 w 9310"/>
                  <a:gd name="T47" fmla="*/ 989 h 12286"/>
                  <a:gd name="T48" fmla="*/ 1346 w 9310"/>
                  <a:gd name="T49" fmla="*/ 1150 h 12286"/>
                  <a:gd name="T50" fmla="*/ 1098 w 9310"/>
                  <a:gd name="T51" fmla="*/ 1423 h 12286"/>
                  <a:gd name="T52" fmla="*/ 970 w 9310"/>
                  <a:gd name="T53" fmla="*/ 1774 h 12286"/>
                  <a:gd name="T54" fmla="*/ 962 w 9310"/>
                  <a:gd name="T55" fmla="*/ 10904 h 12286"/>
                  <a:gd name="T56" fmla="*/ 1091 w 9310"/>
                  <a:gd name="T57" fmla="*/ 11185 h 12286"/>
                  <a:gd name="T58" fmla="*/ 1405 w 9310"/>
                  <a:gd name="T59" fmla="*/ 11326 h 12286"/>
                  <a:gd name="T60" fmla="*/ 1677 w 9310"/>
                  <a:gd name="T61" fmla="*/ 11273 h 12286"/>
                  <a:gd name="T62" fmla="*/ 4346 w 9310"/>
                  <a:gd name="T63" fmla="*/ 8559 h 12286"/>
                  <a:gd name="T64" fmla="*/ 4655 w 9310"/>
                  <a:gd name="T65" fmla="*/ 8448 h 12286"/>
                  <a:gd name="T66" fmla="*/ 4964 w 9310"/>
                  <a:gd name="T67" fmla="*/ 8559 h 12286"/>
                  <a:gd name="T68" fmla="*/ 7633 w 9310"/>
                  <a:gd name="T69" fmla="*/ 11273 h 12286"/>
                  <a:gd name="T70" fmla="*/ 7902 w 9310"/>
                  <a:gd name="T71" fmla="*/ 11326 h 12286"/>
                  <a:gd name="T72" fmla="*/ 8215 w 9310"/>
                  <a:gd name="T73" fmla="*/ 11182 h 12286"/>
                  <a:gd name="T74" fmla="*/ 8349 w 9310"/>
                  <a:gd name="T75" fmla="*/ 10897 h 12286"/>
                  <a:gd name="T76" fmla="*/ 8408 w 9310"/>
                  <a:gd name="T77" fmla="*/ 10618 h 12286"/>
                  <a:gd name="T78" fmla="*/ 8687 w 9310"/>
                  <a:gd name="T79" fmla="*/ 10387 h 12286"/>
                  <a:gd name="T80" fmla="*/ 8974 w 9310"/>
                  <a:gd name="T81" fmla="*/ 10387 h 12286"/>
                  <a:gd name="T82" fmla="*/ 9253 w 9310"/>
                  <a:gd name="T83" fmla="*/ 10618 h 12286"/>
                  <a:gd name="T84" fmla="*/ 9309 w 9310"/>
                  <a:gd name="T85" fmla="*/ 10920 h 12286"/>
                  <a:gd name="T86" fmla="*/ 9174 w 9310"/>
                  <a:gd name="T87" fmla="*/ 11466 h 12286"/>
                  <a:gd name="T88" fmla="*/ 8890 w 9310"/>
                  <a:gd name="T89" fmla="*/ 11865 h 12286"/>
                  <a:gd name="T90" fmla="*/ 8474 w 9310"/>
                  <a:gd name="T91" fmla="*/ 12151 h 12286"/>
                  <a:gd name="T92" fmla="*/ 7913 w 9310"/>
                  <a:gd name="T93" fmla="*/ 12286 h 12286"/>
                  <a:gd name="T94" fmla="*/ 7489 w 9310"/>
                  <a:gd name="T95" fmla="*/ 12242 h 12286"/>
                  <a:gd name="T96" fmla="*/ 6997 w 9310"/>
                  <a:gd name="T97" fmla="*/ 12001 h 12286"/>
                  <a:gd name="T98" fmla="*/ 2472 w 9310"/>
                  <a:gd name="T99" fmla="*/ 11859 h 12286"/>
                  <a:gd name="T100" fmla="*/ 2080 w 9310"/>
                  <a:gd name="T101" fmla="*/ 12145 h 12286"/>
                  <a:gd name="T102" fmla="*/ 1545 w 9310"/>
                  <a:gd name="T103" fmla="*/ 12285 h 1228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310" h="12286">
                    <a:moveTo>
                      <a:pt x="1447" y="12286"/>
                    </a:moveTo>
                    <a:lnTo>
                      <a:pt x="1375" y="12286"/>
                    </a:lnTo>
                    <a:lnTo>
                      <a:pt x="1232" y="12272"/>
                    </a:lnTo>
                    <a:lnTo>
                      <a:pt x="1093" y="12245"/>
                    </a:lnTo>
                    <a:lnTo>
                      <a:pt x="957" y="12203"/>
                    </a:lnTo>
                    <a:lnTo>
                      <a:pt x="826" y="12150"/>
                    </a:lnTo>
                    <a:lnTo>
                      <a:pt x="700" y="12085"/>
                    </a:lnTo>
                    <a:lnTo>
                      <a:pt x="582" y="12007"/>
                    </a:lnTo>
                    <a:lnTo>
                      <a:pt x="471" y="11918"/>
                    </a:lnTo>
                    <a:lnTo>
                      <a:pt x="419" y="11869"/>
                    </a:lnTo>
                    <a:lnTo>
                      <a:pt x="370" y="11818"/>
                    </a:lnTo>
                    <a:lnTo>
                      <a:pt x="279" y="11710"/>
                    </a:lnTo>
                    <a:lnTo>
                      <a:pt x="202" y="11595"/>
                    </a:lnTo>
                    <a:lnTo>
                      <a:pt x="135" y="11471"/>
                    </a:lnTo>
                    <a:lnTo>
                      <a:pt x="82" y="11343"/>
                    </a:lnTo>
                    <a:lnTo>
                      <a:pt x="42" y="11209"/>
                    </a:lnTo>
                    <a:lnTo>
                      <a:pt x="14" y="11070"/>
                    </a:lnTo>
                    <a:lnTo>
                      <a:pt x="1" y="10927"/>
                    </a:lnTo>
                    <a:lnTo>
                      <a:pt x="0" y="10855"/>
                    </a:lnTo>
                    <a:lnTo>
                      <a:pt x="0" y="1919"/>
                    </a:lnTo>
                    <a:lnTo>
                      <a:pt x="1" y="1821"/>
                    </a:lnTo>
                    <a:lnTo>
                      <a:pt x="22" y="1627"/>
                    </a:lnTo>
                    <a:lnTo>
                      <a:pt x="60" y="1440"/>
                    </a:lnTo>
                    <a:lnTo>
                      <a:pt x="117" y="1260"/>
                    </a:lnTo>
                    <a:lnTo>
                      <a:pt x="189" y="1089"/>
                    </a:lnTo>
                    <a:lnTo>
                      <a:pt x="278" y="924"/>
                    </a:lnTo>
                    <a:lnTo>
                      <a:pt x="382" y="772"/>
                    </a:lnTo>
                    <a:lnTo>
                      <a:pt x="498" y="629"/>
                    </a:lnTo>
                    <a:lnTo>
                      <a:pt x="629" y="498"/>
                    </a:lnTo>
                    <a:lnTo>
                      <a:pt x="772" y="382"/>
                    </a:lnTo>
                    <a:lnTo>
                      <a:pt x="924" y="278"/>
                    </a:lnTo>
                    <a:lnTo>
                      <a:pt x="1088" y="189"/>
                    </a:lnTo>
                    <a:lnTo>
                      <a:pt x="1260" y="117"/>
                    </a:lnTo>
                    <a:lnTo>
                      <a:pt x="1440" y="60"/>
                    </a:lnTo>
                    <a:lnTo>
                      <a:pt x="1627" y="22"/>
                    </a:lnTo>
                    <a:lnTo>
                      <a:pt x="1821" y="1"/>
                    </a:lnTo>
                    <a:lnTo>
                      <a:pt x="1919" y="0"/>
                    </a:lnTo>
                    <a:lnTo>
                      <a:pt x="7390" y="0"/>
                    </a:lnTo>
                    <a:lnTo>
                      <a:pt x="7489" y="1"/>
                    </a:lnTo>
                    <a:lnTo>
                      <a:pt x="7682" y="22"/>
                    </a:lnTo>
                    <a:lnTo>
                      <a:pt x="7869" y="60"/>
                    </a:lnTo>
                    <a:lnTo>
                      <a:pt x="8049" y="117"/>
                    </a:lnTo>
                    <a:lnTo>
                      <a:pt x="8222" y="189"/>
                    </a:lnTo>
                    <a:lnTo>
                      <a:pt x="8385" y="278"/>
                    </a:lnTo>
                    <a:lnTo>
                      <a:pt x="8539" y="382"/>
                    </a:lnTo>
                    <a:lnTo>
                      <a:pt x="8681" y="498"/>
                    </a:lnTo>
                    <a:lnTo>
                      <a:pt x="8811" y="629"/>
                    </a:lnTo>
                    <a:lnTo>
                      <a:pt x="8929" y="772"/>
                    </a:lnTo>
                    <a:lnTo>
                      <a:pt x="9033" y="924"/>
                    </a:lnTo>
                    <a:lnTo>
                      <a:pt x="9120" y="1089"/>
                    </a:lnTo>
                    <a:lnTo>
                      <a:pt x="9194" y="1260"/>
                    </a:lnTo>
                    <a:lnTo>
                      <a:pt x="9250" y="1440"/>
                    </a:lnTo>
                    <a:lnTo>
                      <a:pt x="9289" y="1627"/>
                    </a:lnTo>
                    <a:lnTo>
                      <a:pt x="9308" y="1821"/>
                    </a:lnTo>
                    <a:lnTo>
                      <a:pt x="9310" y="1919"/>
                    </a:lnTo>
                    <a:lnTo>
                      <a:pt x="9310" y="8471"/>
                    </a:lnTo>
                    <a:lnTo>
                      <a:pt x="9308" y="8521"/>
                    </a:lnTo>
                    <a:lnTo>
                      <a:pt x="9289" y="8615"/>
                    </a:lnTo>
                    <a:lnTo>
                      <a:pt x="9253" y="8700"/>
                    </a:lnTo>
                    <a:lnTo>
                      <a:pt x="9201" y="8777"/>
                    </a:lnTo>
                    <a:lnTo>
                      <a:pt x="9136" y="8842"/>
                    </a:lnTo>
                    <a:lnTo>
                      <a:pt x="9058" y="8894"/>
                    </a:lnTo>
                    <a:lnTo>
                      <a:pt x="8974" y="8930"/>
                    </a:lnTo>
                    <a:lnTo>
                      <a:pt x="8880" y="8949"/>
                    </a:lnTo>
                    <a:lnTo>
                      <a:pt x="8830" y="8952"/>
                    </a:lnTo>
                    <a:lnTo>
                      <a:pt x="8781" y="8949"/>
                    </a:lnTo>
                    <a:lnTo>
                      <a:pt x="8687" y="8930"/>
                    </a:lnTo>
                    <a:lnTo>
                      <a:pt x="8601" y="8894"/>
                    </a:lnTo>
                    <a:lnTo>
                      <a:pt x="8524" y="8842"/>
                    </a:lnTo>
                    <a:lnTo>
                      <a:pt x="8460" y="8777"/>
                    </a:lnTo>
                    <a:lnTo>
                      <a:pt x="8408" y="8700"/>
                    </a:lnTo>
                    <a:lnTo>
                      <a:pt x="8370" y="8615"/>
                    </a:lnTo>
                    <a:lnTo>
                      <a:pt x="8352" y="8521"/>
                    </a:lnTo>
                    <a:lnTo>
                      <a:pt x="8350" y="8471"/>
                    </a:lnTo>
                    <a:lnTo>
                      <a:pt x="8350" y="1919"/>
                    </a:lnTo>
                    <a:lnTo>
                      <a:pt x="8349" y="1870"/>
                    </a:lnTo>
                    <a:lnTo>
                      <a:pt x="8340" y="1774"/>
                    </a:lnTo>
                    <a:lnTo>
                      <a:pt x="8320" y="1680"/>
                    </a:lnTo>
                    <a:lnTo>
                      <a:pt x="8293" y="1590"/>
                    </a:lnTo>
                    <a:lnTo>
                      <a:pt x="8255" y="1503"/>
                    </a:lnTo>
                    <a:lnTo>
                      <a:pt x="8211" y="1423"/>
                    </a:lnTo>
                    <a:lnTo>
                      <a:pt x="8160" y="1346"/>
                    </a:lnTo>
                    <a:lnTo>
                      <a:pt x="8101" y="1274"/>
                    </a:lnTo>
                    <a:lnTo>
                      <a:pt x="8035" y="1209"/>
                    </a:lnTo>
                    <a:lnTo>
                      <a:pt x="7964" y="1150"/>
                    </a:lnTo>
                    <a:lnTo>
                      <a:pt x="7888" y="1099"/>
                    </a:lnTo>
                    <a:lnTo>
                      <a:pt x="7806" y="1054"/>
                    </a:lnTo>
                    <a:lnTo>
                      <a:pt x="7720" y="1018"/>
                    </a:lnTo>
                    <a:lnTo>
                      <a:pt x="7630" y="989"/>
                    </a:lnTo>
                    <a:lnTo>
                      <a:pt x="7537" y="970"/>
                    </a:lnTo>
                    <a:lnTo>
                      <a:pt x="7440" y="960"/>
                    </a:lnTo>
                    <a:lnTo>
                      <a:pt x="7390" y="960"/>
                    </a:lnTo>
                    <a:lnTo>
                      <a:pt x="1919" y="960"/>
                    </a:lnTo>
                    <a:lnTo>
                      <a:pt x="1870" y="960"/>
                    </a:lnTo>
                    <a:lnTo>
                      <a:pt x="1774" y="970"/>
                    </a:lnTo>
                    <a:lnTo>
                      <a:pt x="1680" y="989"/>
                    </a:lnTo>
                    <a:lnTo>
                      <a:pt x="1589" y="1018"/>
                    </a:lnTo>
                    <a:lnTo>
                      <a:pt x="1503" y="1054"/>
                    </a:lnTo>
                    <a:lnTo>
                      <a:pt x="1422" y="1099"/>
                    </a:lnTo>
                    <a:lnTo>
                      <a:pt x="1346" y="1150"/>
                    </a:lnTo>
                    <a:lnTo>
                      <a:pt x="1274" y="1209"/>
                    </a:lnTo>
                    <a:lnTo>
                      <a:pt x="1209" y="1274"/>
                    </a:lnTo>
                    <a:lnTo>
                      <a:pt x="1150" y="1346"/>
                    </a:lnTo>
                    <a:lnTo>
                      <a:pt x="1098" y="1423"/>
                    </a:lnTo>
                    <a:lnTo>
                      <a:pt x="1054" y="1503"/>
                    </a:lnTo>
                    <a:lnTo>
                      <a:pt x="1018" y="1590"/>
                    </a:lnTo>
                    <a:lnTo>
                      <a:pt x="989" y="1680"/>
                    </a:lnTo>
                    <a:lnTo>
                      <a:pt x="970" y="1774"/>
                    </a:lnTo>
                    <a:lnTo>
                      <a:pt x="960" y="1870"/>
                    </a:lnTo>
                    <a:lnTo>
                      <a:pt x="960" y="1919"/>
                    </a:lnTo>
                    <a:lnTo>
                      <a:pt x="960" y="10855"/>
                    </a:lnTo>
                    <a:lnTo>
                      <a:pt x="962" y="10904"/>
                    </a:lnTo>
                    <a:lnTo>
                      <a:pt x="978" y="10995"/>
                    </a:lnTo>
                    <a:lnTo>
                      <a:pt x="1011" y="11078"/>
                    </a:lnTo>
                    <a:lnTo>
                      <a:pt x="1061" y="11152"/>
                    </a:lnTo>
                    <a:lnTo>
                      <a:pt x="1091" y="11185"/>
                    </a:lnTo>
                    <a:lnTo>
                      <a:pt x="1129" y="11218"/>
                    </a:lnTo>
                    <a:lnTo>
                      <a:pt x="1212" y="11271"/>
                    </a:lnTo>
                    <a:lnTo>
                      <a:pt x="1306" y="11307"/>
                    </a:lnTo>
                    <a:lnTo>
                      <a:pt x="1405" y="11326"/>
                    </a:lnTo>
                    <a:lnTo>
                      <a:pt x="1456" y="11327"/>
                    </a:lnTo>
                    <a:lnTo>
                      <a:pt x="1504" y="11325"/>
                    </a:lnTo>
                    <a:lnTo>
                      <a:pt x="1595" y="11307"/>
                    </a:lnTo>
                    <a:lnTo>
                      <a:pt x="1677" y="11273"/>
                    </a:lnTo>
                    <a:lnTo>
                      <a:pt x="1751" y="11222"/>
                    </a:lnTo>
                    <a:lnTo>
                      <a:pt x="1784" y="11191"/>
                    </a:lnTo>
                    <a:lnTo>
                      <a:pt x="4310" y="8592"/>
                    </a:lnTo>
                    <a:lnTo>
                      <a:pt x="4346" y="8559"/>
                    </a:lnTo>
                    <a:lnTo>
                      <a:pt x="4426" y="8505"/>
                    </a:lnTo>
                    <a:lnTo>
                      <a:pt x="4513" y="8468"/>
                    </a:lnTo>
                    <a:lnTo>
                      <a:pt x="4607" y="8449"/>
                    </a:lnTo>
                    <a:lnTo>
                      <a:pt x="4655" y="8448"/>
                    </a:lnTo>
                    <a:lnTo>
                      <a:pt x="4703" y="8449"/>
                    </a:lnTo>
                    <a:lnTo>
                      <a:pt x="4797" y="8468"/>
                    </a:lnTo>
                    <a:lnTo>
                      <a:pt x="4885" y="8505"/>
                    </a:lnTo>
                    <a:lnTo>
                      <a:pt x="4964" y="8559"/>
                    </a:lnTo>
                    <a:lnTo>
                      <a:pt x="4999" y="8592"/>
                    </a:lnTo>
                    <a:lnTo>
                      <a:pt x="7527" y="11191"/>
                    </a:lnTo>
                    <a:lnTo>
                      <a:pt x="7560" y="11222"/>
                    </a:lnTo>
                    <a:lnTo>
                      <a:pt x="7633" y="11273"/>
                    </a:lnTo>
                    <a:lnTo>
                      <a:pt x="7714" y="11307"/>
                    </a:lnTo>
                    <a:lnTo>
                      <a:pt x="7803" y="11325"/>
                    </a:lnTo>
                    <a:lnTo>
                      <a:pt x="7852" y="11327"/>
                    </a:lnTo>
                    <a:lnTo>
                      <a:pt x="7902" y="11326"/>
                    </a:lnTo>
                    <a:lnTo>
                      <a:pt x="8002" y="11306"/>
                    </a:lnTo>
                    <a:lnTo>
                      <a:pt x="8095" y="11270"/>
                    </a:lnTo>
                    <a:lnTo>
                      <a:pt x="8179" y="11215"/>
                    </a:lnTo>
                    <a:lnTo>
                      <a:pt x="8215" y="11182"/>
                    </a:lnTo>
                    <a:lnTo>
                      <a:pt x="8248" y="11148"/>
                    </a:lnTo>
                    <a:lnTo>
                      <a:pt x="8298" y="11073"/>
                    </a:lnTo>
                    <a:lnTo>
                      <a:pt x="8331" y="10989"/>
                    </a:lnTo>
                    <a:lnTo>
                      <a:pt x="8349" y="10897"/>
                    </a:lnTo>
                    <a:lnTo>
                      <a:pt x="8350" y="10847"/>
                    </a:lnTo>
                    <a:lnTo>
                      <a:pt x="8352" y="10798"/>
                    </a:lnTo>
                    <a:lnTo>
                      <a:pt x="8370" y="10704"/>
                    </a:lnTo>
                    <a:lnTo>
                      <a:pt x="8408" y="10618"/>
                    </a:lnTo>
                    <a:lnTo>
                      <a:pt x="8460" y="10541"/>
                    </a:lnTo>
                    <a:lnTo>
                      <a:pt x="8524" y="10477"/>
                    </a:lnTo>
                    <a:lnTo>
                      <a:pt x="8601" y="10425"/>
                    </a:lnTo>
                    <a:lnTo>
                      <a:pt x="8687" y="10387"/>
                    </a:lnTo>
                    <a:lnTo>
                      <a:pt x="8781" y="10369"/>
                    </a:lnTo>
                    <a:lnTo>
                      <a:pt x="8830" y="10367"/>
                    </a:lnTo>
                    <a:lnTo>
                      <a:pt x="8880" y="10369"/>
                    </a:lnTo>
                    <a:lnTo>
                      <a:pt x="8974" y="10387"/>
                    </a:lnTo>
                    <a:lnTo>
                      <a:pt x="9058" y="10425"/>
                    </a:lnTo>
                    <a:lnTo>
                      <a:pt x="9136" y="10477"/>
                    </a:lnTo>
                    <a:lnTo>
                      <a:pt x="9201" y="10541"/>
                    </a:lnTo>
                    <a:lnTo>
                      <a:pt x="9253" y="10618"/>
                    </a:lnTo>
                    <a:lnTo>
                      <a:pt x="9289" y="10704"/>
                    </a:lnTo>
                    <a:lnTo>
                      <a:pt x="9308" y="10798"/>
                    </a:lnTo>
                    <a:lnTo>
                      <a:pt x="9310" y="10847"/>
                    </a:lnTo>
                    <a:lnTo>
                      <a:pt x="9309" y="10920"/>
                    </a:lnTo>
                    <a:lnTo>
                      <a:pt x="9295" y="11063"/>
                    </a:lnTo>
                    <a:lnTo>
                      <a:pt x="9267" y="11202"/>
                    </a:lnTo>
                    <a:lnTo>
                      <a:pt x="9227" y="11336"/>
                    </a:lnTo>
                    <a:lnTo>
                      <a:pt x="9174" y="11466"/>
                    </a:lnTo>
                    <a:lnTo>
                      <a:pt x="9107" y="11588"/>
                    </a:lnTo>
                    <a:lnTo>
                      <a:pt x="9030" y="11705"/>
                    </a:lnTo>
                    <a:lnTo>
                      <a:pt x="8939" y="11814"/>
                    </a:lnTo>
                    <a:lnTo>
                      <a:pt x="8890" y="11865"/>
                    </a:lnTo>
                    <a:lnTo>
                      <a:pt x="8837" y="11915"/>
                    </a:lnTo>
                    <a:lnTo>
                      <a:pt x="8724" y="12006"/>
                    </a:lnTo>
                    <a:lnTo>
                      <a:pt x="8602" y="12085"/>
                    </a:lnTo>
                    <a:lnTo>
                      <a:pt x="8474" y="12151"/>
                    </a:lnTo>
                    <a:lnTo>
                      <a:pt x="8340" y="12206"/>
                    </a:lnTo>
                    <a:lnTo>
                      <a:pt x="8200" y="12246"/>
                    </a:lnTo>
                    <a:lnTo>
                      <a:pt x="8058" y="12273"/>
                    </a:lnTo>
                    <a:lnTo>
                      <a:pt x="7913" y="12286"/>
                    </a:lnTo>
                    <a:lnTo>
                      <a:pt x="7841" y="12286"/>
                    </a:lnTo>
                    <a:lnTo>
                      <a:pt x="7767" y="12285"/>
                    </a:lnTo>
                    <a:lnTo>
                      <a:pt x="7626" y="12269"/>
                    </a:lnTo>
                    <a:lnTo>
                      <a:pt x="7489" y="12242"/>
                    </a:lnTo>
                    <a:lnTo>
                      <a:pt x="7358" y="12200"/>
                    </a:lnTo>
                    <a:lnTo>
                      <a:pt x="7232" y="12147"/>
                    </a:lnTo>
                    <a:lnTo>
                      <a:pt x="7111" y="12079"/>
                    </a:lnTo>
                    <a:lnTo>
                      <a:pt x="6997" y="12001"/>
                    </a:lnTo>
                    <a:lnTo>
                      <a:pt x="6889" y="11911"/>
                    </a:lnTo>
                    <a:lnTo>
                      <a:pt x="6839" y="11859"/>
                    </a:lnTo>
                    <a:lnTo>
                      <a:pt x="4655" y="9615"/>
                    </a:lnTo>
                    <a:lnTo>
                      <a:pt x="2472" y="11859"/>
                    </a:lnTo>
                    <a:lnTo>
                      <a:pt x="2422" y="11909"/>
                    </a:lnTo>
                    <a:lnTo>
                      <a:pt x="2315" y="12000"/>
                    </a:lnTo>
                    <a:lnTo>
                      <a:pt x="2201" y="12079"/>
                    </a:lnTo>
                    <a:lnTo>
                      <a:pt x="2080" y="12145"/>
                    </a:lnTo>
                    <a:lnTo>
                      <a:pt x="1955" y="12199"/>
                    </a:lnTo>
                    <a:lnTo>
                      <a:pt x="1823" y="12240"/>
                    </a:lnTo>
                    <a:lnTo>
                      <a:pt x="1686" y="12269"/>
                    </a:lnTo>
                    <a:lnTo>
                      <a:pt x="1545" y="12285"/>
                    </a:lnTo>
                    <a:lnTo>
                      <a:pt x="1473" y="12286"/>
                    </a:lnTo>
                    <a:lnTo>
                      <a:pt x="1460" y="12286"/>
                    </a:lnTo>
                    <a:lnTo>
                      <a:pt x="1447" y="12286"/>
                    </a:lnTo>
                    <a:close/>
                  </a:path>
                </a:pathLst>
              </a:custGeom>
              <a:solidFill>
                <a:srgbClr val="fed8c3"/>
              </a:solidFill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0" name="Group 12"/>
              <p:cNvGrpSpPr>
                <a:grpSpLocks noChangeAspect="1"/>
              </p:cNvGrpSpPr>
              <p:nvPr/>
            </p:nvGrpSpPr>
            <p:grpSpPr>
              <a:xfrm rot="0">
                <a:off x="392680" y="1495425"/>
                <a:ext cx="150738" cy="119909"/>
                <a:chOff x="6124" y="305"/>
                <a:chExt cx="841" cy="669"/>
              </a:xfrm>
              <a:solidFill>
                <a:srgbClr val="fed8c3"/>
              </a:solidFill>
            </p:grpSpPr>
            <p:sp>
              <p:nvSpPr>
                <p:cNvPr id="18" name="Freeform 13"/>
                <p:cNvSpPr/>
                <p:nvPr/>
              </p:nvSpPr>
              <p:spPr>
                <a:xfrm>
                  <a:off x="6244" y="440"/>
                  <a:ext cx="601" cy="534"/>
                </a:xfrm>
                <a:custGeom>
                  <a:avLst/>
                  <a:gdLst>
                    <a:gd name="T0" fmla="*/ 902 w 1802"/>
                    <a:gd name="T1" fmla="*/ 0 h 1602"/>
                    <a:gd name="T2" fmla="*/ 2 w 1802"/>
                    <a:gd name="T3" fmla="*/ 742 h 1602"/>
                    <a:gd name="T4" fmla="*/ 2 w 1802"/>
                    <a:gd name="T5" fmla="*/ 743 h 1602"/>
                    <a:gd name="T6" fmla="*/ 2 w 1802"/>
                    <a:gd name="T7" fmla="*/ 746 h 1602"/>
                    <a:gd name="T8" fmla="*/ 0 w 1802"/>
                    <a:gd name="T9" fmla="*/ 749 h 1602"/>
                    <a:gd name="T10" fmla="*/ 0 w 1802"/>
                    <a:gd name="T11" fmla="*/ 751 h 1602"/>
                    <a:gd name="T12" fmla="*/ 0 w 1802"/>
                    <a:gd name="T13" fmla="*/ 1501 h 1602"/>
                    <a:gd name="T14" fmla="*/ 2 w 1802"/>
                    <a:gd name="T15" fmla="*/ 1521 h 1602"/>
                    <a:gd name="T16" fmla="*/ 16 w 1802"/>
                    <a:gd name="T17" fmla="*/ 1557 h 1602"/>
                    <a:gd name="T18" fmla="*/ 30 w 1802"/>
                    <a:gd name="T19" fmla="*/ 1572 h 1602"/>
                    <a:gd name="T20" fmla="*/ 45 w 1802"/>
                    <a:gd name="T21" fmla="*/ 1586 h 1602"/>
                    <a:gd name="T22" fmla="*/ 81 w 1802"/>
                    <a:gd name="T23" fmla="*/ 1601 h 1602"/>
                    <a:gd name="T24" fmla="*/ 100 w 1802"/>
                    <a:gd name="T25" fmla="*/ 1602 h 1602"/>
                    <a:gd name="T26" fmla="*/ 702 w 1802"/>
                    <a:gd name="T27" fmla="*/ 1602 h 1602"/>
                    <a:gd name="T28" fmla="*/ 702 w 1802"/>
                    <a:gd name="T29" fmla="*/ 1001 h 1602"/>
                    <a:gd name="T30" fmla="*/ 1102 w 1802"/>
                    <a:gd name="T31" fmla="*/ 1001 h 1602"/>
                    <a:gd name="T32" fmla="*/ 1102 w 1802"/>
                    <a:gd name="T33" fmla="*/ 1602 h 1602"/>
                    <a:gd name="T34" fmla="*/ 1703 w 1802"/>
                    <a:gd name="T35" fmla="*/ 1602 h 1602"/>
                    <a:gd name="T36" fmla="*/ 1723 w 1802"/>
                    <a:gd name="T37" fmla="*/ 1601 h 1602"/>
                    <a:gd name="T38" fmla="*/ 1758 w 1802"/>
                    <a:gd name="T39" fmla="*/ 1586 h 1602"/>
                    <a:gd name="T40" fmla="*/ 1773 w 1802"/>
                    <a:gd name="T41" fmla="*/ 1572 h 1602"/>
                    <a:gd name="T42" fmla="*/ 1786 w 1802"/>
                    <a:gd name="T43" fmla="*/ 1557 h 1602"/>
                    <a:gd name="T44" fmla="*/ 1802 w 1802"/>
                    <a:gd name="T45" fmla="*/ 1521 h 1602"/>
                    <a:gd name="T46" fmla="*/ 1802 w 1802"/>
                    <a:gd name="T47" fmla="*/ 1501 h 1602"/>
                    <a:gd name="T48" fmla="*/ 1802 w 1802"/>
                    <a:gd name="T49" fmla="*/ 751 h 1602"/>
                    <a:gd name="T50" fmla="*/ 1802 w 1802"/>
                    <a:gd name="T51" fmla="*/ 745 h 1602"/>
                    <a:gd name="T52" fmla="*/ 1801 w 1802"/>
                    <a:gd name="T53" fmla="*/ 742 h 1602"/>
                    <a:gd name="T54" fmla="*/ 902 w 1802"/>
                    <a:gd name="T55" fmla="*/ 0 h 1602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802" h="1602">
                      <a:moveTo>
                        <a:pt x="902" y="0"/>
                      </a:moveTo>
                      <a:lnTo>
                        <a:pt x="2" y="742"/>
                      </a:lnTo>
                      <a:lnTo>
                        <a:pt x="2" y="743"/>
                      </a:lnTo>
                      <a:lnTo>
                        <a:pt x="2" y="746"/>
                      </a:lnTo>
                      <a:lnTo>
                        <a:pt x="0" y="749"/>
                      </a:lnTo>
                      <a:lnTo>
                        <a:pt x="0" y="751"/>
                      </a:lnTo>
                      <a:lnTo>
                        <a:pt x="0" y="1501"/>
                      </a:lnTo>
                      <a:lnTo>
                        <a:pt x="2" y="1521"/>
                      </a:lnTo>
                      <a:lnTo>
                        <a:pt x="16" y="1557"/>
                      </a:lnTo>
                      <a:lnTo>
                        <a:pt x="30" y="1572"/>
                      </a:lnTo>
                      <a:lnTo>
                        <a:pt x="45" y="1586"/>
                      </a:lnTo>
                      <a:lnTo>
                        <a:pt x="81" y="1601"/>
                      </a:lnTo>
                      <a:lnTo>
                        <a:pt x="100" y="1602"/>
                      </a:lnTo>
                      <a:lnTo>
                        <a:pt x="702" y="1602"/>
                      </a:lnTo>
                      <a:lnTo>
                        <a:pt x="702" y="1001"/>
                      </a:lnTo>
                      <a:lnTo>
                        <a:pt x="1102" y="1001"/>
                      </a:lnTo>
                      <a:lnTo>
                        <a:pt x="1102" y="1602"/>
                      </a:lnTo>
                      <a:lnTo>
                        <a:pt x="1703" y="1602"/>
                      </a:lnTo>
                      <a:lnTo>
                        <a:pt x="1723" y="1601"/>
                      </a:lnTo>
                      <a:lnTo>
                        <a:pt x="1758" y="1586"/>
                      </a:lnTo>
                      <a:lnTo>
                        <a:pt x="1773" y="1572"/>
                      </a:lnTo>
                      <a:lnTo>
                        <a:pt x="1786" y="1557"/>
                      </a:lnTo>
                      <a:lnTo>
                        <a:pt x="1802" y="1521"/>
                      </a:lnTo>
                      <a:lnTo>
                        <a:pt x="1802" y="1501"/>
                      </a:lnTo>
                      <a:lnTo>
                        <a:pt x="1802" y="751"/>
                      </a:lnTo>
                      <a:lnTo>
                        <a:pt x="1802" y="745"/>
                      </a:lnTo>
                      <a:lnTo>
                        <a:pt x="1801" y="742"/>
                      </a:lnTo>
                      <a:lnTo>
                        <a:pt x="90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lvl="0"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9" name="Freeform 14"/>
                <p:cNvSpPr/>
                <p:nvPr/>
              </p:nvSpPr>
              <p:spPr>
                <a:xfrm>
                  <a:off x="6124" y="305"/>
                  <a:ext cx="841" cy="394"/>
                </a:xfrm>
                <a:custGeom>
                  <a:avLst/>
                  <a:gdLst>
                    <a:gd name="T0" fmla="*/ 2505 w 2522"/>
                    <a:gd name="T1" fmla="*/ 978 h 1181"/>
                    <a:gd name="T2" fmla="*/ 2162 w 2522"/>
                    <a:gd name="T3" fmla="*/ 694 h 1181"/>
                    <a:gd name="T4" fmla="*/ 2162 w 2522"/>
                    <a:gd name="T5" fmla="*/ 54 h 1181"/>
                    <a:gd name="T6" fmla="*/ 2162 w 2522"/>
                    <a:gd name="T7" fmla="*/ 44 h 1181"/>
                    <a:gd name="T8" fmla="*/ 2155 w 2522"/>
                    <a:gd name="T9" fmla="*/ 26 h 1181"/>
                    <a:gd name="T10" fmla="*/ 2149 w 2522"/>
                    <a:gd name="T11" fmla="*/ 18 h 1181"/>
                    <a:gd name="T12" fmla="*/ 2141 w 2522"/>
                    <a:gd name="T13" fmla="*/ 13 h 1181"/>
                    <a:gd name="T14" fmla="*/ 2123 w 2522"/>
                    <a:gd name="T15" fmla="*/ 5 h 1181"/>
                    <a:gd name="T16" fmla="*/ 2113 w 2522"/>
                    <a:gd name="T17" fmla="*/ 5 h 1181"/>
                    <a:gd name="T18" fmla="*/ 1812 w 2522"/>
                    <a:gd name="T19" fmla="*/ 5 h 1181"/>
                    <a:gd name="T20" fmla="*/ 1802 w 2522"/>
                    <a:gd name="T21" fmla="*/ 5 h 1181"/>
                    <a:gd name="T22" fmla="*/ 1783 w 2522"/>
                    <a:gd name="T23" fmla="*/ 13 h 1181"/>
                    <a:gd name="T24" fmla="*/ 1776 w 2522"/>
                    <a:gd name="T25" fmla="*/ 18 h 1181"/>
                    <a:gd name="T26" fmla="*/ 1770 w 2522"/>
                    <a:gd name="T27" fmla="*/ 26 h 1181"/>
                    <a:gd name="T28" fmla="*/ 1763 w 2522"/>
                    <a:gd name="T29" fmla="*/ 44 h 1181"/>
                    <a:gd name="T30" fmla="*/ 1762 w 2522"/>
                    <a:gd name="T31" fmla="*/ 54 h 1181"/>
                    <a:gd name="T32" fmla="*/ 1762 w 2522"/>
                    <a:gd name="T33" fmla="*/ 360 h 1181"/>
                    <a:gd name="T34" fmla="*/ 1380 w 2522"/>
                    <a:gd name="T35" fmla="*/ 41 h 1181"/>
                    <a:gd name="T36" fmla="*/ 1354 w 2522"/>
                    <a:gd name="T37" fmla="*/ 23 h 1181"/>
                    <a:gd name="T38" fmla="*/ 1295 w 2522"/>
                    <a:gd name="T39" fmla="*/ 1 h 1181"/>
                    <a:gd name="T40" fmla="*/ 1262 w 2522"/>
                    <a:gd name="T41" fmla="*/ 0 h 1181"/>
                    <a:gd name="T42" fmla="*/ 1227 w 2522"/>
                    <a:gd name="T43" fmla="*/ 1 h 1181"/>
                    <a:gd name="T44" fmla="*/ 1168 w 2522"/>
                    <a:gd name="T45" fmla="*/ 23 h 1181"/>
                    <a:gd name="T46" fmla="*/ 1142 w 2522"/>
                    <a:gd name="T47" fmla="*/ 41 h 1181"/>
                    <a:gd name="T48" fmla="*/ 17 w 2522"/>
                    <a:gd name="T49" fmla="*/ 978 h 1181"/>
                    <a:gd name="T50" fmla="*/ 10 w 2522"/>
                    <a:gd name="T51" fmla="*/ 985 h 1181"/>
                    <a:gd name="T52" fmla="*/ 1 w 2522"/>
                    <a:gd name="T53" fmla="*/ 1001 h 1181"/>
                    <a:gd name="T54" fmla="*/ 0 w 2522"/>
                    <a:gd name="T55" fmla="*/ 1012 h 1181"/>
                    <a:gd name="T56" fmla="*/ 0 w 2522"/>
                    <a:gd name="T57" fmla="*/ 1023 h 1181"/>
                    <a:gd name="T58" fmla="*/ 6 w 2522"/>
                    <a:gd name="T59" fmla="*/ 1040 h 1181"/>
                    <a:gd name="T60" fmla="*/ 12 w 2522"/>
                    <a:gd name="T61" fmla="*/ 1048 h 1181"/>
                    <a:gd name="T62" fmla="*/ 108 w 2522"/>
                    <a:gd name="T63" fmla="*/ 1164 h 1181"/>
                    <a:gd name="T64" fmla="*/ 122 w 2522"/>
                    <a:gd name="T65" fmla="*/ 1177 h 1181"/>
                    <a:gd name="T66" fmla="*/ 141 w 2522"/>
                    <a:gd name="T67" fmla="*/ 1181 h 1181"/>
                    <a:gd name="T68" fmla="*/ 160 w 2522"/>
                    <a:gd name="T69" fmla="*/ 1181 h 1181"/>
                    <a:gd name="T70" fmla="*/ 179 w 2522"/>
                    <a:gd name="T71" fmla="*/ 1171 h 1181"/>
                    <a:gd name="T72" fmla="*/ 1262 w 2522"/>
                    <a:gd name="T73" fmla="*/ 268 h 1181"/>
                    <a:gd name="T74" fmla="*/ 2344 w 2522"/>
                    <a:gd name="T75" fmla="*/ 1171 h 1181"/>
                    <a:gd name="T76" fmla="*/ 2358 w 2522"/>
                    <a:gd name="T77" fmla="*/ 1180 h 1181"/>
                    <a:gd name="T78" fmla="*/ 2377 w 2522"/>
                    <a:gd name="T79" fmla="*/ 1181 h 1181"/>
                    <a:gd name="T80" fmla="*/ 2383 w 2522"/>
                    <a:gd name="T81" fmla="*/ 1181 h 1181"/>
                    <a:gd name="T82" fmla="*/ 2401 w 2522"/>
                    <a:gd name="T83" fmla="*/ 1177 h 1181"/>
                    <a:gd name="T84" fmla="*/ 2414 w 2522"/>
                    <a:gd name="T85" fmla="*/ 1164 h 1181"/>
                    <a:gd name="T86" fmla="*/ 2512 w 2522"/>
                    <a:gd name="T87" fmla="*/ 1048 h 1181"/>
                    <a:gd name="T88" fmla="*/ 2518 w 2522"/>
                    <a:gd name="T89" fmla="*/ 1040 h 1181"/>
                    <a:gd name="T90" fmla="*/ 2522 w 2522"/>
                    <a:gd name="T91" fmla="*/ 1023 h 1181"/>
                    <a:gd name="T92" fmla="*/ 2522 w 2522"/>
                    <a:gd name="T93" fmla="*/ 1012 h 1181"/>
                    <a:gd name="T94" fmla="*/ 2521 w 2522"/>
                    <a:gd name="T95" fmla="*/ 1001 h 1181"/>
                    <a:gd name="T96" fmla="*/ 2512 w 2522"/>
                    <a:gd name="T97" fmla="*/ 985 h 1181"/>
                    <a:gd name="T98" fmla="*/ 2505 w 2522"/>
                    <a:gd name="T99" fmla="*/ 978 h 1181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2522" h="1181">
                      <a:moveTo>
                        <a:pt x="2505" y="978"/>
                      </a:moveTo>
                      <a:lnTo>
                        <a:pt x="2162" y="694"/>
                      </a:lnTo>
                      <a:lnTo>
                        <a:pt x="2162" y="54"/>
                      </a:lnTo>
                      <a:lnTo>
                        <a:pt x="2162" y="44"/>
                      </a:lnTo>
                      <a:lnTo>
                        <a:pt x="2155" y="26"/>
                      </a:lnTo>
                      <a:lnTo>
                        <a:pt x="2149" y="18"/>
                      </a:lnTo>
                      <a:lnTo>
                        <a:pt x="2141" y="13"/>
                      </a:lnTo>
                      <a:lnTo>
                        <a:pt x="2123" y="5"/>
                      </a:lnTo>
                      <a:lnTo>
                        <a:pt x="2113" y="5"/>
                      </a:lnTo>
                      <a:lnTo>
                        <a:pt x="1812" y="5"/>
                      </a:lnTo>
                      <a:lnTo>
                        <a:pt x="1802" y="5"/>
                      </a:lnTo>
                      <a:lnTo>
                        <a:pt x="1783" y="13"/>
                      </a:lnTo>
                      <a:lnTo>
                        <a:pt x="1776" y="18"/>
                      </a:lnTo>
                      <a:lnTo>
                        <a:pt x="1770" y="26"/>
                      </a:lnTo>
                      <a:lnTo>
                        <a:pt x="1763" y="44"/>
                      </a:lnTo>
                      <a:lnTo>
                        <a:pt x="1762" y="54"/>
                      </a:lnTo>
                      <a:lnTo>
                        <a:pt x="1762" y="360"/>
                      </a:lnTo>
                      <a:lnTo>
                        <a:pt x="1380" y="41"/>
                      </a:lnTo>
                      <a:lnTo>
                        <a:pt x="1354" y="23"/>
                      </a:lnTo>
                      <a:lnTo>
                        <a:pt x="1295" y="1"/>
                      </a:lnTo>
                      <a:lnTo>
                        <a:pt x="1262" y="0"/>
                      </a:lnTo>
                      <a:lnTo>
                        <a:pt x="1227" y="1"/>
                      </a:lnTo>
                      <a:lnTo>
                        <a:pt x="1168" y="23"/>
                      </a:lnTo>
                      <a:lnTo>
                        <a:pt x="1142" y="41"/>
                      </a:lnTo>
                      <a:lnTo>
                        <a:pt x="17" y="978"/>
                      </a:lnTo>
                      <a:lnTo>
                        <a:pt x="10" y="985"/>
                      </a:lnTo>
                      <a:lnTo>
                        <a:pt x="1" y="1001"/>
                      </a:lnTo>
                      <a:lnTo>
                        <a:pt x="0" y="1012"/>
                      </a:lnTo>
                      <a:lnTo>
                        <a:pt x="0" y="1023"/>
                      </a:lnTo>
                      <a:lnTo>
                        <a:pt x="6" y="1040"/>
                      </a:lnTo>
                      <a:lnTo>
                        <a:pt x="12" y="1048"/>
                      </a:lnTo>
                      <a:lnTo>
                        <a:pt x="108" y="1164"/>
                      </a:lnTo>
                      <a:lnTo>
                        <a:pt x="122" y="1177"/>
                      </a:lnTo>
                      <a:lnTo>
                        <a:pt x="141" y="1181"/>
                      </a:lnTo>
                      <a:lnTo>
                        <a:pt x="160" y="1181"/>
                      </a:lnTo>
                      <a:lnTo>
                        <a:pt x="179" y="1171"/>
                      </a:lnTo>
                      <a:lnTo>
                        <a:pt x="1262" y="268"/>
                      </a:lnTo>
                      <a:lnTo>
                        <a:pt x="2344" y="1171"/>
                      </a:lnTo>
                      <a:lnTo>
                        <a:pt x="2358" y="1180"/>
                      </a:lnTo>
                      <a:lnTo>
                        <a:pt x="2377" y="1181"/>
                      </a:lnTo>
                      <a:lnTo>
                        <a:pt x="2383" y="1181"/>
                      </a:lnTo>
                      <a:lnTo>
                        <a:pt x="2401" y="1177"/>
                      </a:lnTo>
                      <a:lnTo>
                        <a:pt x="2414" y="1164"/>
                      </a:lnTo>
                      <a:lnTo>
                        <a:pt x="2512" y="1048"/>
                      </a:lnTo>
                      <a:lnTo>
                        <a:pt x="2518" y="1040"/>
                      </a:lnTo>
                      <a:lnTo>
                        <a:pt x="2522" y="1023"/>
                      </a:lnTo>
                      <a:lnTo>
                        <a:pt x="2522" y="1012"/>
                      </a:lnTo>
                      <a:lnTo>
                        <a:pt x="2521" y="1001"/>
                      </a:lnTo>
                      <a:lnTo>
                        <a:pt x="2512" y="985"/>
                      </a:lnTo>
                      <a:lnTo>
                        <a:pt x="2505" y="97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lvl="0"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12" name="자유형 11"/>
              <p:cNvSpPr/>
              <p:nvPr/>
            </p:nvSpPr>
            <p:spPr>
              <a:xfrm>
                <a:off x="411947" y="3025934"/>
                <a:ext cx="112204" cy="98201"/>
              </a:xfrm>
              <a:custGeom>
                <a:avLst/>
                <a:gdLst>
                  <a:gd name="connsiteX0" fmla="*/ 149021 w 448462"/>
                  <a:gd name="connsiteY0" fmla="*/ 328125 h 392491"/>
                  <a:gd name="connsiteX1" fmla="*/ 210588 w 448462"/>
                  <a:gd name="connsiteY1" fmla="*/ 357224 h 392491"/>
                  <a:gd name="connsiteX2" fmla="*/ 160375 w 448462"/>
                  <a:gd name="connsiteY2" fmla="*/ 391211 h 392491"/>
                  <a:gd name="connsiteX3" fmla="*/ 158502 w 448462"/>
                  <a:gd name="connsiteY3" fmla="*/ 392025 h 392491"/>
                  <a:gd name="connsiteX4" fmla="*/ 156629 w 448462"/>
                  <a:gd name="connsiteY4" fmla="*/ 392491 h 392491"/>
                  <a:gd name="connsiteX5" fmla="*/ 154757 w 448462"/>
                  <a:gd name="connsiteY5" fmla="*/ 392375 h 392491"/>
                  <a:gd name="connsiteX6" fmla="*/ 153001 w 448462"/>
                  <a:gd name="connsiteY6" fmla="*/ 391676 h 392491"/>
                  <a:gd name="connsiteX7" fmla="*/ 151362 w 448462"/>
                  <a:gd name="connsiteY7" fmla="*/ 390396 h 392491"/>
                  <a:gd name="connsiteX8" fmla="*/ 150075 w 448462"/>
                  <a:gd name="connsiteY8" fmla="*/ 388883 h 392491"/>
                  <a:gd name="connsiteX9" fmla="*/ 149255 w 448462"/>
                  <a:gd name="connsiteY9" fmla="*/ 387137 h 392491"/>
                  <a:gd name="connsiteX10" fmla="*/ 149021 w 448462"/>
                  <a:gd name="connsiteY10" fmla="*/ 385158 h 392491"/>
                  <a:gd name="connsiteX11" fmla="*/ 441235 w 448462"/>
                  <a:gd name="connsiteY11" fmla="*/ 0 h 392491"/>
                  <a:gd name="connsiteX12" fmla="*/ 442983 w 448462"/>
                  <a:gd name="connsiteY12" fmla="*/ 233 h 392491"/>
                  <a:gd name="connsiteX13" fmla="*/ 444615 w 448462"/>
                  <a:gd name="connsiteY13" fmla="*/ 816 h 392491"/>
                  <a:gd name="connsiteX14" fmla="*/ 446131 w 448462"/>
                  <a:gd name="connsiteY14" fmla="*/ 1866 h 392491"/>
                  <a:gd name="connsiteX15" fmla="*/ 447530 w 448462"/>
                  <a:gd name="connsiteY15" fmla="*/ 3615 h 392491"/>
                  <a:gd name="connsiteX16" fmla="*/ 448346 w 448462"/>
                  <a:gd name="connsiteY16" fmla="*/ 5714 h 392491"/>
                  <a:gd name="connsiteX17" fmla="*/ 448462 w 448462"/>
                  <a:gd name="connsiteY17" fmla="*/ 7696 h 392491"/>
                  <a:gd name="connsiteX18" fmla="*/ 447879 w 448462"/>
                  <a:gd name="connsiteY18" fmla="*/ 9911 h 392491"/>
                  <a:gd name="connsiteX19" fmla="*/ 307990 w 448462"/>
                  <a:gd name="connsiteY19" fmla="*/ 362641 h 392491"/>
                  <a:gd name="connsiteX20" fmla="*/ 306708 w 448462"/>
                  <a:gd name="connsiteY20" fmla="*/ 364973 h 392491"/>
                  <a:gd name="connsiteX21" fmla="*/ 305076 w 448462"/>
                  <a:gd name="connsiteY21" fmla="*/ 366955 h 392491"/>
                  <a:gd name="connsiteX22" fmla="*/ 303094 w 448462"/>
                  <a:gd name="connsiteY22" fmla="*/ 368588 h 392491"/>
                  <a:gd name="connsiteX23" fmla="*/ 300646 w 448462"/>
                  <a:gd name="connsiteY23" fmla="*/ 369870 h 392491"/>
                  <a:gd name="connsiteX24" fmla="*/ 298314 w 448462"/>
                  <a:gd name="connsiteY24" fmla="*/ 370570 h 392491"/>
                  <a:gd name="connsiteX25" fmla="*/ 295983 w 448462"/>
                  <a:gd name="connsiteY25" fmla="*/ 370803 h 392491"/>
                  <a:gd name="connsiteX26" fmla="*/ 293068 w 448462"/>
                  <a:gd name="connsiteY26" fmla="*/ 370453 h 392491"/>
                  <a:gd name="connsiteX27" fmla="*/ 290387 w 448462"/>
                  <a:gd name="connsiteY27" fmla="*/ 369404 h 392491"/>
                  <a:gd name="connsiteX28" fmla="*/ 148982 w 448462"/>
                  <a:gd name="connsiteY28" fmla="*/ 302123 h 392491"/>
                  <a:gd name="connsiteX29" fmla="*/ 347858 w 448462"/>
                  <a:gd name="connsiteY29" fmla="*/ 102379 h 392491"/>
                  <a:gd name="connsiteX30" fmla="*/ 120771 w 448462"/>
                  <a:gd name="connsiteY30" fmla="*/ 288830 h 392491"/>
                  <a:gd name="connsiteX31" fmla="*/ 7344 w 448462"/>
                  <a:gd name="connsiteY31" fmla="*/ 234842 h 392491"/>
                  <a:gd name="connsiteX32" fmla="*/ 4896 w 448462"/>
                  <a:gd name="connsiteY32" fmla="*/ 233209 h 392491"/>
                  <a:gd name="connsiteX33" fmla="*/ 2798 w 448462"/>
                  <a:gd name="connsiteY33" fmla="*/ 231227 h 392491"/>
                  <a:gd name="connsiteX34" fmla="*/ 1282 w 448462"/>
                  <a:gd name="connsiteY34" fmla="*/ 228895 h 392491"/>
                  <a:gd name="connsiteX35" fmla="*/ 349 w 448462"/>
                  <a:gd name="connsiteY35" fmla="*/ 226213 h 392491"/>
                  <a:gd name="connsiteX36" fmla="*/ 0 w 448462"/>
                  <a:gd name="connsiteY36" fmla="*/ 223298 h 392491"/>
                  <a:gd name="connsiteX37" fmla="*/ 233 w 448462"/>
                  <a:gd name="connsiteY37" fmla="*/ 220499 h 392491"/>
                  <a:gd name="connsiteX38" fmla="*/ 1165 w 448462"/>
                  <a:gd name="connsiteY38" fmla="*/ 217701 h 392491"/>
                  <a:gd name="connsiteX39" fmla="*/ 2681 w 448462"/>
                  <a:gd name="connsiteY39" fmla="*/ 215252 h 392491"/>
                  <a:gd name="connsiteX40" fmla="*/ 4779 w 448462"/>
                  <a:gd name="connsiteY40" fmla="*/ 213270 h 392491"/>
                  <a:gd name="connsiteX41" fmla="*/ 7227 w 448462"/>
                  <a:gd name="connsiteY41" fmla="*/ 211754 h 392491"/>
                  <a:gd name="connsiteX42" fmla="*/ 437971 w 448462"/>
                  <a:gd name="connsiteY42" fmla="*/ 583 h 392491"/>
                  <a:gd name="connsiteX43" fmla="*/ 439603 w 448462"/>
                  <a:gd name="connsiteY43" fmla="*/ 117 h 39249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448462" h="392491">
                    <a:moveTo>
                      <a:pt x="149021" y="328125"/>
                    </a:moveTo>
                    <a:lnTo>
                      <a:pt x="210588" y="357224"/>
                    </a:lnTo>
                    <a:lnTo>
                      <a:pt x="160375" y="391211"/>
                    </a:lnTo>
                    <a:lnTo>
                      <a:pt x="158502" y="392025"/>
                    </a:lnTo>
                    <a:lnTo>
                      <a:pt x="156629" y="392491"/>
                    </a:lnTo>
                    <a:lnTo>
                      <a:pt x="154757" y="392375"/>
                    </a:lnTo>
                    <a:lnTo>
                      <a:pt x="153001" y="391676"/>
                    </a:lnTo>
                    <a:lnTo>
                      <a:pt x="151362" y="390396"/>
                    </a:lnTo>
                    <a:lnTo>
                      <a:pt x="150075" y="388883"/>
                    </a:lnTo>
                    <a:lnTo>
                      <a:pt x="149255" y="387137"/>
                    </a:lnTo>
                    <a:lnTo>
                      <a:pt x="149021" y="385158"/>
                    </a:lnTo>
                    <a:close/>
                    <a:moveTo>
                      <a:pt x="441235" y="0"/>
                    </a:moveTo>
                    <a:lnTo>
                      <a:pt x="442983" y="233"/>
                    </a:lnTo>
                    <a:lnTo>
                      <a:pt x="444615" y="816"/>
                    </a:lnTo>
                    <a:lnTo>
                      <a:pt x="446131" y="1866"/>
                    </a:lnTo>
                    <a:lnTo>
                      <a:pt x="447530" y="3615"/>
                    </a:lnTo>
                    <a:lnTo>
                      <a:pt x="448346" y="5714"/>
                    </a:lnTo>
                    <a:lnTo>
                      <a:pt x="448462" y="7696"/>
                    </a:lnTo>
                    <a:lnTo>
                      <a:pt x="447879" y="9911"/>
                    </a:lnTo>
                    <a:lnTo>
                      <a:pt x="307990" y="362641"/>
                    </a:lnTo>
                    <a:lnTo>
                      <a:pt x="306708" y="364973"/>
                    </a:lnTo>
                    <a:lnTo>
                      <a:pt x="305076" y="366955"/>
                    </a:lnTo>
                    <a:lnTo>
                      <a:pt x="303094" y="368588"/>
                    </a:lnTo>
                    <a:lnTo>
                      <a:pt x="300646" y="369870"/>
                    </a:lnTo>
                    <a:lnTo>
                      <a:pt x="298314" y="370570"/>
                    </a:lnTo>
                    <a:lnTo>
                      <a:pt x="295983" y="370803"/>
                    </a:lnTo>
                    <a:lnTo>
                      <a:pt x="293068" y="370453"/>
                    </a:lnTo>
                    <a:lnTo>
                      <a:pt x="290387" y="369404"/>
                    </a:lnTo>
                    <a:lnTo>
                      <a:pt x="148982" y="302123"/>
                    </a:lnTo>
                    <a:lnTo>
                      <a:pt x="347858" y="102379"/>
                    </a:lnTo>
                    <a:lnTo>
                      <a:pt x="120771" y="288830"/>
                    </a:lnTo>
                    <a:lnTo>
                      <a:pt x="7344" y="234842"/>
                    </a:lnTo>
                    <a:lnTo>
                      <a:pt x="4896" y="233209"/>
                    </a:lnTo>
                    <a:lnTo>
                      <a:pt x="2798" y="231227"/>
                    </a:lnTo>
                    <a:lnTo>
                      <a:pt x="1282" y="228895"/>
                    </a:lnTo>
                    <a:lnTo>
                      <a:pt x="349" y="226213"/>
                    </a:lnTo>
                    <a:lnTo>
                      <a:pt x="0" y="223298"/>
                    </a:lnTo>
                    <a:lnTo>
                      <a:pt x="233" y="220499"/>
                    </a:lnTo>
                    <a:lnTo>
                      <a:pt x="1165" y="217701"/>
                    </a:lnTo>
                    <a:lnTo>
                      <a:pt x="2681" y="215252"/>
                    </a:lnTo>
                    <a:lnTo>
                      <a:pt x="4779" y="213270"/>
                    </a:lnTo>
                    <a:lnTo>
                      <a:pt x="7227" y="211754"/>
                    </a:lnTo>
                    <a:lnTo>
                      <a:pt x="437971" y="583"/>
                    </a:lnTo>
                    <a:lnTo>
                      <a:pt x="439603" y="117"/>
                    </a:lnTo>
                    <a:close/>
                  </a:path>
                </a:pathLst>
              </a:custGeom>
              <a:solidFill>
                <a:srgbClr val="fed8c3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  <a:noAutofit/>
              </a:bodyPr>
              <a:lstStyle/>
              <a:p>
                <a:pPr lvl="0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Freeform 6"/>
              <p:cNvSpPr/>
              <p:nvPr/>
            </p:nvSpPr>
            <p:spPr>
              <a:xfrm rot="10800000" flipH="1" flipV="1">
                <a:off x="411361" y="2648749"/>
                <a:ext cx="113377" cy="100520"/>
              </a:xfrm>
              <a:custGeom>
                <a:avLst/>
                <a:gdLst>
                  <a:gd name="T0" fmla="*/ 2689 w 3491"/>
                  <a:gd name="T1" fmla="*/ 15 h 3097"/>
                  <a:gd name="T2" fmla="*/ 2963 w 3491"/>
                  <a:gd name="T3" fmla="*/ 108 h 3097"/>
                  <a:gd name="T4" fmla="*/ 3204 w 3491"/>
                  <a:gd name="T5" fmla="*/ 281 h 3097"/>
                  <a:gd name="T6" fmla="*/ 3382 w 3491"/>
                  <a:gd name="T7" fmla="*/ 518 h 3097"/>
                  <a:gd name="T8" fmla="*/ 3475 w 3491"/>
                  <a:gd name="T9" fmla="*/ 786 h 3097"/>
                  <a:gd name="T10" fmla="*/ 3486 w 3491"/>
                  <a:gd name="T11" fmla="*/ 1066 h 3097"/>
                  <a:gd name="T12" fmla="*/ 3413 w 3491"/>
                  <a:gd name="T13" fmla="*/ 1339 h 3097"/>
                  <a:gd name="T14" fmla="*/ 3256 w 3491"/>
                  <a:gd name="T15" fmla="*/ 1586 h 3097"/>
                  <a:gd name="T16" fmla="*/ 1965 w 3491"/>
                  <a:gd name="T17" fmla="*/ 2838 h 3097"/>
                  <a:gd name="T18" fmla="*/ 1873 w 3491"/>
                  <a:gd name="T19" fmla="*/ 2828 h 3097"/>
                  <a:gd name="T20" fmla="*/ 1821 w 3491"/>
                  <a:gd name="T21" fmla="*/ 2749 h 3097"/>
                  <a:gd name="T22" fmla="*/ 1853 w 3491"/>
                  <a:gd name="T23" fmla="*/ 2662 h 3097"/>
                  <a:gd name="T24" fmla="*/ 3153 w 3491"/>
                  <a:gd name="T25" fmla="*/ 1355 h 3097"/>
                  <a:gd name="T26" fmla="*/ 3242 w 3491"/>
                  <a:gd name="T27" fmla="*/ 1126 h 3097"/>
                  <a:gd name="T28" fmla="*/ 3253 w 3491"/>
                  <a:gd name="T29" fmla="*/ 885 h 3097"/>
                  <a:gd name="T30" fmla="*/ 3183 w 3491"/>
                  <a:gd name="T31" fmla="*/ 653 h 3097"/>
                  <a:gd name="T32" fmla="*/ 3035 w 3491"/>
                  <a:gd name="T33" fmla="*/ 448 h 3097"/>
                  <a:gd name="T34" fmla="*/ 2825 w 3491"/>
                  <a:gd name="T35" fmla="*/ 301 h 3097"/>
                  <a:gd name="T36" fmla="*/ 2586 w 3491"/>
                  <a:gd name="T37" fmla="*/ 234 h 3097"/>
                  <a:gd name="T38" fmla="*/ 2340 w 3491"/>
                  <a:gd name="T39" fmla="*/ 243 h 3097"/>
                  <a:gd name="T40" fmla="*/ 2108 w 3491"/>
                  <a:gd name="T41" fmla="*/ 331 h 3097"/>
                  <a:gd name="T42" fmla="*/ 378 w 3491"/>
                  <a:gd name="T43" fmla="*/ 1972 h 3097"/>
                  <a:gd name="T44" fmla="*/ 258 w 3491"/>
                  <a:gd name="T45" fmla="*/ 2149 h 3097"/>
                  <a:gd name="T46" fmla="*/ 218 w 3491"/>
                  <a:gd name="T47" fmla="*/ 2350 h 3097"/>
                  <a:gd name="T48" fmla="*/ 258 w 3491"/>
                  <a:gd name="T49" fmla="*/ 2551 h 3097"/>
                  <a:gd name="T50" fmla="*/ 378 w 3491"/>
                  <a:gd name="T51" fmla="*/ 2728 h 3097"/>
                  <a:gd name="T52" fmla="*/ 558 w 3491"/>
                  <a:gd name="T53" fmla="*/ 2846 h 3097"/>
                  <a:gd name="T54" fmla="*/ 763 w 3491"/>
                  <a:gd name="T55" fmla="*/ 2885 h 3097"/>
                  <a:gd name="T56" fmla="*/ 968 w 3491"/>
                  <a:gd name="T57" fmla="*/ 2846 h 3097"/>
                  <a:gd name="T58" fmla="*/ 1149 w 3491"/>
                  <a:gd name="T59" fmla="*/ 2728 h 3097"/>
                  <a:gd name="T60" fmla="*/ 2809 w 3491"/>
                  <a:gd name="T61" fmla="*/ 1091 h 3097"/>
                  <a:gd name="T62" fmla="*/ 2837 w 3491"/>
                  <a:gd name="T63" fmla="*/ 942 h 3097"/>
                  <a:gd name="T64" fmla="*/ 2791 w 3491"/>
                  <a:gd name="T65" fmla="*/ 797 h 3097"/>
                  <a:gd name="T66" fmla="*/ 2677 w 3491"/>
                  <a:gd name="T67" fmla="*/ 685 h 3097"/>
                  <a:gd name="T68" fmla="*/ 2528 w 3491"/>
                  <a:gd name="T69" fmla="*/ 641 h 3097"/>
                  <a:gd name="T70" fmla="*/ 2377 w 3491"/>
                  <a:gd name="T71" fmla="*/ 668 h 3097"/>
                  <a:gd name="T72" fmla="*/ 1082 w 3491"/>
                  <a:gd name="T73" fmla="*/ 1906 h 3097"/>
                  <a:gd name="T74" fmla="*/ 992 w 3491"/>
                  <a:gd name="T75" fmla="*/ 1937 h 3097"/>
                  <a:gd name="T76" fmla="*/ 911 w 3491"/>
                  <a:gd name="T77" fmla="*/ 1887 h 3097"/>
                  <a:gd name="T78" fmla="*/ 900 w 3491"/>
                  <a:gd name="T79" fmla="*/ 1796 h 3097"/>
                  <a:gd name="T80" fmla="*/ 2165 w 3491"/>
                  <a:gd name="T81" fmla="*/ 546 h 3097"/>
                  <a:gd name="T82" fmla="*/ 2354 w 3491"/>
                  <a:gd name="T83" fmla="*/ 449 h 3097"/>
                  <a:gd name="T84" fmla="*/ 2562 w 3491"/>
                  <a:gd name="T85" fmla="*/ 429 h 3097"/>
                  <a:gd name="T86" fmla="*/ 2763 w 3491"/>
                  <a:gd name="T87" fmla="*/ 488 h 3097"/>
                  <a:gd name="T88" fmla="*/ 2932 w 3491"/>
                  <a:gd name="T89" fmla="*/ 623 h 3097"/>
                  <a:gd name="T90" fmla="*/ 3032 w 3491"/>
                  <a:gd name="T91" fmla="*/ 809 h 3097"/>
                  <a:gd name="T92" fmla="*/ 3053 w 3491"/>
                  <a:gd name="T93" fmla="*/ 1012 h 3097"/>
                  <a:gd name="T94" fmla="*/ 2993 w 3491"/>
                  <a:gd name="T95" fmla="*/ 1209 h 3097"/>
                  <a:gd name="T96" fmla="*/ 1303 w 3491"/>
                  <a:gd name="T97" fmla="*/ 2879 h 3097"/>
                  <a:gd name="T98" fmla="*/ 1094 w 3491"/>
                  <a:gd name="T99" fmla="*/ 3025 h 3097"/>
                  <a:gd name="T100" fmla="*/ 855 w 3491"/>
                  <a:gd name="T101" fmla="*/ 3092 h 3097"/>
                  <a:gd name="T102" fmla="*/ 609 w 3491"/>
                  <a:gd name="T103" fmla="*/ 3083 h 3097"/>
                  <a:gd name="T104" fmla="*/ 377 w 3491"/>
                  <a:gd name="T105" fmla="*/ 2995 h 3097"/>
                  <a:gd name="T106" fmla="*/ 178 w 3491"/>
                  <a:gd name="T107" fmla="*/ 2832 h 3097"/>
                  <a:gd name="T108" fmla="*/ 51 w 3491"/>
                  <a:gd name="T109" fmla="*/ 2617 h 3097"/>
                  <a:gd name="T110" fmla="*/ 0 w 3491"/>
                  <a:gd name="T111" fmla="*/ 2381 h 3097"/>
                  <a:gd name="T112" fmla="*/ 30 w 3491"/>
                  <a:gd name="T113" fmla="*/ 2141 h 3097"/>
                  <a:gd name="T114" fmla="*/ 139 w 3491"/>
                  <a:gd name="T115" fmla="*/ 1920 h 3097"/>
                  <a:gd name="T116" fmla="*/ 1872 w 3491"/>
                  <a:gd name="T117" fmla="*/ 230 h 3097"/>
                  <a:gd name="T118" fmla="*/ 2123 w 3491"/>
                  <a:gd name="T119" fmla="*/ 76 h 3097"/>
                  <a:gd name="T120" fmla="*/ 2402 w 3491"/>
                  <a:gd name="T121" fmla="*/ 5 h 3097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491" h="3097">
                    <a:moveTo>
                      <a:pt x="2474" y="0"/>
                    </a:moveTo>
                    <a:lnTo>
                      <a:pt x="2546" y="0"/>
                    </a:lnTo>
                    <a:lnTo>
                      <a:pt x="2618" y="5"/>
                    </a:lnTo>
                    <a:lnTo>
                      <a:pt x="2689" y="15"/>
                    </a:lnTo>
                    <a:lnTo>
                      <a:pt x="2758" y="31"/>
                    </a:lnTo>
                    <a:lnTo>
                      <a:pt x="2828" y="51"/>
                    </a:lnTo>
                    <a:lnTo>
                      <a:pt x="2896" y="76"/>
                    </a:lnTo>
                    <a:lnTo>
                      <a:pt x="2963" y="108"/>
                    </a:lnTo>
                    <a:lnTo>
                      <a:pt x="3026" y="143"/>
                    </a:lnTo>
                    <a:lnTo>
                      <a:pt x="3088" y="183"/>
                    </a:lnTo>
                    <a:lnTo>
                      <a:pt x="3147" y="230"/>
                    </a:lnTo>
                    <a:lnTo>
                      <a:pt x="3204" y="281"/>
                    </a:lnTo>
                    <a:lnTo>
                      <a:pt x="3256" y="336"/>
                    </a:lnTo>
                    <a:lnTo>
                      <a:pt x="3303" y="394"/>
                    </a:lnTo>
                    <a:lnTo>
                      <a:pt x="3345" y="455"/>
                    </a:lnTo>
                    <a:lnTo>
                      <a:pt x="3382" y="518"/>
                    </a:lnTo>
                    <a:lnTo>
                      <a:pt x="3413" y="582"/>
                    </a:lnTo>
                    <a:lnTo>
                      <a:pt x="3439" y="650"/>
                    </a:lnTo>
                    <a:lnTo>
                      <a:pt x="3460" y="717"/>
                    </a:lnTo>
                    <a:lnTo>
                      <a:pt x="3475" y="786"/>
                    </a:lnTo>
                    <a:lnTo>
                      <a:pt x="3486" y="856"/>
                    </a:lnTo>
                    <a:lnTo>
                      <a:pt x="3491" y="926"/>
                    </a:lnTo>
                    <a:lnTo>
                      <a:pt x="3491" y="996"/>
                    </a:lnTo>
                    <a:lnTo>
                      <a:pt x="3486" y="1066"/>
                    </a:lnTo>
                    <a:lnTo>
                      <a:pt x="3475" y="1136"/>
                    </a:lnTo>
                    <a:lnTo>
                      <a:pt x="3460" y="1205"/>
                    </a:lnTo>
                    <a:lnTo>
                      <a:pt x="3439" y="1273"/>
                    </a:lnTo>
                    <a:lnTo>
                      <a:pt x="3413" y="1339"/>
                    </a:lnTo>
                    <a:lnTo>
                      <a:pt x="3382" y="1404"/>
                    </a:lnTo>
                    <a:lnTo>
                      <a:pt x="3345" y="1467"/>
                    </a:lnTo>
                    <a:lnTo>
                      <a:pt x="3303" y="1528"/>
                    </a:lnTo>
                    <a:lnTo>
                      <a:pt x="3256" y="1586"/>
                    </a:lnTo>
                    <a:lnTo>
                      <a:pt x="3204" y="1641"/>
                    </a:lnTo>
                    <a:lnTo>
                      <a:pt x="2007" y="2813"/>
                    </a:lnTo>
                    <a:lnTo>
                      <a:pt x="1988" y="2828"/>
                    </a:lnTo>
                    <a:lnTo>
                      <a:pt x="1965" y="2838"/>
                    </a:lnTo>
                    <a:lnTo>
                      <a:pt x="1942" y="2844"/>
                    </a:lnTo>
                    <a:lnTo>
                      <a:pt x="1918" y="2844"/>
                    </a:lnTo>
                    <a:lnTo>
                      <a:pt x="1894" y="2838"/>
                    </a:lnTo>
                    <a:lnTo>
                      <a:pt x="1873" y="2828"/>
                    </a:lnTo>
                    <a:lnTo>
                      <a:pt x="1853" y="2813"/>
                    </a:lnTo>
                    <a:lnTo>
                      <a:pt x="1837" y="2793"/>
                    </a:lnTo>
                    <a:lnTo>
                      <a:pt x="1827" y="2772"/>
                    </a:lnTo>
                    <a:lnTo>
                      <a:pt x="1821" y="2749"/>
                    </a:lnTo>
                    <a:lnTo>
                      <a:pt x="1821" y="2726"/>
                    </a:lnTo>
                    <a:lnTo>
                      <a:pt x="1827" y="2703"/>
                    </a:lnTo>
                    <a:lnTo>
                      <a:pt x="1837" y="2681"/>
                    </a:lnTo>
                    <a:lnTo>
                      <a:pt x="1853" y="2662"/>
                    </a:lnTo>
                    <a:lnTo>
                      <a:pt x="3035" y="1505"/>
                    </a:lnTo>
                    <a:lnTo>
                      <a:pt x="3079" y="1458"/>
                    </a:lnTo>
                    <a:lnTo>
                      <a:pt x="3118" y="1407"/>
                    </a:lnTo>
                    <a:lnTo>
                      <a:pt x="3153" y="1355"/>
                    </a:lnTo>
                    <a:lnTo>
                      <a:pt x="3183" y="1300"/>
                    </a:lnTo>
                    <a:lnTo>
                      <a:pt x="3208" y="1243"/>
                    </a:lnTo>
                    <a:lnTo>
                      <a:pt x="3228" y="1185"/>
                    </a:lnTo>
                    <a:lnTo>
                      <a:pt x="3242" y="1126"/>
                    </a:lnTo>
                    <a:lnTo>
                      <a:pt x="3253" y="1066"/>
                    </a:lnTo>
                    <a:lnTo>
                      <a:pt x="3257" y="1006"/>
                    </a:lnTo>
                    <a:lnTo>
                      <a:pt x="3257" y="946"/>
                    </a:lnTo>
                    <a:lnTo>
                      <a:pt x="3253" y="885"/>
                    </a:lnTo>
                    <a:lnTo>
                      <a:pt x="3242" y="826"/>
                    </a:lnTo>
                    <a:lnTo>
                      <a:pt x="3228" y="766"/>
                    </a:lnTo>
                    <a:lnTo>
                      <a:pt x="3208" y="709"/>
                    </a:lnTo>
                    <a:lnTo>
                      <a:pt x="3183" y="653"/>
                    </a:lnTo>
                    <a:lnTo>
                      <a:pt x="3153" y="598"/>
                    </a:lnTo>
                    <a:lnTo>
                      <a:pt x="3118" y="545"/>
                    </a:lnTo>
                    <a:lnTo>
                      <a:pt x="3079" y="495"/>
                    </a:lnTo>
                    <a:lnTo>
                      <a:pt x="3035" y="448"/>
                    </a:lnTo>
                    <a:lnTo>
                      <a:pt x="2985" y="403"/>
                    </a:lnTo>
                    <a:lnTo>
                      <a:pt x="2935" y="364"/>
                    </a:lnTo>
                    <a:lnTo>
                      <a:pt x="2881" y="331"/>
                    </a:lnTo>
                    <a:lnTo>
                      <a:pt x="2825" y="301"/>
                    </a:lnTo>
                    <a:lnTo>
                      <a:pt x="2767" y="277"/>
                    </a:lnTo>
                    <a:lnTo>
                      <a:pt x="2708" y="258"/>
                    </a:lnTo>
                    <a:lnTo>
                      <a:pt x="2648" y="243"/>
                    </a:lnTo>
                    <a:lnTo>
                      <a:pt x="2586" y="234"/>
                    </a:lnTo>
                    <a:lnTo>
                      <a:pt x="2525" y="229"/>
                    </a:lnTo>
                    <a:lnTo>
                      <a:pt x="2464" y="229"/>
                    </a:lnTo>
                    <a:lnTo>
                      <a:pt x="2402" y="234"/>
                    </a:lnTo>
                    <a:lnTo>
                      <a:pt x="2340" y="243"/>
                    </a:lnTo>
                    <a:lnTo>
                      <a:pt x="2280" y="258"/>
                    </a:lnTo>
                    <a:lnTo>
                      <a:pt x="2221" y="277"/>
                    </a:lnTo>
                    <a:lnTo>
                      <a:pt x="2164" y="301"/>
                    </a:lnTo>
                    <a:lnTo>
                      <a:pt x="2108" y="331"/>
                    </a:lnTo>
                    <a:lnTo>
                      <a:pt x="2055" y="364"/>
                    </a:lnTo>
                    <a:lnTo>
                      <a:pt x="2003" y="403"/>
                    </a:lnTo>
                    <a:lnTo>
                      <a:pt x="1955" y="448"/>
                    </a:lnTo>
                    <a:lnTo>
                      <a:pt x="378" y="1972"/>
                    </a:lnTo>
                    <a:lnTo>
                      <a:pt x="341" y="2013"/>
                    </a:lnTo>
                    <a:lnTo>
                      <a:pt x="307" y="2057"/>
                    </a:lnTo>
                    <a:lnTo>
                      <a:pt x="280" y="2102"/>
                    </a:lnTo>
                    <a:lnTo>
                      <a:pt x="258" y="2149"/>
                    </a:lnTo>
                    <a:lnTo>
                      <a:pt x="241" y="2199"/>
                    </a:lnTo>
                    <a:lnTo>
                      <a:pt x="228" y="2248"/>
                    </a:lnTo>
                    <a:lnTo>
                      <a:pt x="220" y="2299"/>
                    </a:lnTo>
                    <a:lnTo>
                      <a:pt x="218" y="2350"/>
                    </a:lnTo>
                    <a:lnTo>
                      <a:pt x="220" y="2402"/>
                    </a:lnTo>
                    <a:lnTo>
                      <a:pt x="228" y="2452"/>
                    </a:lnTo>
                    <a:lnTo>
                      <a:pt x="241" y="2503"/>
                    </a:lnTo>
                    <a:lnTo>
                      <a:pt x="258" y="2551"/>
                    </a:lnTo>
                    <a:lnTo>
                      <a:pt x="280" y="2599"/>
                    </a:lnTo>
                    <a:lnTo>
                      <a:pt x="307" y="2644"/>
                    </a:lnTo>
                    <a:lnTo>
                      <a:pt x="341" y="2687"/>
                    </a:lnTo>
                    <a:lnTo>
                      <a:pt x="378" y="2728"/>
                    </a:lnTo>
                    <a:lnTo>
                      <a:pt x="419" y="2765"/>
                    </a:lnTo>
                    <a:lnTo>
                      <a:pt x="463" y="2796"/>
                    </a:lnTo>
                    <a:lnTo>
                      <a:pt x="509" y="2824"/>
                    </a:lnTo>
                    <a:lnTo>
                      <a:pt x="558" y="2846"/>
                    </a:lnTo>
                    <a:lnTo>
                      <a:pt x="608" y="2863"/>
                    </a:lnTo>
                    <a:lnTo>
                      <a:pt x="660" y="2874"/>
                    </a:lnTo>
                    <a:lnTo>
                      <a:pt x="711" y="2882"/>
                    </a:lnTo>
                    <a:lnTo>
                      <a:pt x="763" y="2885"/>
                    </a:lnTo>
                    <a:lnTo>
                      <a:pt x="816" y="2882"/>
                    </a:lnTo>
                    <a:lnTo>
                      <a:pt x="867" y="2874"/>
                    </a:lnTo>
                    <a:lnTo>
                      <a:pt x="919" y="2863"/>
                    </a:lnTo>
                    <a:lnTo>
                      <a:pt x="968" y="2846"/>
                    </a:lnTo>
                    <a:lnTo>
                      <a:pt x="1018" y="2824"/>
                    </a:lnTo>
                    <a:lnTo>
                      <a:pt x="1064" y="2796"/>
                    </a:lnTo>
                    <a:lnTo>
                      <a:pt x="1108" y="2765"/>
                    </a:lnTo>
                    <a:lnTo>
                      <a:pt x="1149" y="2728"/>
                    </a:lnTo>
                    <a:lnTo>
                      <a:pt x="2741" y="1187"/>
                    </a:lnTo>
                    <a:lnTo>
                      <a:pt x="2768" y="1158"/>
                    </a:lnTo>
                    <a:lnTo>
                      <a:pt x="2791" y="1125"/>
                    </a:lnTo>
                    <a:lnTo>
                      <a:pt x="2809" y="1091"/>
                    </a:lnTo>
                    <a:lnTo>
                      <a:pt x="2823" y="1055"/>
                    </a:lnTo>
                    <a:lnTo>
                      <a:pt x="2831" y="1018"/>
                    </a:lnTo>
                    <a:lnTo>
                      <a:pt x="2837" y="980"/>
                    </a:lnTo>
                    <a:lnTo>
                      <a:pt x="2837" y="942"/>
                    </a:lnTo>
                    <a:lnTo>
                      <a:pt x="2831" y="904"/>
                    </a:lnTo>
                    <a:lnTo>
                      <a:pt x="2823" y="867"/>
                    </a:lnTo>
                    <a:lnTo>
                      <a:pt x="2809" y="832"/>
                    </a:lnTo>
                    <a:lnTo>
                      <a:pt x="2791" y="797"/>
                    </a:lnTo>
                    <a:lnTo>
                      <a:pt x="2768" y="764"/>
                    </a:lnTo>
                    <a:lnTo>
                      <a:pt x="2741" y="734"/>
                    </a:lnTo>
                    <a:lnTo>
                      <a:pt x="2710" y="707"/>
                    </a:lnTo>
                    <a:lnTo>
                      <a:pt x="2677" y="685"/>
                    </a:lnTo>
                    <a:lnTo>
                      <a:pt x="2642" y="668"/>
                    </a:lnTo>
                    <a:lnTo>
                      <a:pt x="2605" y="654"/>
                    </a:lnTo>
                    <a:lnTo>
                      <a:pt x="2567" y="645"/>
                    </a:lnTo>
                    <a:lnTo>
                      <a:pt x="2528" y="641"/>
                    </a:lnTo>
                    <a:lnTo>
                      <a:pt x="2490" y="641"/>
                    </a:lnTo>
                    <a:lnTo>
                      <a:pt x="2452" y="645"/>
                    </a:lnTo>
                    <a:lnTo>
                      <a:pt x="2415" y="654"/>
                    </a:lnTo>
                    <a:lnTo>
                      <a:pt x="2377" y="668"/>
                    </a:lnTo>
                    <a:lnTo>
                      <a:pt x="2343" y="685"/>
                    </a:lnTo>
                    <a:lnTo>
                      <a:pt x="2309" y="707"/>
                    </a:lnTo>
                    <a:lnTo>
                      <a:pt x="2278" y="734"/>
                    </a:lnTo>
                    <a:lnTo>
                      <a:pt x="1082" y="1906"/>
                    </a:lnTo>
                    <a:lnTo>
                      <a:pt x="1062" y="1922"/>
                    </a:lnTo>
                    <a:lnTo>
                      <a:pt x="1040" y="1931"/>
                    </a:lnTo>
                    <a:lnTo>
                      <a:pt x="1017" y="1937"/>
                    </a:lnTo>
                    <a:lnTo>
                      <a:pt x="992" y="1937"/>
                    </a:lnTo>
                    <a:lnTo>
                      <a:pt x="969" y="1931"/>
                    </a:lnTo>
                    <a:lnTo>
                      <a:pt x="947" y="1922"/>
                    </a:lnTo>
                    <a:lnTo>
                      <a:pt x="927" y="1906"/>
                    </a:lnTo>
                    <a:lnTo>
                      <a:pt x="911" y="1887"/>
                    </a:lnTo>
                    <a:lnTo>
                      <a:pt x="900" y="1865"/>
                    </a:lnTo>
                    <a:lnTo>
                      <a:pt x="896" y="1842"/>
                    </a:lnTo>
                    <a:lnTo>
                      <a:pt x="896" y="1819"/>
                    </a:lnTo>
                    <a:lnTo>
                      <a:pt x="900" y="1796"/>
                    </a:lnTo>
                    <a:lnTo>
                      <a:pt x="911" y="1775"/>
                    </a:lnTo>
                    <a:lnTo>
                      <a:pt x="927" y="1755"/>
                    </a:lnTo>
                    <a:lnTo>
                      <a:pt x="2123" y="583"/>
                    </a:lnTo>
                    <a:lnTo>
                      <a:pt x="2165" y="546"/>
                    </a:lnTo>
                    <a:lnTo>
                      <a:pt x="2209" y="515"/>
                    </a:lnTo>
                    <a:lnTo>
                      <a:pt x="2255" y="488"/>
                    </a:lnTo>
                    <a:lnTo>
                      <a:pt x="2304" y="465"/>
                    </a:lnTo>
                    <a:lnTo>
                      <a:pt x="2354" y="449"/>
                    </a:lnTo>
                    <a:lnTo>
                      <a:pt x="2405" y="436"/>
                    </a:lnTo>
                    <a:lnTo>
                      <a:pt x="2457" y="429"/>
                    </a:lnTo>
                    <a:lnTo>
                      <a:pt x="2509" y="427"/>
                    </a:lnTo>
                    <a:lnTo>
                      <a:pt x="2562" y="429"/>
                    </a:lnTo>
                    <a:lnTo>
                      <a:pt x="2613" y="436"/>
                    </a:lnTo>
                    <a:lnTo>
                      <a:pt x="2665" y="449"/>
                    </a:lnTo>
                    <a:lnTo>
                      <a:pt x="2714" y="465"/>
                    </a:lnTo>
                    <a:lnTo>
                      <a:pt x="2763" y="488"/>
                    </a:lnTo>
                    <a:lnTo>
                      <a:pt x="2810" y="515"/>
                    </a:lnTo>
                    <a:lnTo>
                      <a:pt x="2854" y="546"/>
                    </a:lnTo>
                    <a:lnTo>
                      <a:pt x="2895" y="583"/>
                    </a:lnTo>
                    <a:lnTo>
                      <a:pt x="2932" y="623"/>
                    </a:lnTo>
                    <a:lnTo>
                      <a:pt x="2965" y="666"/>
                    </a:lnTo>
                    <a:lnTo>
                      <a:pt x="2993" y="713"/>
                    </a:lnTo>
                    <a:lnTo>
                      <a:pt x="3015" y="760"/>
                    </a:lnTo>
                    <a:lnTo>
                      <a:pt x="3032" y="809"/>
                    </a:lnTo>
                    <a:lnTo>
                      <a:pt x="3045" y="859"/>
                    </a:lnTo>
                    <a:lnTo>
                      <a:pt x="3053" y="910"/>
                    </a:lnTo>
                    <a:lnTo>
                      <a:pt x="3055" y="961"/>
                    </a:lnTo>
                    <a:lnTo>
                      <a:pt x="3053" y="1012"/>
                    </a:lnTo>
                    <a:lnTo>
                      <a:pt x="3045" y="1063"/>
                    </a:lnTo>
                    <a:lnTo>
                      <a:pt x="3032" y="1113"/>
                    </a:lnTo>
                    <a:lnTo>
                      <a:pt x="3015" y="1162"/>
                    </a:lnTo>
                    <a:lnTo>
                      <a:pt x="2993" y="1209"/>
                    </a:lnTo>
                    <a:lnTo>
                      <a:pt x="2965" y="1255"/>
                    </a:lnTo>
                    <a:lnTo>
                      <a:pt x="2932" y="1298"/>
                    </a:lnTo>
                    <a:lnTo>
                      <a:pt x="2895" y="1339"/>
                    </a:lnTo>
                    <a:lnTo>
                      <a:pt x="1303" y="2879"/>
                    </a:lnTo>
                    <a:lnTo>
                      <a:pt x="1255" y="2923"/>
                    </a:lnTo>
                    <a:lnTo>
                      <a:pt x="1203" y="2962"/>
                    </a:lnTo>
                    <a:lnTo>
                      <a:pt x="1150" y="2995"/>
                    </a:lnTo>
                    <a:lnTo>
                      <a:pt x="1094" y="3025"/>
                    </a:lnTo>
                    <a:lnTo>
                      <a:pt x="1036" y="3049"/>
                    </a:lnTo>
                    <a:lnTo>
                      <a:pt x="977" y="3068"/>
                    </a:lnTo>
                    <a:lnTo>
                      <a:pt x="917" y="3083"/>
                    </a:lnTo>
                    <a:lnTo>
                      <a:pt x="855" y="3092"/>
                    </a:lnTo>
                    <a:lnTo>
                      <a:pt x="794" y="3097"/>
                    </a:lnTo>
                    <a:lnTo>
                      <a:pt x="733" y="3097"/>
                    </a:lnTo>
                    <a:lnTo>
                      <a:pt x="671" y="3092"/>
                    </a:lnTo>
                    <a:lnTo>
                      <a:pt x="609" y="3083"/>
                    </a:lnTo>
                    <a:lnTo>
                      <a:pt x="549" y="3068"/>
                    </a:lnTo>
                    <a:lnTo>
                      <a:pt x="490" y="3049"/>
                    </a:lnTo>
                    <a:lnTo>
                      <a:pt x="433" y="3025"/>
                    </a:lnTo>
                    <a:lnTo>
                      <a:pt x="377" y="2995"/>
                    </a:lnTo>
                    <a:lnTo>
                      <a:pt x="323" y="2962"/>
                    </a:lnTo>
                    <a:lnTo>
                      <a:pt x="272" y="2923"/>
                    </a:lnTo>
                    <a:lnTo>
                      <a:pt x="224" y="2879"/>
                    </a:lnTo>
                    <a:lnTo>
                      <a:pt x="178" y="2832"/>
                    </a:lnTo>
                    <a:lnTo>
                      <a:pt x="139" y="2782"/>
                    </a:lnTo>
                    <a:lnTo>
                      <a:pt x="104" y="2729"/>
                    </a:lnTo>
                    <a:lnTo>
                      <a:pt x="75" y="2674"/>
                    </a:lnTo>
                    <a:lnTo>
                      <a:pt x="51" y="2617"/>
                    </a:lnTo>
                    <a:lnTo>
                      <a:pt x="30" y="2560"/>
                    </a:lnTo>
                    <a:lnTo>
                      <a:pt x="15" y="2501"/>
                    </a:lnTo>
                    <a:lnTo>
                      <a:pt x="5" y="2441"/>
                    </a:lnTo>
                    <a:lnTo>
                      <a:pt x="0" y="2381"/>
                    </a:lnTo>
                    <a:lnTo>
                      <a:pt x="0" y="2321"/>
                    </a:lnTo>
                    <a:lnTo>
                      <a:pt x="5" y="2260"/>
                    </a:lnTo>
                    <a:lnTo>
                      <a:pt x="15" y="2200"/>
                    </a:lnTo>
                    <a:lnTo>
                      <a:pt x="30" y="2141"/>
                    </a:lnTo>
                    <a:lnTo>
                      <a:pt x="51" y="2083"/>
                    </a:lnTo>
                    <a:lnTo>
                      <a:pt x="75" y="2027"/>
                    </a:lnTo>
                    <a:lnTo>
                      <a:pt x="104" y="1972"/>
                    </a:lnTo>
                    <a:lnTo>
                      <a:pt x="139" y="1920"/>
                    </a:lnTo>
                    <a:lnTo>
                      <a:pt x="178" y="1869"/>
                    </a:lnTo>
                    <a:lnTo>
                      <a:pt x="224" y="1822"/>
                    </a:lnTo>
                    <a:lnTo>
                      <a:pt x="1815" y="281"/>
                    </a:lnTo>
                    <a:lnTo>
                      <a:pt x="1872" y="230"/>
                    </a:lnTo>
                    <a:lnTo>
                      <a:pt x="1931" y="183"/>
                    </a:lnTo>
                    <a:lnTo>
                      <a:pt x="1992" y="143"/>
                    </a:lnTo>
                    <a:lnTo>
                      <a:pt x="2057" y="108"/>
                    </a:lnTo>
                    <a:lnTo>
                      <a:pt x="2123" y="76"/>
                    </a:lnTo>
                    <a:lnTo>
                      <a:pt x="2191" y="51"/>
                    </a:lnTo>
                    <a:lnTo>
                      <a:pt x="2261" y="31"/>
                    </a:lnTo>
                    <a:lnTo>
                      <a:pt x="2331" y="15"/>
                    </a:lnTo>
                    <a:lnTo>
                      <a:pt x="2402" y="5"/>
                    </a:lnTo>
                    <a:lnTo>
                      <a:pt x="2474" y="0"/>
                    </a:lnTo>
                    <a:close/>
                  </a:path>
                </a:pathLst>
              </a:custGeom>
              <a:solidFill>
                <a:srgbClr val="fed8c3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20" name="Group 20"/>
              <p:cNvGrpSpPr>
                <a:grpSpLocks noChangeAspect="1"/>
              </p:cNvGrpSpPr>
              <p:nvPr/>
            </p:nvGrpSpPr>
            <p:grpSpPr>
              <a:xfrm rot="0">
                <a:off x="411361" y="2237725"/>
                <a:ext cx="110025" cy="150079"/>
                <a:chOff x="2597" y="4163"/>
                <a:chExt cx="217" cy="296"/>
              </a:xfrm>
              <a:solidFill>
                <a:srgbClr val="fed8c3"/>
              </a:solidFill>
            </p:grpSpPr>
            <p:sp>
              <p:nvSpPr>
                <p:cNvPr id="21" name="Freeform 22"/>
                <p:cNvSpPr>
                  <a:spLocks noEditPoints="1"/>
                </p:cNvSpPr>
                <p:nvPr/>
              </p:nvSpPr>
              <p:spPr>
                <a:xfrm>
                  <a:off x="2630" y="4163"/>
                  <a:ext cx="151" cy="176"/>
                </a:xfrm>
                <a:custGeom>
                  <a:avLst/>
                  <a:gdLst>
                    <a:gd name="T0" fmla="*/ 410 w 1662"/>
                    <a:gd name="T1" fmla="*/ 645 h 1942"/>
                    <a:gd name="T2" fmla="*/ 309 w 1662"/>
                    <a:gd name="T3" fmla="*/ 847 h 1942"/>
                    <a:gd name="T4" fmla="*/ 255 w 1662"/>
                    <a:gd name="T5" fmla="*/ 1023 h 1942"/>
                    <a:gd name="T6" fmla="*/ 263 w 1662"/>
                    <a:gd name="T7" fmla="*/ 1206 h 1942"/>
                    <a:gd name="T8" fmla="*/ 347 w 1662"/>
                    <a:gd name="T9" fmla="*/ 1429 h 1942"/>
                    <a:gd name="T10" fmla="*/ 476 w 1662"/>
                    <a:gd name="T11" fmla="*/ 1620 h 1942"/>
                    <a:gd name="T12" fmla="*/ 638 w 1662"/>
                    <a:gd name="T13" fmla="*/ 1753 h 1942"/>
                    <a:gd name="T14" fmla="*/ 825 w 1662"/>
                    <a:gd name="T15" fmla="*/ 1803 h 1942"/>
                    <a:gd name="T16" fmla="*/ 1013 w 1662"/>
                    <a:gd name="T17" fmla="*/ 1753 h 1942"/>
                    <a:gd name="T18" fmla="*/ 1176 w 1662"/>
                    <a:gd name="T19" fmla="*/ 1619 h 1942"/>
                    <a:gd name="T20" fmla="*/ 1305 w 1662"/>
                    <a:gd name="T21" fmla="*/ 1428 h 1942"/>
                    <a:gd name="T22" fmla="*/ 1388 w 1662"/>
                    <a:gd name="T23" fmla="*/ 1205 h 1942"/>
                    <a:gd name="T24" fmla="*/ 1418 w 1662"/>
                    <a:gd name="T25" fmla="*/ 974 h 1942"/>
                    <a:gd name="T26" fmla="*/ 1266 w 1662"/>
                    <a:gd name="T27" fmla="*/ 836 h 1942"/>
                    <a:gd name="T28" fmla="*/ 1012 w 1662"/>
                    <a:gd name="T29" fmla="*/ 794 h 1942"/>
                    <a:gd name="T30" fmla="*/ 806 w 1662"/>
                    <a:gd name="T31" fmla="*/ 713 h 1942"/>
                    <a:gd name="T32" fmla="*/ 646 w 1662"/>
                    <a:gd name="T33" fmla="*/ 610 h 1942"/>
                    <a:gd name="T34" fmla="*/ 526 w 1662"/>
                    <a:gd name="T35" fmla="*/ 499 h 1942"/>
                    <a:gd name="T36" fmla="*/ 944 w 1662"/>
                    <a:gd name="T37" fmla="*/ 23 h 1942"/>
                    <a:gd name="T38" fmla="*/ 1152 w 1662"/>
                    <a:gd name="T39" fmla="*/ 118 h 1942"/>
                    <a:gd name="T40" fmla="*/ 1271 w 1662"/>
                    <a:gd name="T41" fmla="*/ 205 h 1942"/>
                    <a:gd name="T42" fmla="*/ 1388 w 1662"/>
                    <a:gd name="T43" fmla="*/ 323 h 1942"/>
                    <a:gd name="T44" fmla="*/ 1455 w 1662"/>
                    <a:gd name="T45" fmla="*/ 429 h 1942"/>
                    <a:gd name="T46" fmla="*/ 1524 w 1662"/>
                    <a:gd name="T47" fmla="*/ 626 h 1942"/>
                    <a:gd name="T48" fmla="*/ 1555 w 1662"/>
                    <a:gd name="T49" fmla="*/ 892 h 1942"/>
                    <a:gd name="T50" fmla="*/ 1619 w 1662"/>
                    <a:gd name="T51" fmla="*/ 939 h 1942"/>
                    <a:gd name="T52" fmla="*/ 1657 w 1662"/>
                    <a:gd name="T53" fmla="*/ 1032 h 1942"/>
                    <a:gd name="T54" fmla="*/ 1655 w 1662"/>
                    <a:gd name="T55" fmla="*/ 1183 h 1942"/>
                    <a:gd name="T56" fmla="*/ 1611 w 1662"/>
                    <a:gd name="T57" fmla="*/ 1304 h 1942"/>
                    <a:gd name="T58" fmla="*/ 1537 w 1662"/>
                    <a:gd name="T59" fmla="*/ 1372 h 1942"/>
                    <a:gd name="T60" fmla="*/ 1445 w 1662"/>
                    <a:gd name="T61" fmla="*/ 1454 h 1942"/>
                    <a:gd name="T62" fmla="*/ 1313 w 1662"/>
                    <a:gd name="T63" fmla="*/ 1670 h 1942"/>
                    <a:gd name="T64" fmla="*/ 1141 w 1662"/>
                    <a:gd name="T65" fmla="*/ 1836 h 1942"/>
                    <a:gd name="T66" fmla="*/ 937 w 1662"/>
                    <a:gd name="T67" fmla="*/ 1930 h 1942"/>
                    <a:gd name="T68" fmla="*/ 714 w 1662"/>
                    <a:gd name="T69" fmla="*/ 1930 h 1942"/>
                    <a:gd name="T70" fmla="*/ 510 w 1662"/>
                    <a:gd name="T71" fmla="*/ 1836 h 1942"/>
                    <a:gd name="T72" fmla="*/ 337 w 1662"/>
                    <a:gd name="T73" fmla="*/ 1669 h 1942"/>
                    <a:gd name="T74" fmla="*/ 205 w 1662"/>
                    <a:gd name="T75" fmla="*/ 1452 h 1942"/>
                    <a:gd name="T76" fmla="*/ 111 w 1662"/>
                    <a:gd name="T77" fmla="*/ 1364 h 1942"/>
                    <a:gd name="T78" fmla="*/ 39 w 1662"/>
                    <a:gd name="T79" fmla="*/ 1284 h 1942"/>
                    <a:gd name="T80" fmla="*/ 2 w 1662"/>
                    <a:gd name="T81" fmla="*/ 1143 h 1942"/>
                    <a:gd name="T82" fmla="*/ 9 w 1662"/>
                    <a:gd name="T83" fmla="*/ 1009 h 1942"/>
                    <a:gd name="T84" fmla="*/ 50 w 1662"/>
                    <a:gd name="T85" fmla="*/ 930 h 1942"/>
                    <a:gd name="T86" fmla="*/ 98 w 1662"/>
                    <a:gd name="T87" fmla="*/ 851 h 1942"/>
                    <a:gd name="T88" fmla="*/ 85 w 1662"/>
                    <a:gd name="T89" fmla="*/ 643 h 1942"/>
                    <a:gd name="T90" fmla="*/ 120 w 1662"/>
                    <a:gd name="T91" fmla="*/ 487 h 1942"/>
                    <a:gd name="T92" fmla="*/ 183 w 1662"/>
                    <a:gd name="T93" fmla="*/ 377 h 1942"/>
                    <a:gd name="T94" fmla="*/ 257 w 1662"/>
                    <a:gd name="T95" fmla="*/ 305 h 1942"/>
                    <a:gd name="T96" fmla="*/ 319 w 1662"/>
                    <a:gd name="T97" fmla="*/ 266 h 1942"/>
                    <a:gd name="T98" fmla="*/ 352 w 1662"/>
                    <a:gd name="T99" fmla="*/ 246 h 1942"/>
                    <a:gd name="T100" fmla="*/ 390 w 1662"/>
                    <a:gd name="T101" fmla="*/ 196 h 1942"/>
                    <a:gd name="T102" fmla="*/ 459 w 1662"/>
                    <a:gd name="T103" fmla="*/ 127 h 1942"/>
                    <a:gd name="T104" fmla="*/ 559 w 1662"/>
                    <a:gd name="T105" fmla="*/ 57 h 1942"/>
                    <a:gd name="T106" fmla="*/ 690 w 1662"/>
                    <a:gd name="T107" fmla="*/ 10 h 1942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662" h="1942">
                      <a:moveTo>
                        <a:pt x="526" y="499"/>
                      </a:moveTo>
                      <a:lnTo>
                        <a:pt x="484" y="546"/>
                      </a:lnTo>
                      <a:lnTo>
                        <a:pt x="445" y="595"/>
                      </a:lnTo>
                      <a:lnTo>
                        <a:pt x="410" y="645"/>
                      </a:lnTo>
                      <a:lnTo>
                        <a:pt x="379" y="696"/>
                      </a:lnTo>
                      <a:lnTo>
                        <a:pt x="352" y="747"/>
                      </a:lnTo>
                      <a:lnTo>
                        <a:pt x="329" y="797"/>
                      </a:lnTo>
                      <a:lnTo>
                        <a:pt x="309" y="847"/>
                      </a:lnTo>
                      <a:lnTo>
                        <a:pt x="291" y="895"/>
                      </a:lnTo>
                      <a:lnTo>
                        <a:pt x="277" y="941"/>
                      </a:lnTo>
                      <a:lnTo>
                        <a:pt x="264" y="984"/>
                      </a:lnTo>
                      <a:lnTo>
                        <a:pt x="255" y="1023"/>
                      </a:lnTo>
                      <a:lnTo>
                        <a:pt x="247" y="1059"/>
                      </a:lnTo>
                      <a:lnTo>
                        <a:pt x="241" y="1091"/>
                      </a:lnTo>
                      <a:lnTo>
                        <a:pt x="250" y="1148"/>
                      </a:lnTo>
                      <a:lnTo>
                        <a:pt x="263" y="1206"/>
                      </a:lnTo>
                      <a:lnTo>
                        <a:pt x="280" y="1263"/>
                      </a:lnTo>
                      <a:lnTo>
                        <a:pt x="299" y="1320"/>
                      </a:lnTo>
                      <a:lnTo>
                        <a:pt x="322" y="1375"/>
                      </a:lnTo>
                      <a:lnTo>
                        <a:pt x="347" y="1429"/>
                      </a:lnTo>
                      <a:lnTo>
                        <a:pt x="375" y="1480"/>
                      </a:lnTo>
                      <a:lnTo>
                        <a:pt x="406" y="1530"/>
                      </a:lnTo>
                      <a:lnTo>
                        <a:pt x="440" y="1576"/>
                      </a:lnTo>
                      <a:lnTo>
                        <a:pt x="476" y="1620"/>
                      </a:lnTo>
                      <a:lnTo>
                        <a:pt x="513" y="1659"/>
                      </a:lnTo>
                      <a:lnTo>
                        <a:pt x="553" y="1695"/>
                      </a:lnTo>
                      <a:lnTo>
                        <a:pt x="594" y="1726"/>
                      </a:lnTo>
                      <a:lnTo>
                        <a:pt x="638" y="1753"/>
                      </a:lnTo>
                      <a:lnTo>
                        <a:pt x="683" y="1774"/>
                      </a:lnTo>
                      <a:lnTo>
                        <a:pt x="729" y="1789"/>
                      </a:lnTo>
                      <a:lnTo>
                        <a:pt x="777" y="1800"/>
                      </a:lnTo>
                      <a:lnTo>
                        <a:pt x="825" y="1803"/>
                      </a:lnTo>
                      <a:lnTo>
                        <a:pt x="875" y="1800"/>
                      </a:lnTo>
                      <a:lnTo>
                        <a:pt x="922" y="1789"/>
                      </a:lnTo>
                      <a:lnTo>
                        <a:pt x="968" y="1774"/>
                      </a:lnTo>
                      <a:lnTo>
                        <a:pt x="1013" y="1753"/>
                      </a:lnTo>
                      <a:lnTo>
                        <a:pt x="1056" y="1726"/>
                      </a:lnTo>
                      <a:lnTo>
                        <a:pt x="1099" y="1695"/>
                      </a:lnTo>
                      <a:lnTo>
                        <a:pt x="1139" y="1659"/>
                      </a:lnTo>
                      <a:lnTo>
                        <a:pt x="1176" y="1619"/>
                      </a:lnTo>
                      <a:lnTo>
                        <a:pt x="1212" y="1576"/>
                      </a:lnTo>
                      <a:lnTo>
                        <a:pt x="1245" y="1529"/>
                      </a:lnTo>
                      <a:lnTo>
                        <a:pt x="1276" y="1480"/>
                      </a:lnTo>
                      <a:lnTo>
                        <a:pt x="1305" y="1428"/>
                      </a:lnTo>
                      <a:lnTo>
                        <a:pt x="1330" y="1374"/>
                      </a:lnTo>
                      <a:lnTo>
                        <a:pt x="1353" y="1319"/>
                      </a:lnTo>
                      <a:lnTo>
                        <a:pt x="1372" y="1262"/>
                      </a:lnTo>
                      <a:lnTo>
                        <a:pt x="1388" y="1205"/>
                      </a:lnTo>
                      <a:lnTo>
                        <a:pt x="1401" y="1147"/>
                      </a:lnTo>
                      <a:lnTo>
                        <a:pt x="1411" y="1089"/>
                      </a:lnTo>
                      <a:lnTo>
                        <a:pt x="1416" y="1032"/>
                      </a:lnTo>
                      <a:lnTo>
                        <a:pt x="1418" y="974"/>
                      </a:lnTo>
                      <a:lnTo>
                        <a:pt x="1417" y="904"/>
                      </a:lnTo>
                      <a:lnTo>
                        <a:pt x="1414" y="838"/>
                      </a:lnTo>
                      <a:lnTo>
                        <a:pt x="1339" y="839"/>
                      </a:lnTo>
                      <a:lnTo>
                        <a:pt x="1266" y="836"/>
                      </a:lnTo>
                      <a:lnTo>
                        <a:pt x="1198" y="830"/>
                      </a:lnTo>
                      <a:lnTo>
                        <a:pt x="1133" y="820"/>
                      </a:lnTo>
                      <a:lnTo>
                        <a:pt x="1070" y="808"/>
                      </a:lnTo>
                      <a:lnTo>
                        <a:pt x="1012" y="794"/>
                      </a:lnTo>
                      <a:lnTo>
                        <a:pt x="956" y="777"/>
                      </a:lnTo>
                      <a:lnTo>
                        <a:pt x="903" y="757"/>
                      </a:lnTo>
                      <a:lnTo>
                        <a:pt x="853" y="737"/>
                      </a:lnTo>
                      <a:lnTo>
                        <a:pt x="806" y="713"/>
                      </a:lnTo>
                      <a:lnTo>
                        <a:pt x="762" y="690"/>
                      </a:lnTo>
                      <a:lnTo>
                        <a:pt x="721" y="664"/>
                      </a:lnTo>
                      <a:lnTo>
                        <a:pt x="682" y="638"/>
                      </a:lnTo>
                      <a:lnTo>
                        <a:pt x="646" y="610"/>
                      </a:lnTo>
                      <a:lnTo>
                        <a:pt x="612" y="583"/>
                      </a:lnTo>
                      <a:lnTo>
                        <a:pt x="581" y="555"/>
                      </a:lnTo>
                      <a:lnTo>
                        <a:pt x="552" y="527"/>
                      </a:lnTo>
                      <a:lnTo>
                        <a:pt x="526" y="499"/>
                      </a:lnTo>
                      <a:close/>
                      <a:moveTo>
                        <a:pt x="808" y="0"/>
                      </a:moveTo>
                      <a:lnTo>
                        <a:pt x="851" y="3"/>
                      </a:lnTo>
                      <a:lnTo>
                        <a:pt x="897" y="11"/>
                      </a:lnTo>
                      <a:lnTo>
                        <a:pt x="944" y="23"/>
                      </a:lnTo>
                      <a:lnTo>
                        <a:pt x="993" y="39"/>
                      </a:lnTo>
                      <a:lnTo>
                        <a:pt x="1044" y="60"/>
                      </a:lnTo>
                      <a:lnTo>
                        <a:pt x="1097" y="86"/>
                      </a:lnTo>
                      <a:lnTo>
                        <a:pt x="1152" y="118"/>
                      </a:lnTo>
                      <a:lnTo>
                        <a:pt x="1179" y="135"/>
                      </a:lnTo>
                      <a:lnTo>
                        <a:pt x="1208" y="155"/>
                      </a:lnTo>
                      <a:lnTo>
                        <a:pt x="1239" y="179"/>
                      </a:lnTo>
                      <a:lnTo>
                        <a:pt x="1271" y="205"/>
                      </a:lnTo>
                      <a:lnTo>
                        <a:pt x="1304" y="233"/>
                      </a:lnTo>
                      <a:lnTo>
                        <a:pt x="1334" y="261"/>
                      </a:lnTo>
                      <a:lnTo>
                        <a:pt x="1363" y="292"/>
                      </a:lnTo>
                      <a:lnTo>
                        <a:pt x="1388" y="323"/>
                      </a:lnTo>
                      <a:lnTo>
                        <a:pt x="1409" y="353"/>
                      </a:lnTo>
                      <a:lnTo>
                        <a:pt x="1409" y="353"/>
                      </a:lnTo>
                      <a:lnTo>
                        <a:pt x="1433" y="389"/>
                      </a:lnTo>
                      <a:lnTo>
                        <a:pt x="1455" y="429"/>
                      </a:lnTo>
                      <a:lnTo>
                        <a:pt x="1475" y="472"/>
                      </a:lnTo>
                      <a:lnTo>
                        <a:pt x="1493" y="519"/>
                      </a:lnTo>
                      <a:lnTo>
                        <a:pt x="1509" y="570"/>
                      </a:lnTo>
                      <a:lnTo>
                        <a:pt x="1524" y="626"/>
                      </a:lnTo>
                      <a:lnTo>
                        <a:pt x="1535" y="685"/>
                      </a:lnTo>
                      <a:lnTo>
                        <a:pt x="1545" y="749"/>
                      </a:lnTo>
                      <a:lnTo>
                        <a:pt x="1551" y="817"/>
                      </a:lnTo>
                      <a:lnTo>
                        <a:pt x="1555" y="892"/>
                      </a:lnTo>
                      <a:lnTo>
                        <a:pt x="1573" y="900"/>
                      </a:lnTo>
                      <a:lnTo>
                        <a:pt x="1590" y="910"/>
                      </a:lnTo>
                      <a:lnTo>
                        <a:pt x="1605" y="922"/>
                      </a:lnTo>
                      <a:lnTo>
                        <a:pt x="1619" y="939"/>
                      </a:lnTo>
                      <a:lnTo>
                        <a:pt x="1632" y="957"/>
                      </a:lnTo>
                      <a:lnTo>
                        <a:pt x="1642" y="979"/>
                      </a:lnTo>
                      <a:lnTo>
                        <a:pt x="1651" y="1003"/>
                      </a:lnTo>
                      <a:lnTo>
                        <a:pt x="1657" y="1032"/>
                      </a:lnTo>
                      <a:lnTo>
                        <a:pt x="1661" y="1064"/>
                      </a:lnTo>
                      <a:lnTo>
                        <a:pt x="1662" y="1102"/>
                      </a:lnTo>
                      <a:lnTo>
                        <a:pt x="1660" y="1143"/>
                      </a:lnTo>
                      <a:lnTo>
                        <a:pt x="1655" y="1183"/>
                      </a:lnTo>
                      <a:lnTo>
                        <a:pt x="1648" y="1218"/>
                      </a:lnTo>
                      <a:lnTo>
                        <a:pt x="1638" y="1250"/>
                      </a:lnTo>
                      <a:lnTo>
                        <a:pt x="1625" y="1278"/>
                      </a:lnTo>
                      <a:lnTo>
                        <a:pt x="1611" y="1304"/>
                      </a:lnTo>
                      <a:lnTo>
                        <a:pt x="1595" y="1325"/>
                      </a:lnTo>
                      <a:lnTo>
                        <a:pt x="1577" y="1344"/>
                      </a:lnTo>
                      <a:lnTo>
                        <a:pt x="1558" y="1360"/>
                      </a:lnTo>
                      <a:lnTo>
                        <a:pt x="1537" y="1372"/>
                      </a:lnTo>
                      <a:lnTo>
                        <a:pt x="1515" y="1382"/>
                      </a:lnTo>
                      <a:lnTo>
                        <a:pt x="1493" y="1390"/>
                      </a:lnTo>
                      <a:lnTo>
                        <a:pt x="1471" y="1395"/>
                      </a:lnTo>
                      <a:lnTo>
                        <a:pt x="1445" y="1454"/>
                      </a:lnTo>
                      <a:lnTo>
                        <a:pt x="1416" y="1512"/>
                      </a:lnTo>
                      <a:lnTo>
                        <a:pt x="1385" y="1567"/>
                      </a:lnTo>
                      <a:lnTo>
                        <a:pt x="1350" y="1620"/>
                      </a:lnTo>
                      <a:lnTo>
                        <a:pt x="1313" y="1670"/>
                      </a:lnTo>
                      <a:lnTo>
                        <a:pt x="1273" y="1717"/>
                      </a:lnTo>
                      <a:lnTo>
                        <a:pt x="1231" y="1761"/>
                      </a:lnTo>
                      <a:lnTo>
                        <a:pt x="1187" y="1801"/>
                      </a:lnTo>
                      <a:lnTo>
                        <a:pt x="1141" y="1836"/>
                      </a:lnTo>
                      <a:lnTo>
                        <a:pt x="1092" y="1868"/>
                      </a:lnTo>
                      <a:lnTo>
                        <a:pt x="1042" y="1893"/>
                      </a:lnTo>
                      <a:lnTo>
                        <a:pt x="990" y="1915"/>
                      </a:lnTo>
                      <a:lnTo>
                        <a:pt x="937" y="1930"/>
                      </a:lnTo>
                      <a:lnTo>
                        <a:pt x="882" y="1939"/>
                      </a:lnTo>
                      <a:lnTo>
                        <a:pt x="825" y="1942"/>
                      </a:lnTo>
                      <a:lnTo>
                        <a:pt x="769" y="1939"/>
                      </a:lnTo>
                      <a:lnTo>
                        <a:pt x="714" y="1930"/>
                      </a:lnTo>
                      <a:lnTo>
                        <a:pt x="661" y="1915"/>
                      </a:lnTo>
                      <a:lnTo>
                        <a:pt x="608" y="1893"/>
                      </a:lnTo>
                      <a:lnTo>
                        <a:pt x="558" y="1867"/>
                      </a:lnTo>
                      <a:lnTo>
                        <a:pt x="510" y="1836"/>
                      </a:lnTo>
                      <a:lnTo>
                        <a:pt x="464" y="1800"/>
                      </a:lnTo>
                      <a:lnTo>
                        <a:pt x="419" y="1760"/>
                      </a:lnTo>
                      <a:lnTo>
                        <a:pt x="377" y="1716"/>
                      </a:lnTo>
                      <a:lnTo>
                        <a:pt x="337" y="1669"/>
                      </a:lnTo>
                      <a:lnTo>
                        <a:pt x="300" y="1618"/>
                      </a:lnTo>
                      <a:lnTo>
                        <a:pt x="266" y="1565"/>
                      </a:lnTo>
                      <a:lnTo>
                        <a:pt x="234" y="1510"/>
                      </a:lnTo>
                      <a:lnTo>
                        <a:pt x="205" y="1452"/>
                      </a:lnTo>
                      <a:lnTo>
                        <a:pt x="179" y="1392"/>
                      </a:lnTo>
                      <a:lnTo>
                        <a:pt x="156" y="1386"/>
                      </a:lnTo>
                      <a:lnTo>
                        <a:pt x="133" y="1376"/>
                      </a:lnTo>
                      <a:lnTo>
                        <a:pt x="111" y="1364"/>
                      </a:lnTo>
                      <a:lnTo>
                        <a:pt x="91" y="1349"/>
                      </a:lnTo>
                      <a:lnTo>
                        <a:pt x="72" y="1330"/>
                      </a:lnTo>
                      <a:lnTo>
                        <a:pt x="55" y="1309"/>
                      </a:lnTo>
                      <a:lnTo>
                        <a:pt x="39" y="1284"/>
                      </a:lnTo>
                      <a:lnTo>
                        <a:pt x="26" y="1254"/>
                      </a:lnTo>
                      <a:lnTo>
                        <a:pt x="15" y="1221"/>
                      </a:lnTo>
                      <a:lnTo>
                        <a:pt x="7" y="1184"/>
                      </a:lnTo>
                      <a:lnTo>
                        <a:pt x="2" y="1143"/>
                      </a:lnTo>
                      <a:lnTo>
                        <a:pt x="0" y="1104"/>
                      </a:lnTo>
                      <a:lnTo>
                        <a:pt x="1" y="1068"/>
                      </a:lnTo>
                      <a:lnTo>
                        <a:pt x="4" y="1038"/>
                      </a:lnTo>
                      <a:lnTo>
                        <a:pt x="9" y="1009"/>
                      </a:lnTo>
                      <a:lnTo>
                        <a:pt x="17" y="985"/>
                      </a:lnTo>
                      <a:lnTo>
                        <a:pt x="27" y="964"/>
                      </a:lnTo>
                      <a:lnTo>
                        <a:pt x="38" y="946"/>
                      </a:lnTo>
                      <a:lnTo>
                        <a:pt x="50" y="930"/>
                      </a:lnTo>
                      <a:lnTo>
                        <a:pt x="65" y="916"/>
                      </a:lnTo>
                      <a:lnTo>
                        <a:pt x="80" y="906"/>
                      </a:lnTo>
                      <a:lnTo>
                        <a:pt x="96" y="897"/>
                      </a:lnTo>
                      <a:lnTo>
                        <a:pt x="98" y="851"/>
                      </a:lnTo>
                      <a:lnTo>
                        <a:pt x="89" y="794"/>
                      </a:lnTo>
                      <a:lnTo>
                        <a:pt x="85" y="740"/>
                      </a:lnTo>
                      <a:lnTo>
                        <a:pt x="83" y="690"/>
                      </a:lnTo>
                      <a:lnTo>
                        <a:pt x="85" y="643"/>
                      </a:lnTo>
                      <a:lnTo>
                        <a:pt x="90" y="599"/>
                      </a:lnTo>
                      <a:lnTo>
                        <a:pt x="98" y="559"/>
                      </a:lnTo>
                      <a:lnTo>
                        <a:pt x="108" y="522"/>
                      </a:lnTo>
                      <a:lnTo>
                        <a:pt x="120" y="487"/>
                      </a:lnTo>
                      <a:lnTo>
                        <a:pt x="134" y="455"/>
                      </a:lnTo>
                      <a:lnTo>
                        <a:pt x="149" y="427"/>
                      </a:lnTo>
                      <a:lnTo>
                        <a:pt x="166" y="400"/>
                      </a:lnTo>
                      <a:lnTo>
                        <a:pt x="183" y="377"/>
                      </a:lnTo>
                      <a:lnTo>
                        <a:pt x="202" y="355"/>
                      </a:lnTo>
                      <a:lnTo>
                        <a:pt x="220" y="337"/>
                      </a:lnTo>
                      <a:lnTo>
                        <a:pt x="239" y="320"/>
                      </a:lnTo>
                      <a:lnTo>
                        <a:pt x="257" y="305"/>
                      </a:lnTo>
                      <a:lnTo>
                        <a:pt x="274" y="293"/>
                      </a:lnTo>
                      <a:lnTo>
                        <a:pt x="290" y="282"/>
                      </a:lnTo>
                      <a:lnTo>
                        <a:pt x="305" y="273"/>
                      </a:lnTo>
                      <a:lnTo>
                        <a:pt x="319" y="266"/>
                      </a:lnTo>
                      <a:lnTo>
                        <a:pt x="331" y="260"/>
                      </a:lnTo>
                      <a:lnTo>
                        <a:pt x="341" y="255"/>
                      </a:lnTo>
                      <a:lnTo>
                        <a:pt x="348" y="253"/>
                      </a:lnTo>
                      <a:lnTo>
                        <a:pt x="352" y="246"/>
                      </a:lnTo>
                      <a:lnTo>
                        <a:pt x="359" y="237"/>
                      </a:lnTo>
                      <a:lnTo>
                        <a:pt x="367" y="225"/>
                      </a:lnTo>
                      <a:lnTo>
                        <a:pt x="377" y="212"/>
                      </a:lnTo>
                      <a:lnTo>
                        <a:pt x="390" y="196"/>
                      </a:lnTo>
                      <a:lnTo>
                        <a:pt x="404" y="180"/>
                      </a:lnTo>
                      <a:lnTo>
                        <a:pt x="421" y="163"/>
                      </a:lnTo>
                      <a:lnTo>
                        <a:pt x="439" y="145"/>
                      </a:lnTo>
                      <a:lnTo>
                        <a:pt x="459" y="127"/>
                      </a:lnTo>
                      <a:lnTo>
                        <a:pt x="481" y="108"/>
                      </a:lnTo>
                      <a:lnTo>
                        <a:pt x="505" y="91"/>
                      </a:lnTo>
                      <a:lnTo>
                        <a:pt x="531" y="74"/>
                      </a:lnTo>
                      <a:lnTo>
                        <a:pt x="559" y="57"/>
                      </a:lnTo>
                      <a:lnTo>
                        <a:pt x="589" y="43"/>
                      </a:lnTo>
                      <a:lnTo>
                        <a:pt x="620" y="30"/>
                      </a:lnTo>
                      <a:lnTo>
                        <a:pt x="655" y="19"/>
                      </a:lnTo>
                      <a:lnTo>
                        <a:pt x="690" y="10"/>
                      </a:lnTo>
                      <a:lnTo>
                        <a:pt x="728" y="3"/>
                      </a:lnTo>
                      <a:lnTo>
                        <a:pt x="767" y="0"/>
                      </a:lnTo>
                      <a:lnTo>
                        <a:pt x="80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lvl="0">
                    <a:defRPr/>
                  </a:pPr>
                  <a:endParaRPr lang="ko-KR" altLang="en-US" sz="16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2" name="Freeform 23"/>
                <p:cNvSpPr>
                  <a:spLocks noEditPoints="1"/>
                </p:cNvSpPr>
                <p:nvPr/>
              </p:nvSpPr>
              <p:spPr>
                <a:xfrm>
                  <a:off x="2664" y="4250"/>
                  <a:ext cx="83" cy="27"/>
                </a:xfrm>
                <a:custGeom>
                  <a:avLst/>
                  <a:gdLst>
                    <a:gd name="T0" fmla="*/ 613 w 916"/>
                    <a:gd name="T1" fmla="*/ 78 h 300"/>
                    <a:gd name="T2" fmla="*/ 561 w 916"/>
                    <a:gd name="T3" fmla="*/ 109 h 300"/>
                    <a:gd name="T4" fmla="*/ 554 w 916"/>
                    <a:gd name="T5" fmla="*/ 165 h 300"/>
                    <a:gd name="T6" fmla="*/ 579 w 916"/>
                    <a:gd name="T7" fmla="*/ 210 h 300"/>
                    <a:gd name="T8" fmla="*/ 665 w 916"/>
                    <a:gd name="T9" fmla="*/ 229 h 300"/>
                    <a:gd name="T10" fmla="*/ 787 w 916"/>
                    <a:gd name="T11" fmla="*/ 223 h 300"/>
                    <a:gd name="T12" fmla="*/ 839 w 916"/>
                    <a:gd name="T13" fmla="*/ 191 h 300"/>
                    <a:gd name="T14" fmla="*/ 846 w 916"/>
                    <a:gd name="T15" fmla="*/ 135 h 300"/>
                    <a:gd name="T16" fmla="*/ 820 w 916"/>
                    <a:gd name="T17" fmla="*/ 90 h 300"/>
                    <a:gd name="T18" fmla="*/ 734 w 916"/>
                    <a:gd name="T19" fmla="*/ 72 h 300"/>
                    <a:gd name="T20" fmla="*/ 153 w 916"/>
                    <a:gd name="T21" fmla="*/ 74 h 300"/>
                    <a:gd name="T22" fmla="*/ 85 w 916"/>
                    <a:gd name="T23" fmla="*/ 99 h 300"/>
                    <a:gd name="T24" fmla="*/ 70 w 916"/>
                    <a:gd name="T25" fmla="*/ 150 h 300"/>
                    <a:gd name="T26" fmla="*/ 85 w 916"/>
                    <a:gd name="T27" fmla="*/ 201 h 300"/>
                    <a:gd name="T28" fmla="*/ 153 w 916"/>
                    <a:gd name="T29" fmla="*/ 227 h 300"/>
                    <a:gd name="T30" fmla="*/ 280 w 916"/>
                    <a:gd name="T31" fmla="*/ 227 h 300"/>
                    <a:gd name="T32" fmla="*/ 348 w 916"/>
                    <a:gd name="T33" fmla="*/ 201 h 300"/>
                    <a:gd name="T34" fmla="*/ 363 w 916"/>
                    <a:gd name="T35" fmla="*/ 150 h 300"/>
                    <a:gd name="T36" fmla="*/ 348 w 916"/>
                    <a:gd name="T37" fmla="*/ 99 h 300"/>
                    <a:gd name="T38" fmla="*/ 280 w 916"/>
                    <a:gd name="T39" fmla="*/ 74 h 300"/>
                    <a:gd name="T40" fmla="*/ 234 w 916"/>
                    <a:gd name="T41" fmla="*/ 0 h 300"/>
                    <a:gd name="T42" fmla="*/ 321 w 916"/>
                    <a:gd name="T43" fmla="*/ 9 h 300"/>
                    <a:gd name="T44" fmla="*/ 400 w 916"/>
                    <a:gd name="T45" fmla="*/ 53 h 300"/>
                    <a:gd name="T46" fmla="*/ 574 w 916"/>
                    <a:gd name="T47" fmla="*/ 17 h 300"/>
                    <a:gd name="T48" fmla="*/ 662 w 916"/>
                    <a:gd name="T49" fmla="*/ 1 h 300"/>
                    <a:gd name="T50" fmla="*/ 732 w 916"/>
                    <a:gd name="T51" fmla="*/ 0 h 300"/>
                    <a:gd name="T52" fmla="*/ 806 w 916"/>
                    <a:gd name="T53" fmla="*/ 10 h 300"/>
                    <a:gd name="T54" fmla="*/ 875 w 916"/>
                    <a:gd name="T55" fmla="*/ 45 h 300"/>
                    <a:gd name="T56" fmla="*/ 914 w 916"/>
                    <a:gd name="T57" fmla="*/ 123 h 300"/>
                    <a:gd name="T58" fmla="*/ 900 w 916"/>
                    <a:gd name="T59" fmla="*/ 223 h 300"/>
                    <a:gd name="T60" fmla="*/ 843 w 916"/>
                    <a:gd name="T61" fmla="*/ 277 h 300"/>
                    <a:gd name="T62" fmla="*/ 768 w 916"/>
                    <a:gd name="T63" fmla="*/ 297 h 300"/>
                    <a:gd name="T64" fmla="*/ 699 w 916"/>
                    <a:gd name="T65" fmla="*/ 300 h 300"/>
                    <a:gd name="T66" fmla="*/ 632 w 916"/>
                    <a:gd name="T67" fmla="*/ 297 h 300"/>
                    <a:gd name="T68" fmla="*/ 557 w 916"/>
                    <a:gd name="T69" fmla="*/ 277 h 300"/>
                    <a:gd name="T70" fmla="*/ 500 w 916"/>
                    <a:gd name="T71" fmla="*/ 224 h 300"/>
                    <a:gd name="T72" fmla="*/ 485 w 916"/>
                    <a:gd name="T73" fmla="*/ 137 h 300"/>
                    <a:gd name="T74" fmla="*/ 432 w 916"/>
                    <a:gd name="T75" fmla="*/ 150 h 300"/>
                    <a:gd name="T76" fmla="*/ 405 w 916"/>
                    <a:gd name="T77" fmla="*/ 241 h 300"/>
                    <a:gd name="T78" fmla="*/ 342 w 916"/>
                    <a:gd name="T79" fmla="*/ 284 h 300"/>
                    <a:gd name="T80" fmla="*/ 266 w 916"/>
                    <a:gd name="T81" fmla="*/ 298 h 300"/>
                    <a:gd name="T82" fmla="*/ 201 w 916"/>
                    <a:gd name="T83" fmla="*/ 299 h 300"/>
                    <a:gd name="T84" fmla="*/ 129 w 916"/>
                    <a:gd name="T85" fmla="*/ 294 h 300"/>
                    <a:gd name="T86" fmla="*/ 57 w 916"/>
                    <a:gd name="T87" fmla="*/ 267 h 300"/>
                    <a:gd name="T88" fmla="*/ 7 w 916"/>
                    <a:gd name="T89" fmla="*/ 202 h 300"/>
                    <a:gd name="T90" fmla="*/ 7 w 916"/>
                    <a:gd name="T91" fmla="*/ 98 h 300"/>
                    <a:gd name="T92" fmla="*/ 57 w 916"/>
                    <a:gd name="T93" fmla="*/ 33 h 300"/>
                    <a:gd name="T94" fmla="*/ 129 w 916"/>
                    <a:gd name="T95" fmla="*/ 6 h 300"/>
                    <a:gd name="T96" fmla="*/ 201 w 916"/>
                    <a:gd name="T97" fmla="*/ 0 h 300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916" h="300">
                      <a:moveTo>
                        <a:pt x="699" y="71"/>
                      </a:moveTo>
                      <a:lnTo>
                        <a:pt x="665" y="72"/>
                      </a:lnTo>
                      <a:lnTo>
                        <a:pt x="636" y="74"/>
                      </a:lnTo>
                      <a:lnTo>
                        <a:pt x="613" y="78"/>
                      </a:lnTo>
                      <a:lnTo>
                        <a:pt x="594" y="83"/>
                      </a:lnTo>
                      <a:lnTo>
                        <a:pt x="579" y="90"/>
                      </a:lnTo>
                      <a:lnTo>
                        <a:pt x="569" y="99"/>
                      </a:lnTo>
                      <a:lnTo>
                        <a:pt x="561" y="109"/>
                      </a:lnTo>
                      <a:lnTo>
                        <a:pt x="556" y="122"/>
                      </a:lnTo>
                      <a:lnTo>
                        <a:pt x="554" y="135"/>
                      </a:lnTo>
                      <a:lnTo>
                        <a:pt x="553" y="150"/>
                      </a:lnTo>
                      <a:lnTo>
                        <a:pt x="554" y="165"/>
                      </a:lnTo>
                      <a:lnTo>
                        <a:pt x="556" y="179"/>
                      </a:lnTo>
                      <a:lnTo>
                        <a:pt x="561" y="191"/>
                      </a:lnTo>
                      <a:lnTo>
                        <a:pt x="569" y="201"/>
                      </a:lnTo>
                      <a:lnTo>
                        <a:pt x="579" y="210"/>
                      </a:lnTo>
                      <a:lnTo>
                        <a:pt x="594" y="216"/>
                      </a:lnTo>
                      <a:lnTo>
                        <a:pt x="613" y="223"/>
                      </a:lnTo>
                      <a:lnTo>
                        <a:pt x="636" y="227"/>
                      </a:lnTo>
                      <a:lnTo>
                        <a:pt x="665" y="229"/>
                      </a:lnTo>
                      <a:lnTo>
                        <a:pt x="699" y="230"/>
                      </a:lnTo>
                      <a:lnTo>
                        <a:pt x="734" y="229"/>
                      </a:lnTo>
                      <a:lnTo>
                        <a:pt x="763" y="227"/>
                      </a:lnTo>
                      <a:lnTo>
                        <a:pt x="787" y="223"/>
                      </a:lnTo>
                      <a:lnTo>
                        <a:pt x="805" y="216"/>
                      </a:lnTo>
                      <a:lnTo>
                        <a:pt x="820" y="210"/>
                      </a:lnTo>
                      <a:lnTo>
                        <a:pt x="831" y="201"/>
                      </a:lnTo>
                      <a:lnTo>
                        <a:pt x="839" y="191"/>
                      </a:lnTo>
                      <a:lnTo>
                        <a:pt x="843" y="179"/>
                      </a:lnTo>
                      <a:lnTo>
                        <a:pt x="846" y="165"/>
                      </a:lnTo>
                      <a:lnTo>
                        <a:pt x="847" y="150"/>
                      </a:lnTo>
                      <a:lnTo>
                        <a:pt x="846" y="135"/>
                      </a:lnTo>
                      <a:lnTo>
                        <a:pt x="843" y="122"/>
                      </a:lnTo>
                      <a:lnTo>
                        <a:pt x="839" y="109"/>
                      </a:lnTo>
                      <a:lnTo>
                        <a:pt x="831" y="99"/>
                      </a:lnTo>
                      <a:lnTo>
                        <a:pt x="820" y="90"/>
                      </a:lnTo>
                      <a:lnTo>
                        <a:pt x="805" y="83"/>
                      </a:lnTo>
                      <a:lnTo>
                        <a:pt x="787" y="78"/>
                      </a:lnTo>
                      <a:lnTo>
                        <a:pt x="763" y="74"/>
                      </a:lnTo>
                      <a:lnTo>
                        <a:pt x="734" y="72"/>
                      </a:lnTo>
                      <a:lnTo>
                        <a:pt x="699" y="71"/>
                      </a:lnTo>
                      <a:close/>
                      <a:moveTo>
                        <a:pt x="216" y="71"/>
                      </a:moveTo>
                      <a:lnTo>
                        <a:pt x="182" y="72"/>
                      </a:lnTo>
                      <a:lnTo>
                        <a:pt x="153" y="74"/>
                      </a:lnTo>
                      <a:lnTo>
                        <a:pt x="130" y="78"/>
                      </a:lnTo>
                      <a:lnTo>
                        <a:pt x="111" y="83"/>
                      </a:lnTo>
                      <a:lnTo>
                        <a:pt x="96" y="90"/>
                      </a:lnTo>
                      <a:lnTo>
                        <a:pt x="85" y="99"/>
                      </a:lnTo>
                      <a:lnTo>
                        <a:pt x="78" y="109"/>
                      </a:lnTo>
                      <a:lnTo>
                        <a:pt x="73" y="122"/>
                      </a:lnTo>
                      <a:lnTo>
                        <a:pt x="70" y="135"/>
                      </a:lnTo>
                      <a:lnTo>
                        <a:pt x="70" y="150"/>
                      </a:lnTo>
                      <a:lnTo>
                        <a:pt x="70" y="165"/>
                      </a:lnTo>
                      <a:lnTo>
                        <a:pt x="73" y="179"/>
                      </a:lnTo>
                      <a:lnTo>
                        <a:pt x="78" y="191"/>
                      </a:lnTo>
                      <a:lnTo>
                        <a:pt x="85" y="201"/>
                      </a:lnTo>
                      <a:lnTo>
                        <a:pt x="96" y="210"/>
                      </a:lnTo>
                      <a:lnTo>
                        <a:pt x="111" y="216"/>
                      </a:lnTo>
                      <a:lnTo>
                        <a:pt x="130" y="223"/>
                      </a:lnTo>
                      <a:lnTo>
                        <a:pt x="153" y="227"/>
                      </a:lnTo>
                      <a:lnTo>
                        <a:pt x="182" y="229"/>
                      </a:lnTo>
                      <a:lnTo>
                        <a:pt x="216" y="230"/>
                      </a:lnTo>
                      <a:lnTo>
                        <a:pt x="250" y="229"/>
                      </a:lnTo>
                      <a:lnTo>
                        <a:pt x="280" y="227"/>
                      </a:lnTo>
                      <a:lnTo>
                        <a:pt x="304" y="223"/>
                      </a:lnTo>
                      <a:lnTo>
                        <a:pt x="322" y="216"/>
                      </a:lnTo>
                      <a:lnTo>
                        <a:pt x="337" y="210"/>
                      </a:lnTo>
                      <a:lnTo>
                        <a:pt x="348" y="201"/>
                      </a:lnTo>
                      <a:lnTo>
                        <a:pt x="355" y="191"/>
                      </a:lnTo>
                      <a:lnTo>
                        <a:pt x="360" y="179"/>
                      </a:lnTo>
                      <a:lnTo>
                        <a:pt x="363" y="165"/>
                      </a:lnTo>
                      <a:lnTo>
                        <a:pt x="363" y="150"/>
                      </a:lnTo>
                      <a:lnTo>
                        <a:pt x="363" y="135"/>
                      </a:lnTo>
                      <a:lnTo>
                        <a:pt x="360" y="122"/>
                      </a:lnTo>
                      <a:lnTo>
                        <a:pt x="355" y="109"/>
                      </a:lnTo>
                      <a:lnTo>
                        <a:pt x="348" y="99"/>
                      </a:lnTo>
                      <a:lnTo>
                        <a:pt x="337" y="90"/>
                      </a:lnTo>
                      <a:lnTo>
                        <a:pt x="322" y="83"/>
                      </a:lnTo>
                      <a:lnTo>
                        <a:pt x="304" y="78"/>
                      </a:lnTo>
                      <a:lnTo>
                        <a:pt x="280" y="74"/>
                      </a:lnTo>
                      <a:lnTo>
                        <a:pt x="250" y="72"/>
                      </a:lnTo>
                      <a:lnTo>
                        <a:pt x="216" y="71"/>
                      </a:lnTo>
                      <a:close/>
                      <a:moveTo>
                        <a:pt x="216" y="0"/>
                      </a:moveTo>
                      <a:lnTo>
                        <a:pt x="234" y="0"/>
                      </a:lnTo>
                      <a:lnTo>
                        <a:pt x="254" y="1"/>
                      </a:lnTo>
                      <a:lnTo>
                        <a:pt x="276" y="2"/>
                      </a:lnTo>
                      <a:lnTo>
                        <a:pt x="298" y="5"/>
                      </a:lnTo>
                      <a:lnTo>
                        <a:pt x="321" y="9"/>
                      </a:lnTo>
                      <a:lnTo>
                        <a:pt x="343" y="17"/>
                      </a:lnTo>
                      <a:lnTo>
                        <a:pt x="364" y="26"/>
                      </a:lnTo>
                      <a:lnTo>
                        <a:pt x="383" y="37"/>
                      </a:lnTo>
                      <a:lnTo>
                        <a:pt x="400" y="53"/>
                      </a:lnTo>
                      <a:lnTo>
                        <a:pt x="516" y="53"/>
                      </a:lnTo>
                      <a:lnTo>
                        <a:pt x="533" y="37"/>
                      </a:lnTo>
                      <a:lnTo>
                        <a:pt x="553" y="26"/>
                      </a:lnTo>
                      <a:lnTo>
                        <a:pt x="574" y="17"/>
                      </a:lnTo>
                      <a:lnTo>
                        <a:pt x="596" y="9"/>
                      </a:lnTo>
                      <a:lnTo>
                        <a:pt x="618" y="5"/>
                      </a:lnTo>
                      <a:lnTo>
                        <a:pt x="640" y="2"/>
                      </a:lnTo>
                      <a:lnTo>
                        <a:pt x="662" y="1"/>
                      </a:lnTo>
                      <a:lnTo>
                        <a:pt x="682" y="0"/>
                      </a:lnTo>
                      <a:lnTo>
                        <a:pt x="699" y="0"/>
                      </a:lnTo>
                      <a:lnTo>
                        <a:pt x="715" y="0"/>
                      </a:lnTo>
                      <a:lnTo>
                        <a:pt x="732" y="0"/>
                      </a:lnTo>
                      <a:lnTo>
                        <a:pt x="749" y="1"/>
                      </a:lnTo>
                      <a:lnTo>
                        <a:pt x="768" y="3"/>
                      </a:lnTo>
                      <a:lnTo>
                        <a:pt x="787" y="6"/>
                      </a:lnTo>
                      <a:lnTo>
                        <a:pt x="806" y="10"/>
                      </a:lnTo>
                      <a:lnTo>
                        <a:pt x="825" y="16"/>
                      </a:lnTo>
                      <a:lnTo>
                        <a:pt x="843" y="24"/>
                      </a:lnTo>
                      <a:lnTo>
                        <a:pt x="860" y="33"/>
                      </a:lnTo>
                      <a:lnTo>
                        <a:pt x="875" y="45"/>
                      </a:lnTo>
                      <a:lnTo>
                        <a:pt x="889" y="59"/>
                      </a:lnTo>
                      <a:lnTo>
                        <a:pt x="900" y="77"/>
                      </a:lnTo>
                      <a:lnTo>
                        <a:pt x="908" y="98"/>
                      </a:lnTo>
                      <a:lnTo>
                        <a:pt x="914" y="123"/>
                      </a:lnTo>
                      <a:lnTo>
                        <a:pt x="916" y="150"/>
                      </a:lnTo>
                      <a:lnTo>
                        <a:pt x="914" y="178"/>
                      </a:lnTo>
                      <a:lnTo>
                        <a:pt x="908" y="202"/>
                      </a:lnTo>
                      <a:lnTo>
                        <a:pt x="900" y="223"/>
                      </a:lnTo>
                      <a:lnTo>
                        <a:pt x="889" y="241"/>
                      </a:lnTo>
                      <a:lnTo>
                        <a:pt x="875" y="255"/>
                      </a:lnTo>
                      <a:lnTo>
                        <a:pt x="860" y="267"/>
                      </a:lnTo>
                      <a:lnTo>
                        <a:pt x="843" y="277"/>
                      </a:lnTo>
                      <a:lnTo>
                        <a:pt x="825" y="285"/>
                      </a:lnTo>
                      <a:lnTo>
                        <a:pt x="806" y="290"/>
                      </a:lnTo>
                      <a:lnTo>
                        <a:pt x="787" y="294"/>
                      </a:lnTo>
                      <a:lnTo>
                        <a:pt x="768" y="297"/>
                      </a:lnTo>
                      <a:lnTo>
                        <a:pt x="749" y="298"/>
                      </a:lnTo>
                      <a:lnTo>
                        <a:pt x="732" y="299"/>
                      </a:lnTo>
                      <a:lnTo>
                        <a:pt x="715" y="299"/>
                      </a:lnTo>
                      <a:lnTo>
                        <a:pt x="699" y="300"/>
                      </a:lnTo>
                      <a:lnTo>
                        <a:pt x="685" y="299"/>
                      </a:lnTo>
                      <a:lnTo>
                        <a:pt x="668" y="299"/>
                      </a:lnTo>
                      <a:lnTo>
                        <a:pt x="650" y="298"/>
                      </a:lnTo>
                      <a:lnTo>
                        <a:pt x="632" y="297"/>
                      </a:lnTo>
                      <a:lnTo>
                        <a:pt x="613" y="294"/>
                      </a:lnTo>
                      <a:lnTo>
                        <a:pt x="593" y="290"/>
                      </a:lnTo>
                      <a:lnTo>
                        <a:pt x="575" y="285"/>
                      </a:lnTo>
                      <a:lnTo>
                        <a:pt x="557" y="277"/>
                      </a:lnTo>
                      <a:lnTo>
                        <a:pt x="540" y="267"/>
                      </a:lnTo>
                      <a:lnTo>
                        <a:pt x="524" y="255"/>
                      </a:lnTo>
                      <a:lnTo>
                        <a:pt x="511" y="241"/>
                      </a:lnTo>
                      <a:lnTo>
                        <a:pt x="500" y="224"/>
                      </a:lnTo>
                      <a:lnTo>
                        <a:pt x="491" y="202"/>
                      </a:lnTo>
                      <a:lnTo>
                        <a:pt x="486" y="179"/>
                      </a:lnTo>
                      <a:lnTo>
                        <a:pt x="484" y="150"/>
                      </a:lnTo>
                      <a:lnTo>
                        <a:pt x="485" y="137"/>
                      </a:lnTo>
                      <a:lnTo>
                        <a:pt x="486" y="125"/>
                      </a:lnTo>
                      <a:lnTo>
                        <a:pt x="430" y="125"/>
                      </a:lnTo>
                      <a:lnTo>
                        <a:pt x="432" y="137"/>
                      </a:lnTo>
                      <a:lnTo>
                        <a:pt x="432" y="150"/>
                      </a:lnTo>
                      <a:lnTo>
                        <a:pt x="430" y="179"/>
                      </a:lnTo>
                      <a:lnTo>
                        <a:pt x="425" y="202"/>
                      </a:lnTo>
                      <a:lnTo>
                        <a:pt x="416" y="224"/>
                      </a:lnTo>
                      <a:lnTo>
                        <a:pt x="405" y="241"/>
                      </a:lnTo>
                      <a:lnTo>
                        <a:pt x="392" y="255"/>
                      </a:lnTo>
                      <a:lnTo>
                        <a:pt x="377" y="267"/>
                      </a:lnTo>
                      <a:lnTo>
                        <a:pt x="360" y="277"/>
                      </a:lnTo>
                      <a:lnTo>
                        <a:pt x="342" y="284"/>
                      </a:lnTo>
                      <a:lnTo>
                        <a:pt x="323" y="290"/>
                      </a:lnTo>
                      <a:lnTo>
                        <a:pt x="304" y="294"/>
                      </a:lnTo>
                      <a:lnTo>
                        <a:pt x="285" y="296"/>
                      </a:lnTo>
                      <a:lnTo>
                        <a:pt x="266" y="298"/>
                      </a:lnTo>
                      <a:lnTo>
                        <a:pt x="248" y="299"/>
                      </a:lnTo>
                      <a:lnTo>
                        <a:pt x="231" y="299"/>
                      </a:lnTo>
                      <a:lnTo>
                        <a:pt x="216" y="299"/>
                      </a:lnTo>
                      <a:lnTo>
                        <a:pt x="201" y="299"/>
                      </a:lnTo>
                      <a:lnTo>
                        <a:pt x="185" y="299"/>
                      </a:lnTo>
                      <a:lnTo>
                        <a:pt x="167" y="298"/>
                      </a:lnTo>
                      <a:lnTo>
                        <a:pt x="148" y="296"/>
                      </a:lnTo>
                      <a:lnTo>
                        <a:pt x="129" y="294"/>
                      </a:lnTo>
                      <a:lnTo>
                        <a:pt x="110" y="290"/>
                      </a:lnTo>
                      <a:lnTo>
                        <a:pt x="91" y="284"/>
                      </a:lnTo>
                      <a:lnTo>
                        <a:pt x="73" y="277"/>
                      </a:lnTo>
                      <a:lnTo>
                        <a:pt x="57" y="267"/>
                      </a:lnTo>
                      <a:lnTo>
                        <a:pt x="41" y="255"/>
                      </a:lnTo>
                      <a:lnTo>
                        <a:pt x="27" y="240"/>
                      </a:lnTo>
                      <a:lnTo>
                        <a:pt x="16" y="223"/>
                      </a:lnTo>
                      <a:lnTo>
                        <a:pt x="7" y="202"/>
                      </a:lnTo>
                      <a:lnTo>
                        <a:pt x="2" y="178"/>
                      </a:lnTo>
                      <a:lnTo>
                        <a:pt x="0" y="150"/>
                      </a:lnTo>
                      <a:lnTo>
                        <a:pt x="2" y="122"/>
                      </a:lnTo>
                      <a:lnTo>
                        <a:pt x="7" y="98"/>
                      </a:lnTo>
                      <a:lnTo>
                        <a:pt x="16" y="77"/>
                      </a:lnTo>
                      <a:lnTo>
                        <a:pt x="27" y="59"/>
                      </a:lnTo>
                      <a:lnTo>
                        <a:pt x="41" y="45"/>
                      </a:lnTo>
                      <a:lnTo>
                        <a:pt x="57" y="33"/>
                      </a:lnTo>
                      <a:lnTo>
                        <a:pt x="73" y="23"/>
                      </a:lnTo>
                      <a:lnTo>
                        <a:pt x="91" y="16"/>
                      </a:lnTo>
                      <a:lnTo>
                        <a:pt x="110" y="10"/>
                      </a:lnTo>
                      <a:lnTo>
                        <a:pt x="129" y="6"/>
                      </a:lnTo>
                      <a:lnTo>
                        <a:pt x="148" y="3"/>
                      </a:lnTo>
                      <a:lnTo>
                        <a:pt x="167" y="1"/>
                      </a:lnTo>
                      <a:lnTo>
                        <a:pt x="185" y="0"/>
                      </a:lnTo>
                      <a:lnTo>
                        <a:pt x="201" y="0"/>
                      </a:lnTo>
                      <a:lnTo>
                        <a:pt x="21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lvl="0">
                    <a:defRPr/>
                  </a:pPr>
                  <a:endParaRPr lang="ko-KR" altLang="en-US" sz="16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" name="Freeform 24"/>
                <p:cNvSpPr>
                  <a:spLocks noEditPoints="1"/>
                </p:cNvSpPr>
                <p:nvPr/>
              </p:nvSpPr>
              <p:spPr>
                <a:xfrm>
                  <a:off x="2597" y="4335"/>
                  <a:ext cx="217" cy="124"/>
                </a:xfrm>
                <a:custGeom>
                  <a:avLst/>
                  <a:gdLst>
                    <a:gd name="T0" fmla="*/ 1796 w 2393"/>
                    <a:gd name="T1" fmla="*/ 704 h 1360"/>
                    <a:gd name="T2" fmla="*/ 1761 w 2393"/>
                    <a:gd name="T3" fmla="*/ 720 h 1360"/>
                    <a:gd name="T4" fmla="*/ 1590 w 2393"/>
                    <a:gd name="T5" fmla="*/ 904 h 1360"/>
                    <a:gd name="T6" fmla="*/ 1882 w 2393"/>
                    <a:gd name="T7" fmla="*/ 733 h 1360"/>
                    <a:gd name="T8" fmla="*/ 1851 w 2393"/>
                    <a:gd name="T9" fmla="*/ 709 h 1360"/>
                    <a:gd name="T10" fmla="*/ 1814 w 2393"/>
                    <a:gd name="T11" fmla="*/ 702 h 1360"/>
                    <a:gd name="T12" fmla="*/ 1831 w 2393"/>
                    <a:gd name="T13" fmla="*/ 20 h 1360"/>
                    <a:gd name="T14" fmla="*/ 1950 w 2393"/>
                    <a:gd name="T15" fmla="*/ 61 h 1360"/>
                    <a:gd name="T16" fmla="*/ 2057 w 2393"/>
                    <a:gd name="T17" fmla="*/ 121 h 1360"/>
                    <a:gd name="T18" fmla="*/ 2154 w 2393"/>
                    <a:gd name="T19" fmla="*/ 196 h 1360"/>
                    <a:gd name="T20" fmla="*/ 2235 w 2393"/>
                    <a:gd name="T21" fmla="*/ 286 h 1360"/>
                    <a:gd name="T22" fmla="*/ 2301 w 2393"/>
                    <a:gd name="T23" fmla="*/ 388 h 1360"/>
                    <a:gd name="T24" fmla="*/ 2352 w 2393"/>
                    <a:gd name="T25" fmla="*/ 501 h 1360"/>
                    <a:gd name="T26" fmla="*/ 2382 w 2393"/>
                    <a:gd name="T27" fmla="*/ 622 h 1360"/>
                    <a:gd name="T28" fmla="*/ 2393 w 2393"/>
                    <a:gd name="T29" fmla="*/ 748 h 1360"/>
                    <a:gd name="T30" fmla="*/ 2390 w 2393"/>
                    <a:gd name="T31" fmla="*/ 1230 h 1360"/>
                    <a:gd name="T32" fmla="*/ 2370 w 2393"/>
                    <a:gd name="T33" fmla="*/ 1282 h 1360"/>
                    <a:gd name="T34" fmla="*/ 2335 w 2393"/>
                    <a:gd name="T35" fmla="*/ 1324 h 1360"/>
                    <a:gd name="T36" fmla="*/ 2286 w 2393"/>
                    <a:gd name="T37" fmla="*/ 1351 h 1360"/>
                    <a:gd name="T38" fmla="*/ 2230 w 2393"/>
                    <a:gd name="T39" fmla="*/ 1360 h 1360"/>
                    <a:gd name="T40" fmla="*/ 129 w 2393"/>
                    <a:gd name="T41" fmla="*/ 1358 h 1360"/>
                    <a:gd name="T42" fmla="*/ 77 w 2393"/>
                    <a:gd name="T43" fmla="*/ 1339 h 1360"/>
                    <a:gd name="T44" fmla="*/ 36 w 2393"/>
                    <a:gd name="T45" fmla="*/ 1304 h 1360"/>
                    <a:gd name="T46" fmla="*/ 10 w 2393"/>
                    <a:gd name="T47" fmla="*/ 1256 h 1360"/>
                    <a:gd name="T48" fmla="*/ 0 w 2393"/>
                    <a:gd name="T49" fmla="*/ 1200 h 1360"/>
                    <a:gd name="T50" fmla="*/ 3 w 2393"/>
                    <a:gd name="T51" fmla="*/ 684 h 1360"/>
                    <a:gd name="T52" fmla="*/ 23 w 2393"/>
                    <a:gd name="T53" fmla="*/ 561 h 1360"/>
                    <a:gd name="T54" fmla="*/ 63 w 2393"/>
                    <a:gd name="T55" fmla="*/ 443 h 1360"/>
                    <a:gd name="T56" fmla="*/ 122 w 2393"/>
                    <a:gd name="T57" fmla="*/ 336 h 1360"/>
                    <a:gd name="T58" fmla="*/ 195 w 2393"/>
                    <a:gd name="T59" fmla="*/ 240 h 1360"/>
                    <a:gd name="T60" fmla="*/ 283 w 2393"/>
                    <a:gd name="T61" fmla="*/ 157 h 1360"/>
                    <a:gd name="T62" fmla="*/ 385 w 2393"/>
                    <a:gd name="T63" fmla="*/ 89 h 1360"/>
                    <a:gd name="T64" fmla="*/ 498 w 2393"/>
                    <a:gd name="T65" fmla="*/ 38 h 1360"/>
                    <a:gd name="T66" fmla="*/ 640 w 2393"/>
                    <a:gd name="T67" fmla="*/ 0 h 1360"/>
                    <a:gd name="T68" fmla="*/ 1748 w 2393"/>
                    <a:gd name="T69" fmla="*/ 0 h 1360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2393" h="1360">
                      <a:moveTo>
                        <a:pt x="1814" y="702"/>
                      </a:moveTo>
                      <a:lnTo>
                        <a:pt x="1796" y="704"/>
                      </a:lnTo>
                      <a:lnTo>
                        <a:pt x="1778" y="709"/>
                      </a:lnTo>
                      <a:lnTo>
                        <a:pt x="1761" y="720"/>
                      </a:lnTo>
                      <a:lnTo>
                        <a:pt x="1746" y="733"/>
                      </a:lnTo>
                      <a:lnTo>
                        <a:pt x="1590" y="904"/>
                      </a:lnTo>
                      <a:lnTo>
                        <a:pt x="2038" y="904"/>
                      </a:lnTo>
                      <a:lnTo>
                        <a:pt x="1882" y="733"/>
                      </a:lnTo>
                      <a:lnTo>
                        <a:pt x="1867" y="719"/>
                      </a:lnTo>
                      <a:lnTo>
                        <a:pt x="1851" y="709"/>
                      </a:lnTo>
                      <a:lnTo>
                        <a:pt x="1833" y="703"/>
                      </a:lnTo>
                      <a:lnTo>
                        <a:pt x="1814" y="702"/>
                      </a:lnTo>
                      <a:close/>
                      <a:moveTo>
                        <a:pt x="1748" y="0"/>
                      </a:moveTo>
                      <a:lnTo>
                        <a:pt x="1831" y="20"/>
                      </a:lnTo>
                      <a:lnTo>
                        <a:pt x="1892" y="38"/>
                      </a:lnTo>
                      <a:lnTo>
                        <a:pt x="1950" y="61"/>
                      </a:lnTo>
                      <a:lnTo>
                        <a:pt x="2005" y="88"/>
                      </a:lnTo>
                      <a:lnTo>
                        <a:pt x="2057" y="121"/>
                      </a:lnTo>
                      <a:lnTo>
                        <a:pt x="2107" y="157"/>
                      </a:lnTo>
                      <a:lnTo>
                        <a:pt x="2154" y="196"/>
                      </a:lnTo>
                      <a:lnTo>
                        <a:pt x="2196" y="239"/>
                      </a:lnTo>
                      <a:lnTo>
                        <a:pt x="2235" y="286"/>
                      </a:lnTo>
                      <a:lnTo>
                        <a:pt x="2270" y="336"/>
                      </a:lnTo>
                      <a:lnTo>
                        <a:pt x="2301" y="388"/>
                      </a:lnTo>
                      <a:lnTo>
                        <a:pt x="2328" y="443"/>
                      </a:lnTo>
                      <a:lnTo>
                        <a:pt x="2352" y="501"/>
                      </a:lnTo>
                      <a:lnTo>
                        <a:pt x="2369" y="561"/>
                      </a:lnTo>
                      <a:lnTo>
                        <a:pt x="2382" y="622"/>
                      </a:lnTo>
                      <a:lnTo>
                        <a:pt x="2390" y="684"/>
                      </a:lnTo>
                      <a:lnTo>
                        <a:pt x="2393" y="748"/>
                      </a:lnTo>
                      <a:lnTo>
                        <a:pt x="2393" y="1200"/>
                      </a:lnTo>
                      <a:lnTo>
                        <a:pt x="2390" y="1230"/>
                      </a:lnTo>
                      <a:lnTo>
                        <a:pt x="2383" y="1256"/>
                      </a:lnTo>
                      <a:lnTo>
                        <a:pt x="2370" y="1282"/>
                      </a:lnTo>
                      <a:lnTo>
                        <a:pt x="2354" y="1304"/>
                      </a:lnTo>
                      <a:lnTo>
                        <a:pt x="2335" y="1324"/>
                      </a:lnTo>
                      <a:lnTo>
                        <a:pt x="2311" y="1339"/>
                      </a:lnTo>
                      <a:lnTo>
                        <a:pt x="2286" y="1351"/>
                      </a:lnTo>
                      <a:lnTo>
                        <a:pt x="2259" y="1358"/>
                      </a:lnTo>
                      <a:lnTo>
                        <a:pt x="2230" y="1360"/>
                      </a:lnTo>
                      <a:lnTo>
                        <a:pt x="157" y="1360"/>
                      </a:lnTo>
                      <a:lnTo>
                        <a:pt x="129" y="1358"/>
                      </a:lnTo>
                      <a:lnTo>
                        <a:pt x="101" y="1351"/>
                      </a:lnTo>
                      <a:lnTo>
                        <a:pt x="77" y="1339"/>
                      </a:lnTo>
                      <a:lnTo>
                        <a:pt x="55" y="1324"/>
                      </a:lnTo>
                      <a:lnTo>
                        <a:pt x="36" y="1304"/>
                      </a:lnTo>
                      <a:lnTo>
                        <a:pt x="21" y="1282"/>
                      </a:lnTo>
                      <a:lnTo>
                        <a:pt x="10" y="1256"/>
                      </a:lnTo>
                      <a:lnTo>
                        <a:pt x="3" y="1230"/>
                      </a:lnTo>
                      <a:lnTo>
                        <a:pt x="0" y="1200"/>
                      </a:lnTo>
                      <a:lnTo>
                        <a:pt x="0" y="748"/>
                      </a:lnTo>
                      <a:lnTo>
                        <a:pt x="3" y="684"/>
                      </a:lnTo>
                      <a:lnTo>
                        <a:pt x="11" y="622"/>
                      </a:lnTo>
                      <a:lnTo>
                        <a:pt x="23" y="561"/>
                      </a:lnTo>
                      <a:lnTo>
                        <a:pt x="41" y="501"/>
                      </a:lnTo>
                      <a:lnTo>
                        <a:pt x="63" y="443"/>
                      </a:lnTo>
                      <a:lnTo>
                        <a:pt x="90" y="389"/>
                      </a:lnTo>
                      <a:lnTo>
                        <a:pt x="122" y="336"/>
                      </a:lnTo>
                      <a:lnTo>
                        <a:pt x="156" y="286"/>
                      </a:lnTo>
                      <a:lnTo>
                        <a:pt x="195" y="240"/>
                      </a:lnTo>
                      <a:lnTo>
                        <a:pt x="237" y="196"/>
                      </a:lnTo>
                      <a:lnTo>
                        <a:pt x="283" y="157"/>
                      </a:lnTo>
                      <a:lnTo>
                        <a:pt x="332" y="121"/>
                      </a:lnTo>
                      <a:lnTo>
                        <a:pt x="385" y="89"/>
                      </a:lnTo>
                      <a:lnTo>
                        <a:pt x="440" y="62"/>
                      </a:lnTo>
                      <a:lnTo>
                        <a:pt x="498" y="38"/>
                      </a:lnTo>
                      <a:lnTo>
                        <a:pt x="559" y="20"/>
                      </a:lnTo>
                      <a:lnTo>
                        <a:pt x="640" y="0"/>
                      </a:lnTo>
                      <a:lnTo>
                        <a:pt x="1193" y="1280"/>
                      </a:lnTo>
                      <a:lnTo>
                        <a:pt x="174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lvl="0">
                    <a:defRPr/>
                  </a:pPr>
                  <a:endParaRPr lang="ko-KR" altLang="en-US" sz="16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4" name="Freeform 25"/>
                <p:cNvSpPr/>
                <p:nvPr/>
              </p:nvSpPr>
              <p:spPr>
                <a:xfrm>
                  <a:off x="2689" y="4347"/>
                  <a:ext cx="34" cy="83"/>
                </a:xfrm>
                <a:custGeom>
                  <a:avLst/>
                  <a:gdLst>
                    <a:gd name="T0" fmla="*/ 135 w 373"/>
                    <a:gd name="T1" fmla="*/ 0 h 915"/>
                    <a:gd name="T2" fmla="*/ 237 w 373"/>
                    <a:gd name="T3" fmla="*/ 0 h 915"/>
                    <a:gd name="T4" fmla="*/ 258 w 373"/>
                    <a:gd name="T5" fmla="*/ 2 h 915"/>
                    <a:gd name="T6" fmla="*/ 278 w 373"/>
                    <a:gd name="T7" fmla="*/ 9 h 915"/>
                    <a:gd name="T8" fmla="*/ 295 w 373"/>
                    <a:gd name="T9" fmla="*/ 21 h 915"/>
                    <a:gd name="T10" fmla="*/ 310 w 373"/>
                    <a:gd name="T11" fmla="*/ 36 h 915"/>
                    <a:gd name="T12" fmla="*/ 321 w 373"/>
                    <a:gd name="T13" fmla="*/ 53 h 915"/>
                    <a:gd name="T14" fmla="*/ 328 w 373"/>
                    <a:gd name="T15" fmla="*/ 74 h 915"/>
                    <a:gd name="T16" fmla="*/ 366 w 373"/>
                    <a:gd name="T17" fmla="*/ 234 h 915"/>
                    <a:gd name="T18" fmla="*/ 368 w 373"/>
                    <a:gd name="T19" fmla="*/ 257 h 915"/>
                    <a:gd name="T20" fmla="*/ 365 w 373"/>
                    <a:gd name="T21" fmla="*/ 281 h 915"/>
                    <a:gd name="T22" fmla="*/ 357 w 373"/>
                    <a:gd name="T23" fmla="*/ 301 h 915"/>
                    <a:gd name="T24" fmla="*/ 345 w 373"/>
                    <a:gd name="T25" fmla="*/ 319 h 915"/>
                    <a:gd name="T26" fmla="*/ 329 w 373"/>
                    <a:gd name="T27" fmla="*/ 334 h 915"/>
                    <a:gd name="T28" fmla="*/ 309 w 373"/>
                    <a:gd name="T29" fmla="*/ 345 h 915"/>
                    <a:gd name="T30" fmla="*/ 287 w 373"/>
                    <a:gd name="T31" fmla="*/ 351 h 915"/>
                    <a:gd name="T32" fmla="*/ 373 w 373"/>
                    <a:gd name="T33" fmla="*/ 438 h 915"/>
                    <a:gd name="T34" fmla="*/ 187 w 373"/>
                    <a:gd name="T35" fmla="*/ 915 h 915"/>
                    <a:gd name="T36" fmla="*/ 0 w 373"/>
                    <a:gd name="T37" fmla="*/ 438 h 915"/>
                    <a:gd name="T38" fmla="*/ 85 w 373"/>
                    <a:gd name="T39" fmla="*/ 351 h 915"/>
                    <a:gd name="T40" fmla="*/ 63 w 373"/>
                    <a:gd name="T41" fmla="*/ 345 h 915"/>
                    <a:gd name="T42" fmla="*/ 44 w 373"/>
                    <a:gd name="T43" fmla="*/ 334 h 915"/>
                    <a:gd name="T44" fmla="*/ 27 w 373"/>
                    <a:gd name="T45" fmla="*/ 319 h 915"/>
                    <a:gd name="T46" fmla="*/ 15 w 373"/>
                    <a:gd name="T47" fmla="*/ 301 h 915"/>
                    <a:gd name="T48" fmla="*/ 7 w 373"/>
                    <a:gd name="T49" fmla="*/ 281 h 915"/>
                    <a:gd name="T50" fmla="*/ 4 w 373"/>
                    <a:gd name="T51" fmla="*/ 257 h 915"/>
                    <a:gd name="T52" fmla="*/ 6 w 373"/>
                    <a:gd name="T53" fmla="*/ 234 h 915"/>
                    <a:gd name="T54" fmla="*/ 44 w 373"/>
                    <a:gd name="T55" fmla="*/ 74 h 915"/>
                    <a:gd name="T56" fmla="*/ 52 w 373"/>
                    <a:gd name="T57" fmla="*/ 53 h 915"/>
                    <a:gd name="T58" fmla="*/ 63 w 373"/>
                    <a:gd name="T59" fmla="*/ 36 h 915"/>
                    <a:gd name="T60" fmla="*/ 77 w 373"/>
                    <a:gd name="T61" fmla="*/ 21 h 915"/>
                    <a:gd name="T62" fmla="*/ 95 w 373"/>
                    <a:gd name="T63" fmla="*/ 9 h 915"/>
                    <a:gd name="T64" fmla="*/ 114 w 373"/>
                    <a:gd name="T65" fmla="*/ 2 h 915"/>
                    <a:gd name="T66" fmla="*/ 135 w 373"/>
                    <a:gd name="T67" fmla="*/ 0 h 915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373" h="915">
                      <a:moveTo>
                        <a:pt x="135" y="0"/>
                      </a:moveTo>
                      <a:lnTo>
                        <a:pt x="237" y="0"/>
                      </a:lnTo>
                      <a:lnTo>
                        <a:pt x="258" y="2"/>
                      </a:lnTo>
                      <a:lnTo>
                        <a:pt x="278" y="9"/>
                      </a:lnTo>
                      <a:lnTo>
                        <a:pt x="295" y="21"/>
                      </a:lnTo>
                      <a:lnTo>
                        <a:pt x="310" y="36"/>
                      </a:lnTo>
                      <a:lnTo>
                        <a:pt x="321" y="53"/>
                      </a:lnTo>
                      <a:lnTo>
                        <a:pt x="328" y="74"/>
                      </a:lnTo>
                      <a:lnTo>
                        <a:pt x="366" y="234"/>
                      </a:lnTo>
                      <a:lnTo>
                        <a:pt x="368" y="257"/>
                      </a:lnTo>
                      <a:lnTo>
                        <a:pt x="365" y="281"/>
                      </a:lnTo>
                      <a:lnTo>
                        <a:pt x="357" y="301"/>
                      </a:lnTo>
                      <a:lnTo>
                        <a:pt x="345" y="319"/>
                      </a:lnTo>
                      <a:lnTo>
                        <a:pt x="329" y="334"/>
                      </a:lnTo>
                      <a:lnTo>
                        <a:pt x="309" y="345"/>
                      </a:lnTo>
                      <a:lnTo>
                        <a:pt x="287" y="351"/>
                      </a:lnTo>
                      <a:lnTo>
                        <a:pt x="373" y="438"/>
                      </a:lnTo>
                      <a:lnTo>
                        <a:pt x="187" y="915"/>
                      </a:lnTo>
                      <a:lnTo>
                        <a:pt x="0" y="438"/>
                      </a:lnTo>
                      <a:lnTo>
                        <a:pt x="85" y="351"/>
                      </a:lnTo>
                      <a:lnTo>
                        <a:pt x="63" y="345"/>
                      </a:lnTo>
                      <a:lnTo>
                        <a:pt x="44" y="334"/>
                      </a:lnTo>
                      <a:lnTo>
                        <a:pt x="27" y="319"/>
                      </a:lnTo>
                      <a:lnTo>
                        <a:pt x="15" y="301"/>
                      </a:lnTo>
                      <a:lnTo>
                        <a:pt x="7" y="281"/>
                      </a:lnTo>
                      <a:lnTo>
                        <a:pt x="4" y="257"/>
                      </a:lnTo>
                      <a:lnTo>
                        <a:pt x="6" y="234"/>
                      </a:lnTo>
                      <a:lnTo>
                        <a:pt x="44" y="74"/>
                      </a:lnTo>
                      <a:lnTo>
                        <a:pt x="52" y="53"/>
                      </a:lnTo>
                      <a:lnTo>
                        <a:pt x="63" y="36"/>
                      </a:lnTo>
                      <a:lnTo>
                        <a:pt x="77" y="21"/>
                      </a:lnTo>
                      <a:lnTo>
                        <a:pt x="95" y="9"/>
                      </a:lnTo>
                      <a:lnTo>
                        <a:pt x="114" y="2"/>
                      </a:lnTo>
                      <a:lnTo>
                        <a:pt x="135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lvl="0">
                    <a:defRPr/>
                  </a:pPr>
                  <a:endParaRPr lang="ko-KR" altLang="en-US" sz="1600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29" name="그룹 28"/>
            <p:cNvGrpSpPr/>
            <p:nvPr/>
          </p:nvGrpSpPr>
          <p:grpSpPr>
            <a:xfrm rot="0">
              <a:off x="467102" y="539420"/>
              <a:ext cx="706334" cy="576560"/>
              <a:chOff x="467102" y="539420"/>
              <a:chExt cx="706334" cy="576560"/>
            </a:xfrm>
          </p:grpSpPr>
          <p:sp>
            <p:nvSpPr>
              <p:cNvPr id="26" name="타원 25"/>
              <p:cNvSpPr/>
              <p:nvPr/>
            </p:nvSpPr>
            <p:spPr>
              <a:xfrm>
                <a:off x="652176" y="539420"/>
                <a:ext cx="350330" cy="3503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7" name="그림 26"/>
              <p:cNvPicPr>
                <a:picLocks noChangeAspect="1"/>
              </p:cNvPicPr>
              <p:nvPr/>
            </p:nvPicPr>
            <p:blipFill rotWithShape="1">
              <a:blip r:embed="rId2"/>
              <a:stretch>
                <a:fillRect/>
              </a:stretch>
            </p:blipFill>
            <p:spPr>
              <a:xfrm>
                <a:off x="704808" y="591912"/>
                <a:ext cx="254385" cy="254385"/>
              </a:xfrm>
              <a:prstGeom prst="rect">
                <a:avLst/>
              </a:prstGeom>
            </p:spPr>
          </p:pic>
          <p:sp>
            <p:nvSpPr>
              <p:cNvPr id="28" name="직사각형 27"/>
              <p:cNvSpPr/>
              <p:nvPr/>
            </p:nvSpPr>
            <p:spPr>
              <a:xfrm>
                <a:off x="467102" y="915925"/>
                <a:ext cx="706334" cy="2000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altLang="ko-KR" sz="700" b="1">
                    <a:solidFill>
                      <a:prstClr val="white"/>
                    </a:solidFill>
                  </a:rPr>
                  <a:t>PPTBIZCAM</a:t>
                </a:r>
                <a:endParaRPr lang="ko-KR" altLang="en-US" sz="700" b="1">
                  <a:solidFill>
                    <a:prstClr val="white"/>
                  </a:solidFill>
                </a:endParaRPr>
              </a:p>
            </p:txBody>
          </p:sp>
        </p:grpSp>
      </p:grp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11150" y="1773303"/>
          <a:ext cx="1057276" cy="335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276"/>
              </a:tblGrid>
              <a:tr h="335914">
                <a:tc>
                  <a:txBody>
                    <a:bodyPr vert="horz" lIns="0" tIns="0" rIns="0" bIns="0" anchor="t" anchorCtr="0"/>
                    <a:p>
                      <a:pPr latinLnBrk="1">
                        <a:defRPr/>
                      </a:pPr>
                      <a:endParaRPr lang="ko-KR" altLang="en-US" sz="100"/>
                    </a:p>
                  </a:txBody>
                  <a:tcPr marL="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7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9" name="자유형 98"/>
          <p:cNvSpPr/>
          <p:nvPr/>
        </p:nvSpPr>
        <p:spPr>
          <a:xfrm>
            <a:off x="4873362" y="5413248"/>
            <a:ext cx="3286524" cy="1177036"/>
          </a:xfrm>
          <a:custGeom>
            <a:avLst/>
            <a:gdLst>
              <a:gd name="connsiteX0" fmla="*/ 1643262 w 3286524"/>
              <a:gd name="connsiteY0" fmla="*/ 0 h 1177036"/>
              <a:gd name="connsiteX1" fmla="*/ 3244092 w 3286524"/>
              <a:gd name="connsiteY1" fmla="*/ 1061102 h 1177036"/>
              <a:gd name="connsiteX2" fmla="*/ 3286524 w 3286524"/>
              <a:gd name="connsiteY2" fmla="*/ 1177036 h 1177036"/>
              <a:gd name="connsiteX3" fmla="*/ 0 w 3286524"/>
              <a:gd name="connsiteY3" fmla="*/ 1177036 h 1177036"/>
              <a:gd name="connsiteX4" fmla="*/ 42433 w 3286524"/>
              <a:gd name="connsiteY4" fmla="*/ 1061102 h 1177036"/>
              <a:gd name="connsiteX5" fmla="*/ 1643262 w 3286524"/>
              <a:gd name="connsiteY5" fmla="*/ 0 h 117703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6524" h="1177036">
                <a:moveTo>
                  <a:pt x="1643262" y="0"/>
                </a:moveTo>
                <a:cubicBezTo>
                  <a:pt x="2362900" y="0"/>
                  <a:pt x="2980346" y="437537"/>
                  <a:pt x="3244092" y="1061102"/>
                </a:cubicBezTo>
                <a:lnTo>
                  <a:pt x="3286524" y="1177036"/>
                </a:lnTo>
                <a:lnTo>
                  <a:pt x="0" y="1177036"/>
                </a:lnTo>
                <a:lnTo>
                  <a:pt x="42433" y="1061102"/>
                </a:lnTo>
                <a:cubicBezTo>
                  <a:pt x="306178" y="437537"/>
                  <a:pt x="923625" y="0"/>
                  <a:pt x="1643262" y="0"/>
                </a:cubicBezTo>
                <a:close/>
              </a:path>
            </a:pathLst>
          </a:custGeom>
          <a:solidFill>
            <a:srgbClr val="fed8c3"/>
          </a:solidFill>
          <a:ln w="38100">
            <a:solidFill>
              <a:srgbClr val="fe6b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2000" b="1" kern="0">
                <a:solidFill>
                  <a:srgbClr val="fe6b25"/>
                </a:solidFill>
              </a:rPr>
              <a:t>변수</a:t>
            </a:r>
            <a:endParaRPr lang="en-US" altLang="ko-KR" sz="2000" b="1" kern="0">
              <a:solidFill>
                <a:srgbClr val="fe6b25"/>
              </a:solidFill>
            </a:endParaRPr>
          </a:p>
        </p:txBody>
      </p:sp>
      <p:sp>
        <p:nvSpPr>
          <p:cNvPr id="101" name="타원 100"/>
          <p:cNvSpPr/>
          <p:nvPr/>
        </p:nvSpPr>
        <p:spPr>
          <a:xfrm>
            <a:off x="6110929" y="3863159"/>
            <a:ext cx="792000" cy="792000"/>
          </a:xfrm>
          <a:prstGeom prst="ellipse">
            <a:avLst/>
          </a:prstGeom>
          <a:solidFill>
            <a:srgbClr val="fe6b25"/>
          </a:solidFill>
          <a:ln w="6350">
            <a:solidFill>
              <a:srgbClr val="fe6b25"/>
            </a:solidFill>
          </a:ln>
          <a:effectLst>
            <a:outerShdw blurRad="139700" dist="114300" sx="102000" sy="102000" algn="ctr" rotWithShape="0">
              <a:prstClr val="black">
                <a:alpha val="5000"/>
              </a:prstClr>
            </a:out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1050" b="1">
                <a:solidFill>
                  <a:srgbClr val="02eaef"/>
                </a:solidFill>
              </a:rPr>
              <a:t> </a:t>
            </a:r>
            <a:endParaRPr lang="en-US" altLang="ko-KR" sz="1050" b="1">
              <a:solidFill>
                <a:srgbClr val="02eaef"/>
              </a:solidFill>
            </a:endParaRPr>
          </a:p>
        </p:txBody>
      </p:sp>
      <p:cxnSp>
        <p:nvCxnSpPr>
          <p:cNvPr id="102" name="직선 연결선 101"/>
          <p:cNvCxnSpPr/>
          <p:nvPr/>
        </p:nvCxnSpPr>
        <p:spPr>
          <a:xfrm>
            <a:off x="6506929" y="4763888"/>
            <a:ext cx="6163" cy="589018"/>
          </a:xfrm>
          <a:prstGeom prst="line">
            <a:avLst/>
          </a:prstGeom>
          <a:ln>
            <a:solidFill>
              <a:srgbClr val="fe6b2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5218664" y="1776098"/>
            <a:ext cx="2564204" cy="955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1600" b="1">
                <a:solidFill>
                  <a:srgbClr val="fe6b25"/>
                </a:solidFill>
              </a:rPr>
              <a:t>일조(hr)</a:t>
            </a:r>
            <a:endParaRPr lang="en-US" altLang="ko-KR" sz="1600" b="1">
              <a:solidFill>
                <a:srgbClr val="fe6b25"/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100">
                <a:solidFill>
                  <a:prstClr val="black">
                    <a:lumMod val="75000"/>
                    <a:lumOff val="25000"/>
                  </a:prstClr>
                </a:solidFill>
              </a:rPr>
              <a:t>다른 변수와는 다르게 태양광 에너지와 직접적인 연관이 있음</a:t>
            </a:r>
            <a:endParaRPr lang="ko-KR" altLang="en-US" sz="11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cxnSp>
        <p:nvCxnSpPr>
          <p:cNvPr id="104" name="직선 연결선 103"/>
          <p:cNvCxnSpPr/>
          <p:nvPr/>
        </p:nvCxnSpPr>
        <p:spPr>
          <a:xfrm>
            <a:off x="6500766" y="3165412"/>
            <a:ext cx="6163" cy="589018"/>
          </a:xfrm>
          <a:prstGeom prst="line">
            <a:avLst/>
          </a:prstGeom>
          <a:ln>
            <a:solidFill>
              <a:srgbClr val="fe6b2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/>
          <p:cNvGrpSpPr/>
          <p:nvPr/>
        </p:nvGrpSpPr>
        <p:grpSpPr>
          <a:xfrm rot="19800000">
            <a:off x="4226046" y="3767252"/>
            <a:ext cx="792000" cy="2187494"/>
            <a:chOff x="6263329" y="3317812"/>
            <a:chExt cx="792000" cy="2187494"/>
          </a:xfrm>
        </p:grpSpPr>
        <p:sp>
          <p:nvSpPr>
            <p:cNvPr id="105" name="타원 104"/>
            <p:cNvSpPr/>
            <p:nvPr/>
          </p:nvSpPr>
          <p:spPr>
            <a:xfrm>
              <a:off x="6263329" y="4015559"/>
              <a:ext cx="792000" cy="79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fe6b25"/>
              </a:solidFill>
            </a:ln>
            <a:effectLst>
              <a:outerShdw blurRad="139700" dist="114300" sx="102000" sy="102000" algn="ctr" rotWithShape="0">
                <a:prstClr val="black">
                  <a:alpha val="5000"/>
                </a:prstClr>
              </a:outerShdw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50000"/>
                </a:lnSpc>
                <a:defRPr/>
              </a:pPr>
              <a:r>
                <a:rPr lang="en-US" altLang="ko-KR" sz="1050" b="1">
                  <a:solidFill>
                    <a:srgbClr val="02eaef"/>
                  </a:solidFill>
                </a:rPr>
                <a:t> </a:t>
              </a:r>
              <a:endParaRPr lang="en-US" altLang="ko-KR" sz="1050" b="1">
                <a:solidFill>
                  <a:srgbClr val="02eaef"/>
                </a:solidFill>
              </a:endParaRPr>
            </a:p>
          </p:txBody>
        </p:sp>
        <p:cxnSp>
          <p:nvCxnSpPr>
            <p:cNvPr id="106" name="직선 연결선 105"/>
            <p:cNvCxnSpPr/>
            <p:nvPr/>
          </p:nvCxnSpPr>
          <p:spPr>
            <a:xfrm>
              <a:off x="6659329" y="4916288"/>
              <a:ext cx="6163" cy="589018"/>
            </a:xfrm>
            <a:prstGeom prst="line">
              <a:avLst/>
            </a:prstGeom>
            <a:ln>
              <a:solidFill>
                <a:srgbClr val="fe6b2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>
              <a:off x="6653166" y="3317812"/>
              <a:ext cx="6163" cy="589018"/>
            </a:xfrm>
            <a:prstGeom prst="line">
              <a:avLst/>
            </a:prstGeom>
            <a:ln>
              <a:solidFill>
                <a:srgbClr val="fe6b2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그룹 107"/>
          <p:cNvGrpSpPr/>
          <p:nvPr/>
        </p:nvGrpSpPr>
        <p:grpSpPr>
          <a:xfrm rot="1800000">
            <a:off x="8080249" y="3762806"/>
            <a:ext cx="792000" cy="2187494"/>
            <a:chOff x="6263329" y="3317812"/>
            <a:chExt cx="792000" cy="2187494"/>
          </a:xfrm>
        </p:grpSpPr>
        <p:sp>
          <p:nvSpPr>
            <p:cNvPr id="109" name="타원 108"/>
            <p:cNvSpPr/>
            <p:nvPr/>
          </p:nvSpPr>
          <p:spPr>
            <a:xfrm>
              <a:off x="6263329" y="4015559"/>
              <a:ext cx="792000" cy="79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fe6b25"/>
              </a:solidFill>
            </a:ln>
            <a:effectLst>
              <a:outerShdw blurRad="139700" dist="114300" sx="102000" sy="102000" algn="ctr" rotWithShape="0">
                <a:prstClr val="black">
                  <a:alpha val="5000"/>
                </a:prstClr>
              </a:outerShdw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50000"/>
                </a:lnSpc>
                <a:defRPr/>
              </a:pPr>
              <a:r>
                <a:rPr lang="en-US" altLang="ko-KR" sz="1050" b="1">
                  <a:solidFill>
                    <a:srgbClr val="02eaef"/>
                  </a:solidFill>
                </a:rPr>
                <a:t> </a:t>
              </a:r>
              <a:endParaRPr lang="en-US" altLang="ko-KR" sz="1050" b="1">
                <a:solidFill>
                  <a:srgbClr val="02eaef"/>
                </a:solidFill>
              </a:endParaRPr>
            </a:p>
          </p:txBody>
        </p:sp>
        <p:cxnSp>
          <p:nvCxnSpPr>
            <p:cNvPr id="110" name="직선 연결선 109"/>
            <p:cNvCxnSpPr/>
            <p:nvPr/>
          </p:nvCxnSpPr>
          <p:spPr>
            <a:xfrm>
              <a:off x="6659329" y="4916288"/>
              <a:ext cx="6163" cy="589018"/>
            </a:xfrm>
            <a:prstGeom prst="line">
              <a:avLst/>
            </a:prstGeom>
            <a:ln>
              <a:solidFill>
                <a:srgbClr val="fe6b2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/>
            <p:cNvCxnSpPr/>
            <p:nvPr/>
          </p:nvCxnSpPr>
          <p:spPr>
            <a:xfrm>
              <a:off x="6653166" y="3317812"/>
              <a:ext cx="6163" cy="589018"/>
            </a:xfrm>
            <a:prstGeom prst="line">
              <a:avLst/>
            </a:prstGeom>
            <a:ln>
              <a:solidFill>
                <a:srgbClr val="fe6b2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직사각형 111"/>
          <p:cNvSpPr/>
          <p:nvPr/>
        </p:nvSpPr>
        <p:spPr>
          <a:xfrm>
            <a:off x="1887734" y="2749269"/>
            <a:ext cx="2564204" cy="954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600" b="1">
                <a:solidFill>
                  <a:prstClr val="black">
                    <a:lumMod val="75000"/>
                    <a:lumOff val="25000"/>
                  </a:prstClr>
                </a:solidFill>
              </a:rPr>
              <a:t>지면온도(°C</a:t>
            </a:r>
            <a:r>
              <a:rPr lang="en-US" altLang="ko-KR" sz="1600" b="1">
                <a:solidFill>
                  <a:prstClr val="black">
                    <a:lumMod val="75000"/>
                    <a:lumOff val="25000"/>
                  </a:prstClr>
                </a:solidFill>
              </a:rPr>
              <a:t>)</a:t>
            </a:r>
            <a:endParaRPr lang="en-US" altLang="ko-KR" sz="1600" b="1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100">
                <a:solidFill>
                  <a:prstClr val="black">
                    <a:lumMod val="75000"/>
                    <a:lumOff val="25000"/>
                  </a:prstClr>
                </a:solidFill>
              </a:rPr>
              <a:t>지면온도는 태양광발전시의 발전량에 어느정도 미칠 수도 있음</a:t>
            </a:r>
            <a:endParaRPr lang="ko-KR" altLang="en-US" sz="11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8549594" y="2749269"/>
            <a:ext cx="2564204" cy="954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1600" b="1">
                <a:solidFill>
                  <a:prstClr val="black">
                    <a:lumMod val="75000"/>
                    <a:lumOff val="25000"/>
                  </a:prstClr>
                </a:solidFill>
              </a:rPr>
              <a:t>전운량(10분위)</a:t>
            </a:r>
            <a:endParaRPr lang="en-US" altLang="ko-KR" sz="1600" b="1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100">
                <a:solidFill>
                  <a:prstClr val="black">
                    <a:lumMod val="75000"/>
                    <a:lumOff val="25000"/>
                  </a:prstClr>
                </a:solidFill>
              </a:rPr>
              <a:t>구름양이 많아지면 일조량이 줄어들어 발전량이 줄어들 것으로 추정</a:t>
            </a:r>
            <a:endParaRPr lang="ko-KR" altLang="en-US" sz="11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14" name="Freeform 6"/>
          <p:cNvSpPr/>
          <p:nvPr/>
        </p:nvSpPr>
        <p:spPr>
          <a:xfrm>
            <a:off x="6327378" y="4085075"/>
            <a:ext cx="395606" cy="350745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 sz="1600">
              <a:solidFill>
                <a:prstClr val="black"/>
              </a:solidFill>
            </a:endParaRPr>
          </a:p>
        </p:txBody>
      </p:sp>
      <p:sp>
        <p:nvSpPr>
          <p:cNvPr id="115" name="자유형 114"/>
          <p:cNvSpPr/>
          <p:nvPr/>
        </p:nvSpPr>
        <p:spPr>
          <a:xfrm>
            <a:off x="8293783" y="4691735"/>
            <a:ext cx="364932" cy="319387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fe6b25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16" name="Freeform 36"/>
          <p:cNvSpPr>
            <a:spLocks noEditPoints="1"/>
          </p:cNvSpPr>
          <p:nvPr/>
        </p:nvSpPr>
        <p:spPr>
          <a:xfrm>
            <a:off x="4514418" y="4676752"/>
            <a:ext cx="215408" cy="362295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fe6b25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17" name="직사각형 29"/>
          <p:cNvSpPr/>
          <p:nvPr/>
        </p:nvSpPr>
        <p:spPr>
          <a:xfrm>
            <a:off x="1812909" y="369838"/>
            <a:ext cx="5624657" cy="13713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800" b="1" i="0" u="none" strike="noStrike" kern="0" cap="none" spc="0" normalizeH="0" baseline="0" mc:Ignorable="hp" hp:hslEmbossed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0" cap="none" spc="0" normalizeH="0" baseline="0" mc:Ignorable="hp" hp:hslEmbossed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변수선택</a:t>
            </a:r>
            <a:endParaRPr xmlns:mc="http://schemas.openxmlformats.org/markup-compatibility/2006" xmlns:hp="http://schemas.haansoft.com/office/presentation/8.0" kumimoji="0" lang="ko-KR" altLang="en-US" sz="2800" b="1" i="0" u="none" strike="noStrike" kern="0" cap="none" spc="0" normalizeH="0" baseline="0" mc:Ignorable="hp" hp:hslEmbossed="0">
              <a:solidFill>
                <a:srgbClr val="40404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2800" b="1" i="1" u="none" strike="noStrike" kern="0" cap="none" spc="0" normalizeH="0" baseline="0" mc:Ignorable="hp" hp:hslEmbossed="0">
              <a:solidFill>
                <a:srgbClr val="404040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118" name="표 2"/>
          <p:cNvGraphicFramePr>
            <a:graphicFrameLocks noGrp="1"/>
          </p:cNvGraphicFramePr>
          <p:nvPr/>
        </p:nvGraphicFramePr>
        <p:xfrm>
          <a:off x="292100" y="1359017"/>
          <a:ext cx="1079500" cy="1908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/>
              </a:tblGrid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개요  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변수선택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모델생성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예측결과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활용방안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d8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/>
          <p:cNvGrpSpPr/>
          <p:nvPr/>
        </p:nvGrpSpPr>
        <p:grpSpPr>
          <a:xfrm rot="0">
            <a:off x="292100" y="252412"/>
            <a:ext cx="11506200" cy="6364288"/>
            <a:chOff x="292100" y="252412"/>
            <a:chExt cx="11506200" cy="6364288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292100" y="252412"/>
              <a:ext cx="11506200" cy="6364288"/>
            </a:xfrm>
            <a:prstGeom prst="roundRect">
              <a:avLst>
                <a:gd name="adj" fmla="val 5692"/>
              </a:avLst>
            </a:prstGeom>
            <a:solidFill>
              <a:srgbClr val="fe6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모서리가 둥근 직사각형 4"/>
            <p:cNvSpPr/>
            <p:nvPr/>
          </p:nvSpPr>
          <p:spPr>
            <a:xfrm>
              <a:off x="1371600" y="303212"/>
              <a:ext cx="10375900" cy="6262688"/>
            </a:xfrm>
            <a:prstGeom prst="roundRect">
              <a:avLst>
                <a:gd name="adj" fmla="val 48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25" name="그룹 24"/>
            <p:cNvGrpSpPr/>
            <p:nvPr/>
          </p:nvGrpSpPr>
          <p:grpSpPr>
            <a:xfrm rot="0">
              <a:off x="418080" y="1495425"/>
              <a:ext cx="150738" cy="1628710"/>
              <a:chOff x="392680" y="1495425"/>
              <a:chExt cx="150738" cy="162871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421490" y="1872946"/>
                <a:ext cx="93118" cy="122886"/>
              </a:xfrm>
              <a:custGeom>
                <a:avLst/>
                <a:gdLst>
                  <a:gd name="T0" fmla="*/ 1093 w 9310"/>
                  <a:gd name="T1" fmla="*/ 12245 h 12286"/>
                  <a:gd name="T2" fmla="*/ 582 w 9310"/>
                  <a:gd name="T3" fmla="*/ 12007 h 12286"/>
                  <a:gd name="T4" fmla="*/ 279 w 9310"/>
                  <a:gd name="T5" fmla="*/ 11710 h 12286"/>
                  <a:gd name="T6" fmla="*/ 42 w 9310"/>
                  <a:gd name="T7" fmla="*/ 11209 h 12286"/>
                  <a:gd name="T8" fmla="*/ 0 w 9310"/>
                  <a:gd name="T9" fmla="*/ 1919 h 12286"/>
                  <a:gd name="T10" fmla="*/ 117 w 9310"/>
                  <a:gd name="T11" fmla="*/ 1260 h 12286"/>
                  <a:gd name="T12" fmla="*/ 498 w 9310"/>
                  <a:gd name="T13" fmla="*/ 629 h 12286"/>
                  <a:gd name="T14" fmla="*/ 1088 w 9310"/>
                  <a:gd name="T15" fmla="*/ 189 h 12286"/>
                  <a:gd name="T16" fmla="*/ 1821 w 9310"/>
                  <a:gd name="T17" fmla="*/ 1 h 12286"/>
                  <a:gd name="T18" fmla="*/ 7682 w 9310"/>
                  <a:gd name="T19" fmla="*/ 22 h 12286"/>
                  <a:gd name="T20" fmla="*/ 8385 w 9310"/>
                  <a:gd name="T21" fmla="*/ 278 h 12286"/>
                  <a:gd name="T22" fmla="*/ 8929 w 9310"/>
                  <a:gd name="T23" fmla="*/ 772 h 12286"/>
                  <a:gd name="T24" fmla="*/ 9250 w 9310"/>
                  <a:gd name="T25" fmla="*/ 1440 h 12286"/>
                  <a:gd name="T26" fmla="*/ 9310 w 9310"/>
                  <a:gd name="T27" fmla="*/ 8471 h 12286"/>
                  <a:gd name="T28" fmla="*/ 9201 w 9310"/>
                  <a:gd name="T29" fmla="*/ 8777 h 12286"/>
                  <a:gd name="T30" fmla="*/ 8880 w 9310"/>
                  <a:gd name="T31" fmla="*/ 8949 h 12286"/>
                  <a:gd name="T32" fmla="*/ 8601 w 9310"/>
                  <a:gd name="T33" fmla="*/ 8894 h 12286"/>
                  <a:gd name="T34" fmla="*/ 8370 w 9310"/>
                  <a:gd name="T35" fmla="*/ 8615 h 12286"/>
                  <a:gd name="T36" fmla="*/ 8349 w 9310"/>
                  <a:gd name="T37" fmla="*/ 1870 h 12286"/>
                  <a:gd name="T38" fmla="*/ 8255 w 9310"/>
                  <a:gd name="T39" fmla="*/ 1503 h 12286"/>
                  <a:gd name="T40" fmla="*/ 8035 w 9310"/>
                  <a:gd name="T41" fmla="*/ 1209 h 12286"/>
                  <a:gd name="T42" fmla="*/ 7720 w 9310"/>
                  <a:gd name="T43" fmla="*/ 1018 h 12286"/>
                  <a:gd name="T44" fmla="*/ 7390 w 9310"/>
                  <a:gd name="T45" fmla="*/ 960 h 12286"/>
                  <a:gd name="T46" fmla="*/ 1680 w 9310"/>
                  <a:gd name="T47" fmla="*/ 989 h 12286"/>
                  <a:gd name="T48" fmla="*/ 1346 w 9310"/>
                  <a:gd name="T49" fmla="*/ 1150 h 12286"/>
                  <a:gd name="T50" fmla="*/ 1098 w 9310"/>
                  <a:gd name="T51" fmla="*/ 1423 h 12286"/>
                  <a:gd name="T52" fmla="*/ 970 w 9310"/>
                  <a:gd name="T53" fmla="*/ 1774 h 12286"/>
                  <a:gd name="T54" fmla="*/ 962 w 9310"/>
                  <a:gd name="T55" fmla="*/ 10904 h 12286"/>
                  <a:gd name="T56" fmla="*/ 1091 w 9310"/>
                  <a:gd name="T57" fmla="*/ 11185 h 12286"/>
                  <a:gd name="T58" fmla="*/ 1405 w 9310"/>
                  <a:gd name="T59" fmla="*/ 11326 h 12286"/>
                  <a:gd name="T60" fmla="*/ 1677 w 9310"/>
                  <a:gd name="T61" fmla="*/ 11273 h 12286"/>
                  <a:gd name="T62" fmla="*/ 4346 w 9310"/>
                  <a:gd name="T63" fmla="*/ 8559 h 12286"/>
                  <a:gd name="T64" fmla="*/ 4655 w 9310"/>
                  <a:gd name="T65" fmla="*/ 8448 h 12286"/>
                  <a:gd name="T66" fmla="*/ 4964 w 9310"/>
                  <a:gd name="T67" fmla="*/ 8559 h 12286"/>
                  <a:gd name="T68" fmla="*/ 7633 w 9310"/>
                  <a:gd name="T69" fmla="*/ 11273 h 12286"/>
                  <a:gd name="T70" fmla="*/ 7902 w 9310"/>
                  <a:gd name="T71" fmla="*/ 11326 h 12286"/>
                  <a:gd name="T72" fmla="*/ 8215 w 9310"/>
                  <a:gd name="T73" fmla="*/ 11182 h 12286"/>
                  <a:gd name="T74" fmla="*/ 8349 w 9310"/>
                  <a:gd name="T75" fmla="*/ 10897 h 12286"/>
                  <a:gd name="T76" fmla="*/ 8408 w 9310"/>
                  <a:gd name="T77" fmla="*/ 10618 h 12286"/>
                  <a:gd name="T78" fmla="*/ 8687 w 9310"/>
                  <a:gd name="T79" fmla="*/ 10387 h 12286"/>
                  <a:gd name="T80" fmla="*/ 8974 w 9310"/>
                  <a:gd name="T81" fmla="*/ 10387 h 12286"/>
                  <a:gd name="T82" fmla="*/ 9253 w 9310"/>
                  <a:gd name="T83" fmla="*/ 10618 h 12286"/>
                  <a:gd name="T84" fmla="*/ 9309 w 9310"/>
                  <a:gd name="T85" fmla="*/ 10920 h 12286"/>
                  <a:gd name="T86" fmla="*/ 9174 w 9310"/>
                  <a:gd name="T87" fmla="*/ 11466 h 12286"/>
                  <a:gd name="T88" fmla="*/ 8890 w 9310"/>
                  <a:gd name="T89" fmla="*/ 11865 h 12286"/>
                  <a:gd name="T90" fmla="*/ 8474 w 9310"/>
                  <a:gd name="T91" fmla="*/ 12151 h 12286"/>
                  <a:gd name="T92" fmla="*/ 7913 w 9310"/>
                  <a:gd name="T93" fmla="*/ 12286 h 12286"/>
                  <a:gd name="T94" fmla="*/ 7489 w 9310"/>
                  <a:gd name="T95" fmla="*/ 12242 h 12286"/>
                  <a:gd name="T96" fmla="*/ 6997 w 9310"/>
                  <a:gd name="T97" fmla="*/ 12001 h 12286"/>
                  <a:gd name="T98" fmla="*/ 2472 w 9310"/>
                  <a:gd name="T99" fmla="*/ 11859 h 12286"/>
                  <a:gd name="T100" fmla="*/ 2080 w 9310"/>
                  <a:gd name="T101" fmla="*/ 12145 h 12286"/>
                  <a:gd name="T102" fmla="*/ 1545 w 9310"/>
                  <a:gd name="T103" fmla="*/ 12285 h 1228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310" h="12286">
                    <a:moveTo>
                      <a:pt x="1447" y="12286"/>
                    </a:moveTo>
                    <a:lnTo>
                      <a:pt x="1375" y="12286"/>
                    </a:lnTo>
                    <a:lnTo>
                      <a:pt x="1232" y="12272"/>
                    </a:lnTo>
                    <a:lnTo>
                      <a:pt x="1093" y="12245"/>
                    </a:lnTo>
                    <a:lnTo>
                      <a:pt x="957" y="12203"/>
                    </a:lnTo>
                    <a:lnTo>
                      <a:pt x="826" y="12150"/>
                    </a:lnTo>
                    <a:lnTo>
                      <a:pt x="700" y="12085"/>
                    </a:lnTo>
                    <a:lnTo>
                      <a:pt x="582" y="12007"/>
                    </a:lnTo>
                    <a:lnTo>
                      <a:pt x="471" y="11918"/>
                    </a:lnTo>
                    <a:lnTo>
                      <a:pt x="419" y="11869"/>
                    </a:lnTo>
                    <a:lnTo>
                      <a:pt x="370" y="11818"/>
                    </a:lnTo>
                    <a:lnTo>
                      <a:pt x="279" y="11710"/>
                    </a:lnTo>
                    <a:lnTo>
                      <a:pt x="202" y="11595"/>
                    </a:lnTo>
                    <a:lnTo>
                      <a:pt x="135" y="11471"/>
                    </a:lnTo>
                    <a:lnTo>
                      <a:pt x="82" y="11343"/>
                    </a:lnTo>
                    <a:lnTo>
                      <a:pt x="42" y="11209"/>
                    </a:lnTo>
                    <a:lnTo>
                      <a:pt x="14" y="11070"/>
                    </a:lnTo>
                    <a:lnTo>
                      <a:pt x="1" y="10927"/>
                    </a:lnTo>
                    <a:lnTo>
                      <a:pt x="0" y="10855"/>
                    </a:lnTo>
                    <a:lnTo>
                      <a:pt x="0" y="1919"/>
                    </a:lnTo>
                    <a:lnTo>
                      <a:pt x="1" y="1821"/>
                    </a:lnTo>
                    <a:lnTo>
                      <a:pt x="22" y="1627"/>
                    </a:lnTo>
                    <a:lnTo>
                      <a:pt x="60" y="1440"/>
                    </a:lnTo>
                    <a:lnTo>
                      <a:pt x="117" y="1260"/>
                    </a:lnTo>
                    <a:lnTo>
                      <a:pt x="189" y="1089"/>
                    </a:lnTo>
                    <a:lnTo>
                      <a:pt x="278" y="924"/>
                    </a:lnTo>
                    <a:lnTo>
                      <a:pt x="382" y="772"/>
                    </a:lnTo>
                    <a:lnTo>
                      <a:pt x="498" y="629"/>
                    </a:lnTo>
                    <a:lnTo>
                      <a:pt x="629" y="498"/>
                    </a:lnTo>
                    <a:lnTo>
                      <a:pt x="772" y="382"/>
                    </a:lnTo>
                    <a:lnTo>
                      <a:pt x="924" y="278"/>
                    </a:lnTo>
                    <a:lnTo>
                      <a:pt x="1088" y="189"/>
                    </a:lnTo>
                    <a:lnTo>
                      <a:pt x="1260" y="117"/>
                    </a:lnTo>
                    <a:lnTo>
                      <a:pt x="1440" y="60"/>
                    </a:lnTo>
                    <a:lnTo>
                      <a:pt x="1627" y="22"/>
                    </a:lnTo>
                    <a:lnTo>
                      <a:pt x="1821" y="1"/>
                    </a:lnTo>
                    <a:lnTo>
                      <a:pt x="1919" y="0"/>
                    </a:lnTo>
                    <a:lnTo>
                      <a:pt x="7390" y="0"/>
                    </a:lnTo>
                    <a:lnTo>
                      <a:pt x="7489" y="1"/>
                    </a:lnTo>
                    <a:lnTo>
                      <a:pt x="7682" y="22"/>
                    </a:lnTo>
                    <a:lnTo>
                      <a:pt x="7869" y="60"/>
                    </a:lnTo>
                    <a:lnTo>
                      <a:pt x="8049" y="117"/>
                    </a:lnTo>
                    <a:lnTo>
                      <a:pt x="8222" y="189"/>
                    </a:lnTo>
                    <a:lnTo>
                      <a:pt x="8385" y="278"/>
                    </a:lnTo>
                    <a:lnTo>
                      <a:pt x="8539" y="382"/>
                    </a:lnTo>
                    <a:lnTo>
                      <a:pt x="8681" y="498"/>
                    </a:lnTo>
                    <a:lnTo>
                      <a:pt x="8811" y="629"/>
                    </a:lnTo>
                    <a:lnTo>
                      <a:pt x="8929" y="772"/>
                    </a:lnTo>
                    <a:lnTo>
                      <a:pt x="9033" y="924"/>
                    </a:lnTo>
                    <a:lnTo>
                      <a:pt x="9120" y="1089"/>
                    </a:lnTo>
                    <a:lnTo>
                      <a:pt x="9194" y="1260"/>
                    </a:lnTo>
                    <a:lnTo>
                      <a:pt x="9250" y="1440"/>
                    </a:lnTo>
                    <a:lnTo>
                      <a:pt x="9289" y="1627"/>
                    </a:lnTo>
                    <a:lnTo>
                      <a:pt x="9308" y="1821"/>
                    </a:lnTo>
                    <a:lnTo>
                      <a:pt x="9310" y="1919"/>
                    </a:lnTo>
                    <a:lnTo>
                      <a:pt x="9310" y="8471"/>
                    </a:lnTo>
                    <a:lnTo>
                      <a:pt x="9308" y="8521"/>
                    </a:lnTo>
                    <a:lnTo>
                      <a:pt x="9289" y="8615"/>
                    </a:lnTo>
                    <a:lnTo>
                      <a:pt x="9253" y="8700"/>
                    </a:lnTo>
                    <a:lnTo>
                      <a:pt x="9201" y="8777"/>
                    </a:lnTo>
                    <a:lnTo>
                      <a:pt x="9136" y="8842"/>
                    </a:lnTo>
                    <a:lnTo>
                      <a:pt x="9058" y="8894"/>
                    </a:lnTo>
                    <a:lnTo>
                      <a:pt x="8974" y="8930"/>
                    </a:lnTo>
                    <a:lnTo>
                      <a:pt x="8880" y="8949"/>
                    </a:lnTo>
                    <a:lnTo>
                      <a:pt x="8830" y="8952"/>
                    </a:lnTo>
                    <a:lnTo>
                      <a:pt x="8781" y="8949"/>
                    </a:lnTo>
                    <a:lnTo>
                      <a:pt x="8687" y="8930"/>
                    </a:lnTo>
                    <a:lnTo>
                      <a:pt x="8601" y="8894"/>
                    </a:lnTo>
                    <a:lnTo>
                      <a:pt x="8524" y="8842"/>
                    </a:lnTo>
                    <a:lnTo>
                      <a:pt x="8460" y="8777"/>
                    </a:lnTo>
                    <a:lnTo>
                      <a:pt x="8408" y="8700"/>
                    </a:lnTo>
                    <a:lnTo>
                      <a:pt x="8370" y="8615"/>
                    </a:lnTo>
                    <a:lnTo>
                      <a:pt x="8352" y="8521"/>
                    </a:lnTo>
                    <a:lnTo>
                      <a:pt x="8350" y="8471"/>
                    </a:lnTo>
                    <a:lnTo>
                      <a:pt x="8350" y="1919"/>
                    </a:lnTo>
                    <a:lnTo>
                      <a:pt x="8349" y="1870"/>
                    </a:lnTo>
                    <a:lnTo>
                      <a:pt x="8340" y="1774"/>
                    </a:lnTo>
                    <a:lnTo>
                      <a:pt x="8320" y="1680"/>
                    </a:lnTo>
                    <a:lnTo>
                      <a:pt x="8293" y="1590"/>
                    </a:lnTo>
                    <a:lnTo>
                      <a:pt x="8255" y="1503"/>
                    </a:lnTo>
                    <a:lnTo>
                      <a:pt x="8211" y="1423"/>
                    </a:lnTo>
                    <a:lnTo>
                      <a:pt x="8160" y="1346"/>
                    </a:lnTo>
                    <a:lnTo>
                      <a:pt x="8101" y="1274"/>
                    </a:lnTo>
                    <a:lnTo>
                      <a:pt x="8035" y="1209"/>
                    </a:lnTo>
                    <a:lnTo>
                      <a:pt x="7964" y="1150"/>
                    </a:lnTo>
                    <a:lnTo>
                      <a:pt x="7888" y="1099"/>
                    </a:lnTo>
                    <a:lnTo>
                      <a:pt x="7806" y="1054"/>
                    </a:lnTo>
                    <a:lnTo>
                      <a:pt x="7720" y="1018"/>
                    </a:lnTo>
                    <a:lnTo>
                      <a:pt x="7630" y="989"/>
                    </a:lnTo>
                    <a:lnTo>
                      <a:pt x="7537" y="970"/>
                    </a:lnTo>
                    <a:lnTo>
                      <a:pt x="7440" y="960"/>
                    </a:lnTo>
                    <a:lnTo>
                      <a:pt x="7390" y="960"/>
                    </a:lnTo>
                    <a:lnTo>
                      <a:pt x="1919" y="960"/>
                    </a:lnTo>
                    <a:lnTo>
                      <a:pt x="1870" y="960"/>
                    </a:lnTo>
                    <a:lnTo>
                      <a:pt x="1774" y="970"/>
                    </a:lnTo>
                    <a:lnTo>
                      <a:pt x="1680" y="989"/>
                    </a:lnTo>
                    <a:lnTo>
                      <a:pt x="1589" y="1018"/>
                    </a:lnTo>
                    <a:lnTo>
                      <a:pt x="1503" y="1054"/>
                    </a:lnTo>
                    <a:lnTo>
                      <a:pt x="1422" y="1099"/>
                    </a:lnTo>
                    <a:lnTo>
                      <a:pt x="1346" y="1150"/>
                    </a:lnTo>
                    <a:lnTo>
                      <a:pt x="1274" y="1209"/>
                    </a:lnTo>
                    <a:lnTo>
                      <a:pt x="1209" y="1274"/>
                    </a:lnTo>
                    <a:lnTo>
                      <a:pt x="1150" y="1346"/>
                    </a:lnTo>
                    <a:lnTo>
                      <a:pt x="1098" y="1423"/>
                    </a:lnTo>
                    <a:lnTo>
                      <a:pt x="1054" y="1503"/>
                    </a:lnTo>
                    <a:lnTo>
                      <a:pt x="1018" y="1590"/>
                    </a:lnTo>
                    <a:lnTo>
                      <a:pt x="989" y="1680"/>
                    </a:lnTo>
                    <a:lnTo>
                      <a:pt x="970" y="1774"/>
                    </a:lnTo>
                    <a:lnTo>
                      <a:pt x="960" y="1870"/>
                    </a:lnTo>
                    <a:lnTo>
                      <a:pt x="960" y="1919"/>
                    </a:lnTo>
                    <a:lnTo>
                      <a:pt x="960" y="10855"/>
                    </a:lnTo>
                    <a:lnTo>
                      <a:pt x="962" y="10904"/>
                    </a:lnTo>
                    <a:lnTo>
                      <a:pt x="978" y="10995"/>
                    </a:lnTo>
                    <a:lnTo>
                      <a:pt x="1011" y="11078"/>
                    </a:lnTo>
                    <a:lnTo>
                      <a:pt x="1061" y="11152"/>
                    </a:lnTo>
                    <a:lnTo>
                      <a:pt x="1091" y="11185"/>
                    </a:lnTo>
                    <a:lnTo>
                      <a:pt x="1129" y="11218"/>
                    </a:lnTo>
                    <a:lnTo>
                      <a:pt x="1212" y="11271"/>
                    </a:lnTo>
                    <a:lnTo>
                      <a:pt x="1306" y="11307"/>
                    </a:lnTo>
                    <a:lnTo>
                      <a:pt x="1405" y="11326"/>
                    </a:lnTo>
                    <a:lnTo>
                      <a:pt x="1456" y="11327"/>
                    </a:lnTo>
                    <a:lnTo>
                      <a:pt x="1504" y="11325"/>
                    </a:lnTo>
                    <a:lnTo>
                      <a:pt x="1595" y="11307"/>
                    </a:lnTo>
                    <a:lnTo>
                      <a:pt x="1677" y="11273"/>
                    </a:lnTo>
                    <a:lnTo>
                      <a:pt x="1751" y="11222"/>
                    </a:lnTo>
                    <a:lnTo>
                      <a:pt x="1784" y="11191"/>
                    </a:lnTo>
                    <a:lnTo>
                      <a:pt x="4310" y="8592"/>
                    </a:lnTo>
                    <a:lnTo>
                      <a:pt x="4346" y="8559"/>
                    </a:lnTo>
                    <a:lnTo>
                      <a:pt x="4426" y="8505"/>
                    </a:lnTo>
                    <a:lnTo>
                      <a:pt x="4513" y="8468"/>
                    </a:lnTo>
                    <a:lnTo>
                      <a:pt x="4607" y="8449"/>
                    </a:lnTo>
                    <a:lnTo>
                      <a:pt x="4655" y="8448"/>
                    </a:lnTo>
                    <a:lnTo>
                      <a:pt x="4703" y="8449"/>
                    </a:lnTo>
                    <a:lnTo>
                      <a:pt x="4797" y="8468"/>
                    </a:lnTo>
                    <a:lnTo>
                      <a:pt x="4885" y="8505"/>
                    </a:lnTo>
                    <a:lnTo>
                      <a:pt x="4964" y="8559"/>
                    </a:lnTo>
                    <a:lnTo>
                      <a:pt x="4999" y="8592"/>
                    </a:lnTo>
                    <a:lnTo>
                      <a:pt x="7527" y="11191"/>
                    </a:lnTo>
                    <a:lnTo>
                      <a:pt x="7560" y="11222"/>
                    </a:lnTo>
                    <a:lnTo>
                      <a:pt x="7633" y="11273"/>
                    </a:lnTo>
                    <a:lnTo>
                      <a:pt x="7714" y="11307"/>
                    </a:lnTo>
                    <a:lnTo>
                      <a:pt x="7803" y="11325"/>
                    </a:lnTo>
                    <a:lnTo>
                      <a:pt x="7852" y="11327"/>
                    </a:lnTo>
                    <a:lnTo>
                      <a:pt x="7902" y="11326"/>
                    </a:lnTo>
                    <a:lnTo>
                      <a:pt x="8002" y="11306"/>
                    </a:lnTo>
                    <a:lnTo>
                      <a:pt x="8095" y="11270"/>
                    </a:lnTo>
                    <a:lnTo>
                      <a:pt x="8179" y="11215"/>
                    </a:lnTo>
                    <a:lnTo>
                      <a:pt x="8215" y="11182"/>
                    </a:lnTo>
                    <a:lnTo>
                      <a:pt x="8248" y="11148"/>
                    </a:lnTo>
                    <a:lnTo>
                      <a:pt x="8298" y="11073"/>
                    </a:lnTo>
                    <a:lnTo>
                      <a:pt x="8331" y="10989"/>
                    </a:lnTo>
                    <a:lnTo>
                      <a:pt x="8349" y="10897"/>
                    </a:lnTo>
                    <a:lnTo>
                      <a:pt x="8350" y="10847"/>
                    </a:lnTo>
                    <a:lnTo>
                      <a:pt x="8352" y="10798"/>
                    </a:lnTo>
                    <a:lnTo>
                      <a:pt x="8370" y="10704"/>
                    </a:lnTo>
                    <a:lnTo>
                      <a:pt x="8408" y="10618"/>
                    </a:lnTo>
                    <a:lnTo>
                      <a:pt x="8460" y="10541"/>
                    </a:lnTo>
                    <a:lnTo>
                      <a:pt x="8524" y="10477"/>
                    </a:lnTo>
                    <a:lnTo>
                      <a:pt x="8601" y="10425"/>
                    </a:lnTo>
                    <a:lnTo>
                      <a:pt x="8687" y="10387"/>
                    </a:lnTo>
                    <a:lnTo>
                      <a:pt x="8781" y="10369"/>
                    </a:lnTo>
                    <a:lnTo>
                      <a:pt x="8830" y="10367"/>
                    </a:lnTo>
                    <a:lnTo>
                      <a:pt x="8880" y="10369"/>
                    </a:lnTo>
                    <a:lnTo>
                      <a:pt x="8974" y="10387"/>
                    </a:lnTo>
                    <a:lnTo>
                      <a:pt x="9058" y="10425"/>
                    </a:lnTo>
                    <a:lnTo>
                      <a:pt x="9136" y="10477"/>
                    </a:lnTo>
                    <a:lnTo>
                      <a:pt x="9201" y="10541"/>
                    </a:lnTo>
                    <a:lnTo>
                      <a:pt x="9253" y="10618"/>
                    </a:lnTo>
                    <a:lnTo>
                      <a:pt x="9289" y="10704"/>
                    </a:lnTo>
                    <a:lnTo>
                      <a:pt x="9308" y="10798"/>
                    </a:lnTo>
                    <a:lnTo>
                      <a:pt x="9310" y="10847"/>
                    </a:lnTo>
                    <a:lnTo>
                      <a:pt x="9309" y="10920"/>
                    </a:lnTo>
                    <a:lnTo>
                      <a:pt x="9295" y="11063"/>
                    </a:lnTo>
                    <a:lnTo>
                      <a:pt x="9267" y="11202"/>
                    </a:lnTo>
                    <a:lnTo>
                      <a:pt x="9227" y="11336"/>
                    </a:lnTo>
                    <a:lnTo>
                      <a:pt x="9174" y="11466"/>
                    </a:lnTo>
                    <a:lnTo>
                      <a:pt x="9107" y="11588"/>
                    </a:lnTo>
                    <a:lnTo>
                      <a:pt x="9030" y="11705"/>
                    </a:lnTo>
                    <a:lnTo>
                      <a:pt x="8939" y="11814"/>
                    </a:lnTo>
                    <a:lnTo>
                      <a:pt x="8890" y="11865"/>
                    </a:lnTo>
                    <a:lnTo>
                      <a:pt x="8837" y="11915"/>
                    </a:lnTo>
                    <a:lnTo>
                      <a:pt x="8724" y="12006"/>
                    </a:lnTo>
                    <a:lnTo>
                      <a:pt x="8602" y="12085"/>
                    </a:lnTo>
                    <a:lnTo>
                      <a:pt x="8474" y="12151"/>
                    </a:lnTo>
                    <a:lnTo>
                      <a:pt x="8340" y="12206"/>
                    </a:lnTo>
                    <a:lnTo>
                      <a:pt x="8200" y="12246"/>
                    </a:lnTo>
                    <a:lnTo>
                      <a:pt x="8058" y="12273"/>
                    </a:lnTo>
                    <a:lnTo>
                      <a:pt x="7913" y="12286"/>
                    </a:lnTo>
                    <a:lnTo>
                      <a:pt x="7841" y="12286"/>
                    </a:lnTo>
                    <a:lnTo>
                      <a:pt x="7767" y="12285"/>
                    </a:lnTo>
                    <a:lnTo>
                      <a:pt x="7626" y="12269"/>
                    </a:lnTo>
                    <a:lnTo>
                      <a:pt x="7489" y="12242"/>
                    </a:lnTo>
                    <a:lnTo>
                      <a:pt x="7358" y="12200"/>
                    </a:lnTo>
                    <a:lnTo>
                      <a:pt x="7232" y="12147"/>
                    </a:lnTo>
                    <a:lnTo>
                      <a:pt x="7111" y="12079"/>
                    </a:lnTo>
                    <a:lnTo>
                      <a:pt x="6997" y="12001"/>
                    </a:lnTo>
                    <a:lnTo>
                      <a:pt x="6889" y="11911"/>
                    </a:lnTo>
                    <a:lnTo>
                      <a:pt x="6839" y="11859"/>
                    </a:lnTo>
                    <a:lnTo>
                      <a:pt x="4655" y="9615"/>
                    </a:lnTo>
                    <a:lnTo>
                      <a:pt x="2472" y="11859"/>
                    </a:lnTo>
                    <a:lnTo>
                      <a:pt x="2422" y="11909"/>
                    </a:lnTo>
                    <a:lnTo>
                      <a:pt x="2315" y="12000"/>
                    </a:lnTo>
                    <a:lnTo>
                      <a:pt x="2201" y="12079"/>
                    </a:lnTo>
                    <a:lnTo>
                      <a:pt x="2080" y="12145"/>
                    </a:lnTo>
                    <a:lnTo>
                      <a:pt x="1955" y="12199"/>
                    </a:lnTo>
                    <a:lnTo>
                      <a:pt x="1823" y="12240"/>
                    </a:lnTo>
                    <a:lnTo>
                      <a:pt x="1686" y="12269"/>
                    </a:lnTo>
                    <a:lnTo>
                      <a:pt x="1545" y="12285"/>
                    </a:lnTo>
                    <a:lnTo>
                      <a:pt x="1473" y="12286"/>
                    </a:lnTo>
                    <a:lnTo>
                      <a:pt x="1460" y="12286"/>
                    </a:lnTo>
                    <a:lnTo>
                      <a:pt x="1447" y="12286"/>
                    </a:lnTo>
                    <a:close/>
                  </a:path>
                </a:pathLst>
              </a:custGeom>
              <a:solidFill>
                <a:srgbClr val="fed8c3"/>
              </a:solidFill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0" name="Group 12"/>
              <p:cNvGrpSpPr>
                <a:grpSpLocks noChangeAspect="1"/>
              </p:cNvGrpSpPr>
              <p:nvPr/>
            </p:nvGrpSpPr>
            <p:grpSpPr>
              <a:xfrm rot="0">
                <a:off x="392680" y="1495425"/>
                <a:ext cx="150738" cy="119909"/>
                <a:chOff x="6124" y="305"/>
                <a:chExt cx="841" cy="669"/>
              </a:xfrm>
              <a:solidFill>
                <a:srgbClr val="fed8c3"/>
              </a:solidFill>
            </p:grpSpPr>
            <p:sp>
              <p:nvSpPr>
                <p:cNvPr id="18" name="Freeform 13"/>
                <p:cNvSpPr/>
                <p:nvPr/>
              </p:nvSpPr>
              <p:spPr>
                <a:xfrm>
                  <a:off x="6244" y="440"/>
                  <a:ext cx="601" cy="534"/>
                </a:xfrm>
                <a:custGeom>
                  <a:avLst/>
                  <a:gdLst>
                    <a:gd name="T0" fmla="*/ 902 w 1802"/>
                    <a:gd name="T1" fmla="*/ 0 h 1602"/>
                    <a:gd name="T2" fmla="*/ 2 w 1802"/>
                    <a:gd name="T3" fmla="*/ 742 h 1602"/>
                    <a:gd name="T4" fmla="*/ 2 w 1802"/>
                    <a:gd name="T5" fmla="*/ 743 h 1602"/>
                    <a:gd name="T6" fmla="*/ 2 w 1802"/>
                    <a:gd name="T7" fmla="*/ 746 h 1602"/>
                    <a:gd name="T8" fmla="*/ 0 w 1802"/>
                    <a:gd name="T9" fmla="*/ 749 h 1602"/>
                    <a:gd name="T10" fmla="*/ 0 w 1802"/>
                    <a:gd name="T11" fmla="*/ 751 h 1602"/>
                    <a:gd name="T12" fmla="*/ 0 w 1802"/>
                    <a:gd name="T13" fmla="*/ 1501 h 1602"/>
                    <a:gd name="T14" fmla="*/ 2 w 1802"/>
                    <a:gd name="T15" fmla="*/ 1521 h 1602"/>
                    <a:gd name="T16" fmla="*/ 16 w 1802"/>
                    <a:gd name="T17" fmla="*/ 1557 h 1602"/>
                    <a:gd name="T18" fmla="*/ 30 w 1802"/>
                    <a:gd name="T19" fmla="*/ 1572 h 1602"/>
                    <a:gd name="T20" fmla="*/ 45 w 1802"/>
                    <a:gd name="T21" fmla="*/ 1586 h 1602"/>
                    <a:gd name="T22" fmla="*/ 81 w 1802"/>
                    <a:gd name="T23" fmla="*/ 1601 h 1602"/>
                    <a:gd name="T24" fmla="*/ 100 w 1802"/>
                    <a:gd name="T25" fmla="*/ 1602 h 1602"/>
                    <a:gd name="T26" fmla="*/ 702 w 1802"/>
                    <a:gd name="T27" fmla="*/ 1602 h 1602"/>
                    <a:gd name="T28" fmla="*/ 702 w 1802"/>
                    <a:gd name="T29" fmla="*/ 1001 h 1602"/>
                    <a:gd name="T30" fmla="*/ 1102 w 1802"/>
                    <a:gd name="T31" fmla="*/ 1001 h 1602"/>
                    <a:gd name="T32" fmla="*/ 1102 w 1802"/>
                    <a:gd name="T33" fmla="*/ 1602 h 1602"/>
                    <a:gd name="T34" fmla="*/ 1703 w 1802"/>
                    <a:gd name="T35" fmla="*/ 1602 h 1602"/>
                    <a:gd name="T36" fmla="*/ 1723 w 1802"/>
                    <a:gd name="T37" fmla="*/ 1601 h 1602"/>
                    <a:gd name="T38" fmla="*/ 1758 w 1802"/>
                    <a:gd name="T39" fmla="*/ 1586 h 1602"/>
                    <a:gd name="T40" fmla="*/ 1773 w 1802"/>
                    <a:gd name="T41" fmla="*/ 1572 h 1602"/>
                    <a:gd name="T42" fmla="*/ 1786 w 1802"/>
                    <a:gd name="T43" fmla="*/ 1557 h 1602"/>
                    <a:gd name="T44" fmla="*/ 1802 w 1802"/>
                    <a:gd name="T45" fmla="*/ 1521 h 1602"/>
                    <a:gd name="T46" fmla="*/ 1802 w 1802"/>
                    <a:gd name="T47" fmla="*/ 1501 h 1602"/>
                    <a:gd name="T48" fmla="*/ 1802 w 1802"/>
                    <a:gd name="T49" fmla="*/ 751 h 1602"/>
                    <a:gd name="T50" fmla="*/ 1802 w 1802"/>
                    <a:gd name="T51" fmla="*/ 745 h 1602"/>
                    <a:gd name="T52" fmla="*/ 1801 w 1802"/>
                    <a:gd name="T53" fmla="*/ 742 h 1602"/>
                    <a:gd name="T54" fmla="*/ 902 w 1802"/>
                    <a:gd name="T55" fmla="*/ 0 h 1602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802" h="1602">
                      <a:moveTo>
                        <a:pt x="902" y="0"/>
                      </a:moveTo>
                      <a:lnTo>
                        <a:pt x="2" y="742"/>
                      </a:lnTo>
                      <a:lnTo>
                        <a:pt x="2" y="743"/>
                      </a:lnTo>
                      <a:lnTo>
                        <a:pt x="2" y="746"/>
                      </a:lnTo>
                      <a:lnTo>
                        <a:pt x="0" y="749"/>
                      </a:lnTo>
                      <a:lnTo>
                        <a:pt x="0" y="751"/>
                      </a:lnTo>
                      <a:lnTo>
                        <a:pt x="0" y="1501"/>
                      </a:lnTo>
                      <a:lnTo>
                        <a:pt x="2" y="1521"/>
                      </a:lnTo>
                      <a:lnTo>
                        <a:pt x="16" y="1557"/>
                      </a:lnTo>
                      <a:lnTo>
                        <a:pt x="30" y="1572"/>
                      </a:lnTo>
                      <a:lnTo>
                        <a:pt x="45" y="1586"/>
                      </a:lnTo>
                      <a:lnTo>
                        <a:pt x="81" y="1601"/>
                      </a:lnTo>
                      <a:lnTo>
                        <a:pt x="100" y="1602"/>
                      </a:lnTo>
                      <a:lnTo>
                        <a:pt x="702" y="1602"/>
                      </a:lnTo>
                      <a:lnTo>
                        <a:pt x="702" y="1001"/>
                      </a:lnTo>
                      <a:lnTo>
                        <a:pt x="1102" y="1001"/>
                      </a:lnTo>
                      <a:lnTo>
                        <a:pt x="1102" y="1602"/>
                      </a:lnTo>
                      <a:lnTo>
                        <a:pt x="1703" y="1602"/>
                      </a:lnTo>
                      <a:lnTo>
                        <a:pt x="1723" y="1601"/>
                      </a:lnTo>
                      <a:lnTo>
                        <a:pt x="1758" y="1586"/>
                      </a:lnTo>
                      <a:lnTo>
                        <a:pt x="1773" y="1572"/>
                      </a:lnTo>
                      <a:lnTo>
                        <a:pt x="1786" y="1557"/>
                      </a:lnTo>
                      <a:lnTo>
                        <a:pt x="1802" y="1521"/>
                      </a:lnTo>
                      <a:lnTo>
                        <a:pt x="1802" y="1501"/>
                      </a:lnTo>
                      <a:lnTo>
                        <a:pt x="1802" y="751"/>
                      </a:lnTo>
                      <a:lnTo>
                        <a:pt x="1802" y="745"/>
                      </a:lnTo>
                      <a:lnTo>
                        <a:pt x="1801" y="742"/>
                      </a:lnTo>
                      <a:lnTo>
                        <a:pt x="90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lvl="0"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9" name="Freeform 14"/>
                <p:cNvSpPr/>
                <p:nvPr/>
              </p:nvSpPr>
              <p:spPr>
                <a:xfrm>
                  <a:off x="6124" y="305"/>
                  <a:ext cx="841" cy="394"/>
                </a:xfrm>
                <a:custGeom>
                  <a:avLst/>
                  <a:gdLst>
                    <a:gd name="T0" fmla="*/ 2505 w 2522"/>
                    <a:gd name="T1" fmla="*/ 978 h 1181"/>
                    <a:gd name="T2" fmla="*/ 2162 w 2522"/>
                    <a:gd name="T3" fmla="*/ 694 h 1181"/>
                    <a:gd name="T4" fmla="*/ 2162 w 2522"/>
                    <a:gd name="T5" fmla="*/ 54 h 1181"/>
                    <a:gd name="T6" fmla="*/ 2162 w 2522"/>
                    <a:gd name="T7" fmla="*/ 44 h 1181"/>
                    <a:gd name="T8" fmla="*/ 2155 w 2522"/>
                    <a:gd name="T9" fmla="*/ 26 h 1181"/>
                    <a:gd name="T10" fmla="*/ 2149 w 2522"/>
                    <a:gd name="T11" fmla="*/ 18 h 1181"/>
                    <a:gd name="T12" fmla="*/ 2141 w 2522"/>
                    <a:gd name="T13" fmla="*/ 13 h 1181"/>
                    <a:gd name="T14" fmla="*/ 2123 w 2522"/>
                    <a:gd name="T15" fmla="*/ 5 h 1181"/>
                    <a:gd name="T16" fmla="*/ 2113 w 2522"/>
                    <a:gd name="T17" fmla="*/ 5 h 1181"/>
                    <a:gd name="T18" fmla="*/ 1812 w 2522"/>
                    <a:gd name="T19" fmla="*/ 5 h 1181"/>
                    <a:gd name="T20" fmla="*/ 1802 w 2522"/>
                    <a:gd name="T21" fmla="*/ 5 h 1181"/>
                    <a:gd name="T22" fmla="*/ 1783 w 2522"/>
                    <a:gd name="T23" fmla="*/ 13 h 1181"/>
                    <a:gd name="T24" fmla="*/ 1776 w 2522"/>
                    <a:gd name="T25" fmla="*/ 18 h 1181"/>
                    <a:gd name="T26" fmla="*/ 1770 w 2522"/>
                    <a:gd name="T27" fmla="*/ 26 h 1181"/>
                    <a:gd name="T28" fmla="*/ 1763 w 2522"/>
                    <a:gd name="T29" fmla="*/ 44 h 1181"/>
                    <a:gd name="T30" fmla="*/ 1762 w 2522"/>
                    <a:gd name="T31" fmla="*/ 54 h 1181"/>
                    <a:gd name="T32" fmla="*/ 1762 w 2522"/>
                    <a:gd name="T33" fmla="*/ 360 h 1181"/>
                    <a:gd name="T34" fmla="*/ 1380 w 2522"/>
                    <a:gd name="T35" fmla="*/ 41 h 1181"/>
                    <a:gd name="T36" fmla="*/ 1354 w 2522"/>
                    <a:gd name="T37" fmla="*/ 23 h 1181"/>
                    <a:gd name="T38" fmla="*/ 1295 w 2522"/>
                    <a:gd name="T39" fmla="*/ 1 h 1181"/>
                    <a:gd name="T40" fmla="*/ 1262 w 2522"/>
                    <a:gd name="T41" fmla="*/ 0 h 1181"/>
                    <a:gd name="T42" fmla="*/ 1227 w 2522"/>
                    <a:gd name="T43" fmla="*/ 1 h 1181"/>
                    <a:gd name="T44" fmla="*/ 1168 w 2522"/>
                    <a:gd name="T45" fmla="*/ 23 h 1181"/>
                    <a:gd name="T46" fmla="*/ 1142 w 2522"/>
                    <a:gd name="T47" fmla="*/ 41 h 1181"/>
                    <a:gd name="T48" fmla="*/ 17 w 2522"/>
                    <a:gd name="T49" fmla="*/ 978 h 1181"/>
                    <a:gd name="T50" fmla="*/ 10 w 2522"/>
                    <a:gd name="T51" fmla="*/ 985 h 1181"/>
                    <a:gd name="T52" fmla="*/ 1 w 2522"/>
                    <a:gd name="T53" fmla="*/ 1001 h 1181"/>
                    <a:gd name="T54" fmla="*/ 0 w 2522"/>
                    <a:gd name="T55" fmla="*/ 1012 h 1181"/>
                    <a:gd name="T56" fmla="*/ 0 w 2522"/>
                    <a:gd name="T57" fmla="*/ 1023 h 1181"/>
                    <a:gd name="T58" fmla="*/ 6 w 2522"/>
                    <a:gd name="T59" fmla="*/ 1040 h 1181"/>
                    <a:gd name="T60" fmla="*/ 12 w 2522"/>
                    <a:gd name="T61" fmla="*/ 1048 h 1181"/>
                    <a:gd name="T62" fmla="*/ 108 w 2522"/>
                    <a:gd name="T63" fmla="*/ 1164 h 1181"/>
                    <a:gd name="T64" fmla="*/ 122 w 2522"/>
                    <a:gd name="T65" fmla="*/ 1177 h 1181"/>
                    <a:gd name="T66" fmla="*/ 141 w 2522"/>
                    <a:gd name="T67" fmla="*/ 1181 h 1181"/>
                    <a:gd name="T68" fmla="*/ 160 w 2522"/>
                    <a:gd name="T69" fmla="*/ 1181 h 1181"/>
                    <a:gd name="T70" fmla="*/ 179 w 2522"/>
                    <a:gd name="T71" fmla="*/ 1171 h 1181"/>
                    <a:gd name="T72" fmla="*/ 1262 w 2522"/>
                    <a:gd name="T73" fmla="*/ 268 h 1181"/>
                    <a:gd name="T74" fmla="*/ 2344 w 2522"/>
                    <a:gd name="T75" fmla="*/ 1171 h 1181"/>
                    <a:gd name="T76" fmla="*/ 2358 w 2522"/>
                    <a:gd name="T77" fmla="*/ 1180 h 1181"/>
                    <a:gd name="T78" fmla="*/ 2377 w 2522"/>
                    <a:gd name="T79" fmla="*/ 1181 h 1181"/>
                    <a:gd name="T80" fmla="*/ 2383 w 2522"/>
                    <a:gd name="T81" fmla="*/ 1181 h 1181"/>
                    <a:gd name="T82" fmla="*/ 2401 w 2522"/>
                    <a:gd name="T83" fmla="*/ 1177 h 1181"/>
                    <a:gd name="T84" fmla="*/ 2414 w 2522"/>
                    <a:gd name="T85" fmla="*/ 1164 h 1181"/>
                    <a:gd name="T86" fmla="*/ 2512 w 2522"/>
                    <a:gd name="T87" fmla="*/ 1048 h 1181"/>
                    <a:gd name="T88" fmla="*/ 2518 w 2522"/>
                    <a:gd name="T89" fmla="*/ 1040 h 1181"/>
                    <a:gd name="T90" fmla="*/ 2522 w 2522"/>
                    <a:gd name="T91" fmla="*/ 1023 h 1181"/>
                    <a:gd name="T92" fmla="*/ 2522 w 2522"/>
                    <a:gd name="T93" fmla="*/ 1012 h 1181"/>
                    <a:gd name="T94" fmla="*/ 2521 w 2522"/>
                    <a:gd name="T95" fmla="*/ 1001 h 1181"/>
                    <a:gd name="T96" fmla="*/ 2512 w 2522"/>
                    <a:gd name="T97" fmla="*/ 985 h 1181"/>
                    <a:gd name="T98" fmla="*/ 2505 w 2522"/>
                    <a:gd name="T99" fmla="*/ 978 h 1181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2522" h="1181">
                      <a:moveTo>
                        <a:pt x="2505" y="978"/>
                      </a:moveTo>
                      <a:lnTo>
                        <a:pt x="2162" y="694"/>
                      </a:lnTo>
                      <a:lnTo>
                        <a:pt x="2162" y="54"/>
                      </a:lnTo>
                      <a:lnTo>
                        <a:pt x="2162" y="44"/>
                      </a:lnTo>
                      <a:lnTo>
                        <a:pt x="2155" y="26"/>
                      </a:lnTo>
                      <a:lnTo>
                        <a:pt x="2149" y="18"/>
                      </a:lnTo>
                      <a:lnTo>
                        <a:pt x="2141" y="13"/>
                      </a:lnTo>
                      <a:lnTo>
                        <a:pt x="2123" y="5"/>
                      </a:lnTo>
                      <a:lnTo>
                        <a:pt x="2113" y="5"/>
                      </a:lnTo>
                      <a:lnTo>
                        <a:pt x="1812" y="5"/>
                      </a:lnTo>
                      <a:lnTo>
                        <a:pt x="1802" y="5"/>
                      </a:lnTo>
                      <a:lnTo>
                        <a:pt x="1783" y="13"/>
                      </a:lnTo>
                      <a:lnTo>
                        <a:pt x="1776" y="18"/>
                      </a:lnTo>
                      <a:lnTo>
                        <a:pt x="1770" y="26"/>
                      </a:lnTo>
                      <a:lnTo>
                        <a:pt x="1763" y="44"/>
                      </a:lnTo>
                      <a:lnTo>
                        <a:pt x="1762" y="54"/>
                      </a:lnTo>
                      <a:lnTo>
                        <a:pt x="1762" y="360"/>
                      </a:lnTo>
                      <a:lnTo>
                        <a:pt x="1380" y="41"/>
                      </a:lnTo>
                      <a:lnTo>
                        <a:pt x="1354" y="23"/>
                      </a:lnTo>
                      <a:lnTo>
                        <a:pt x="1295" y="1"/>
                      </a:lnTo>
                      <a:lnTo>
                        <a:pt x="1262" y="0"/>
                      </a:lnTo>
                      <a:lnTo>
                        <a:pt x="1227" y="1"/>
                      </a:lnTo>
                      <a:lnTo>
                        <a:pt x="1168" y="23"/>
                      </a:lnTo>
                      <a:lnTo>
                        <a:pt x="1142" y="41"/>
                      </a:lnTo>
                      <a:lnTo>
                        <a:pt x="17" y="978"/>
                      </a:lnTo>
                      <a:lnTo>
                        <a:pt x="10" y="985"/>
                      </a:lnTo>
                      <a:lnTo>
                        <a:pt x="1" y="1001"/>
                      </a:lnTo>
                      <a:lnTo>
                        <a:pt x="0" y="1012"/>
                      </a:lnTo>
                      <a:lnTo>
                        <a:pt x="0" y="1023"/>
                      </a:lnTo>
                      <a:lnTo>
                        <a:pt x="6" y="1040"/>
                      </a:lnTo>
                      <a:lnTo>
                        <a:pt x="12" y="1048"/>
                      </a:lnTo>
                      <a:lnTo>
                        <a:pt x="108" y="1164"/>
                      </a:lnTo>
                      <a:lnTo>
                        <a:pt x="122" y="1177"/>
                      </a:lnTo>
                      <a:lnTo>
                        <a:pt x="141" y="1181"/>
                      </a:lnTo>
                      <a:lnTo>
                        <a:pt x="160" y="1181"/>
                      </a:lnTo>
                      <a:lnTo>
                        <a:pt x="179" y="1171"/>
                      </a:lnTo>
                      <a:lnTo>
                        <a:pt x="1262" y="268"/>
                      </a:lnTo>
                      <a:lnTo>
                        <a:pt x="2344" y="1171"/>
                      </a:lnTo>
                      <a:lnTo>
                        <a:pt x="2358" y="1180"/>
                      </a:lnTo>
                      <a:lnTo>
                        <a:pt x="2377" y="1181"/>
                      </a:lnTo>
                      <a:lnTo>
                        <a:pt x="2383" y="1181"/>
                      </a:lnTo>
                      <a:lnTo>
                        <a:pt x="2401" y="1177"/>
                      </a:lnTo>
                      <a:lnTo>
                        <a:pt x="2414" y="1164"/>
                      </a:lnTo>
                      <a:lnTo>
                        <a:pt x="2512" y="1048"/>
                      </a:lnTo>
                      <a:lnTo>
                        <a:pt x="2518" y="1040"/>
                      </a:lnTo>
                      <a:lnTo>
                        <a:pt x="2522" y="1023"/>
                      </a:lnTo>
                      <a:lnTo>
                        <a:pt x="2522" y="1012"/>
                      </a:lnTo>
                      <a:lnTo>
                        <a:pt x="2521" y="1001"/>
                      </a:lnTo>
                      <a:lnTo>
                        <a:pt x="2512" y="985"/>
                      </a:lnTo>
                      <a:lnTo>
                        <a:pt x="2505" y="97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lvl="0"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12" name="자유형 11"/>
              <p:cNvSpPr/>
              <p:nvPr/>
            </p:nvSpPr>
            <p:spPr>
              <a:xfrm>
                <a:off x="411947" y="3025934"/>
                <a:ext cx="112204" cy="98201"/>
              </a:xfrm>
              <a:custGeom>
                <a:avLst/>
                <a:gdLst>
                  <a:gd name="connsiteX0" fmla="*/ 149021 w 448462"/>
                  <a:gd name="connsiteY0" fmla="*/ 328125 h 392491"/>
                  <a:gd name="connsiteX1" fmla="*/ 210588 w 448462"/>
                  <a:gd name="connsiteY1" fmla="*/ 357224 h 392491"/>
                  <a:gd name="connsiteX2" fmla="*/ 160375 w 448462"/>
                  <a:gd name="connsiteY2" fmla="*/ 391211 h 392491"/>
                  <a:gd name="connsiteX3" fmla="*/ 158502 w 448462"/>
                  <a:gd name="connsiteY3" fmla="*/ 392025 h 392491"/>
                  <a:gd name="connsiteX4" fmla="*/ 156629 w 448462"/>
                  <a:gd name="connsiteY4" fmla="*/ 392491 h 392491"/>
                  <a:gd name="connsiteX5" fmla="*/ 154757 w 448462"/>
                  <a:gd name="connsiteY5" fmla="*/ 392375 h 392491"/>
                  <a:gd name="connsiteX6" fmla="*/ 153001 w 448462"/>
                  <a:gd name="connsiteY6" fmla="*/ 391676 h 392491"/>
                  <a:gd name="connsiteX7" fmla="*/ 151362 w 448462"/>
                  <a:gd name="connsiteY7" fmla="*/ 390396 h 392491"/>
                  <a:gd name="connsiteX8" fmla="*/ 150075 w 448462"/>
                  <a:gd name="connsiteY8" fmla="*/ 388883 h 392491"/>
                  <a:gd name="connsiteX9" fmla="*/ 149255 w 448462"/>
                  <a:gd name="connsiteY9" fmla="*/ 387137 h 392491"/>
                  <a:gd name="connsiteX10" fmla="*/ 149021 w 448462"/>
                  <a:gd name="connsiteY10" fmla="*/ 385158 h 392491"/>
                  <a:gd name="connsiteX11" fmla="*/ 441235 w 448462"/>
                  <a:gd name="connsiteY11" fmla="*/ 0 h 392491"/>
                  <a:gd name="connsiteX12" fmla="*/ 442983 w 448462"/>
                  <a:gd name="connsiteY12" fmla="*/ 233 h 392491"/>
                  <a:gd name="connsiteX13" fmla="*/ 444615 w 448462"/>
                  <a:gd name="connsiteY13" fmla="*/ 816 h 392491"/>
                  <a:gd name="connsiteX14" fmla="*/ 446131 w 448462"/>
                  <a:gd name="connsiteY14" fmla="*/ 1866 h 392491"/>
                  <a:gd name="connsiteX15" fmla="*/ 447530 w 448462"/>
                  <a:gd name="connsiteY15" fmla="*/ 3615 h 392491"/>
                  <a:gd name="connsiteX16" fmla="*/ 448346 w 448462"/>
                  <a:gd name="connsiteY16" fmla="*/ 5714 h 392491"/>
                  <a:gd name="connsiteX17" fmla="*/ 448462 w 448462"/>
                  <a:gd name="connsiteY17" fmla="*/ 7696 h 392491"/>
                  <a:gd name="connsiteX18" fmla="*/ 447879 w 448462"/>
                  <a:gd name="connsiteY18" fmla="*/ 9911 h 392491"/>
                  <a:gd name="connsiteX19" fmla="*/ 307990 w 448462"/>
                  <a:gd name="connsiteY19" fmla="*/ 362641 h 392491"/>
                  <a:gd name="connsiteX20" fmla="*/ 306708 w 448462"/>
                  <a:gd name="connsiteY20" fmla="*/ 364973 h 392491"/>
                  <a:gd name="connsiteX21" fmla="*/ 305076 w 448462"/>
                  <a:gd name="connsiteY21" fmla="*/ 366955 h 392491"/>
                  <a:gd name="connsiteX22" fmla="*/ 303094 w 448462"/>
                  <a:gd name="connsiteY22" fmla="*/ 368588 h 392491"/>
                  <a:gd name="connsiteX23" fmla="*/ 300646 w 448462"/>
                  <a:gd name="connsiteY23" fmla="*/ 369870 h 392491"/>
                  <a:gd name="connsiteX24" fmla="*/ 298314 w 448462"/>
                  <a:gd name="connsiteY24" fmla="*/ 370570 h 392491"/>
                  <a:gd name="connsiteX25" fmla="*/ 295983 w 448462"/>
                  <a:gd name="connsiteY25" fmla="*/ 370803 h 392491"/>
                  <a:gd name="connsiteX26" fmla="*/ 293068 w 448462"/>
                  <a:gd name="connsiteY26" fmla="*/ 370453 h 392491"/>
                  <a:gd name="connsiteX27" fmla="*/ 290387 w 448462"/>
                  <a:gd name="connsiteY27" fmla="*/ 369404 h 392491"/>
                  <a:gd name="connsiteX28" fmla="*/ 148982 w 448462"/>
                  <a:gd name="connsiteY28" fmla="*/ 302123 h 392491"/>
                  <a:gd name="connsiteX29" fmla="*/ 347858 w 448462"/>
                  <a:gd name="connsiteY29" fmla="*/ 102379 h 392491"/>
                  <a:gd name="connsiteX30" fmla="*/ 120771 w 448462"/>
                  <a:gd name="connsiteY30" fmla="*/ 288830 h 392491"/>
                  <a:gd name="connsiteX31" fmla="*/ 7344 w 448462"/>
                  <a:gd name="connsiteY31" fmla="*/ 234842 h 392491"/>
                  <a:gd name="connsiteX32" fmla="*/ 4896 w 448462"/>
                  <a:gd name="connsiteY32" fmla="*/ 233209 h 392491"/>
                  <a:gd name="connsiteX33" fmla="*/ 2798 w 448462"/>
                  <a:gd name="connsiteY33" fmla="*/ 231227 h 392491"/>
                  <a:gd name="connsiteX34" fmla="*/ 1282 w 448462"/>
                  <a:gd name="connsiteY34" fmla="*/ 228895 h 392491"/>
                  <a:gd name="connsiteX35" fmla="*/ 349 w 448462"/>
                  <a:gd name="connsiteY35" fmla="*/ 226213 h 392491"/>
                  <a:gd name="connsiteX36" fmla="*/ 0 w 448462"/>
                  <a:gd name="connsiteY36" fmla="*/ 223298 h 392491"/>
                  <a:gd name="connsiteX37" fmla="*/ 233 w 448462"/>
                  <a:gd name="connsiteY37" fmla="*/ 220499 h 392491"/>
                  <a:gd name="connsiteX38" fmla="*/ 1165 w 448462"/>
                  <a:gd name="connsiteY38" fmla="*/ 217701 h 392491"/>
                  <a:gd name="connsiteX39" fmla="*/ 2681 w 448462"/>
                  <a:gd name="connsiteY39" fmla="*/ 215252 h 392491"/>
                  <a:gd name="connsiteX40" fmla="*/ 4779 w 448462"/>
                  <a:gd name="connsiteY40" fmla="*/ 213270 h 392491"/>
                  <a:gd name="connsiteX41" fmla="*/ 7227 w 448462"/>
                  <a:gd name="connsiteY41" fmla="*/ 211754 h 392491"/>
                  <a:gd name="connsiteX42" fmla="*/ 437971 w 448462"/>
                  <a:gd name="connsiteY42" fmla="*/ 583 h 392491"/>
                  <a:gd name="connsiteX43" fmla="*/ 439603 w 448462"/>
                  <a:gd name="connsiteY43" fmla="*/ 117 h 39249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448462" h="392491">
                    <a:moveTo>
                      <a:pt x="149021" y="328125"/>
                    </a:moveTo>
                    <a:lnTo>
                      <a:pt x="210588" y="357224"/>
                    </a:lnTo>
                    <a:lnTo>
                      <a:pt x="160375" y="391211"/>
                    </a:lnTo>
                    <a:lnTo>
                      <a:pt x="158502" y="392025"/>
                    </a:lnTo>
                    <a:lnTo>
                      <a:pt x="156629" y="392491"/>
                    </a:lnTo>
                    <a:lnTo>
                      <a:pt x="154757" y="392375"/>
                    </a:lnTo>
                    <a:lnTo>
                      <a:pt x="153001" y="391676"/>
                    </a:lnTo>
                    <a:lnTo>
                      <a:pt x="151362" y="390396"/>
                    </a:lnTo>
                    <a:lnTo>
                      <a:pt x="150075" y="388883"/>
                    </a:lnTo>
                    <a:lnTo>
                      <a:pt x="149255" y="387137"/>
                    </a:lnTo>
                    <a:lnTo>
                      <a:pt x="149021" y="385158"/>
                    </a:lnTo>
                    <a:close/>
                    <a:moveTo>
                      <a:pt x="441235" y="0"/>
                    </a:moveTo>
                    <a:lnTo>
                      <a:pt x="442983" y="233"/>
                    </a:lnTo>
                    <a:lnTo>
                      <a:pt x="444615" y="816"/>
                    </a:lnTo>
                    <a:lnTo>
                      <a:pt x="446131" y="1866"/>
                    </a:lnTo>
                    <a:lnTo>
                      <a:pt x="447530" y="3615"/>
                    </a:lnTo>
                    <a:lnTo>
                      <a:pt x="448346" y="5714"/>
                    </a:lnTo>
                    <a:lnTo>
                      <a:pt x="448462" y="7696"/>
                    </a:lnTo>
                    <a:lnTo>
                      <a:pt x="447879" y="9911"/>
                    </a:lnTo>
                    <a:lnTo>
                      <a:pt x="307990" y="362641"/>
                    </a:lnTo>
                    <a:lnTo>
                      <a:pt x="306708" y="364973"/>
                    </a:lnTo>
                    <a:lnTo>
                      <a:pt x="305076" y="366955"/>
                    </a:lnTo>
                    <a:lnTo>
                      <a:pt x="303094" y="368588"/>
                    </a:lnTo>
                    <a:lnTo>
                      <a:pt x="300646" y="369870"/>
                    </a:lnTo>
                    <a:lnTo>
                      <a:pt x="298314" y="370570"/>
                    </a:lnTo>
                    <a:lnTo>
                      <a:pt x="295983" y="370803"/>
                    </a:lnTo>
                    <a:lnTo>
                      <a:pt x="293068" y="370453"/>
                    </a:lnTo>
                    <a:lnTo>
                      <a:pt x="290387" y="369404"/>
                    </a:lnTo>
                    <a:lnTo>
                      <a:pt x="148982" y="302123"/>
                    </a:lnTo>
                    <a:lnTo>
                      <a:pt x="347858" y="102379"/>
                    </a:lnTo>
                    <a:lnTo>
                      <a:pt x="120771" y="288830"/>
                    </a:lnTo>
                    <a:lnTo>
                      <a:pt x="7344" y="234842"/>
                    </a:lnTo>
                    <a:lnTo>
                      <a:pt x="4896" y="233209"/>
                    </a:lnTo>
                    <a:lnTo>
                      <a:pt x="2798" y="231227"/>
                    </a:lnTo>
                    <a:lnTo>
                      <a:pt x="1282" y="228895"/>
                    </a:lnTo>
                    <a:lnTo>
                      <a:pt x="349" y="226213"/>
                    </a:lnTo>
                    <a:lnTo>
                      <a:pt x="0" y="223298"/>
                    </a:lnTo>
                    <a:lnTo>
                      <a:pt x="233" y="220499"/>
                    </a:lnTo>
                    <a:lnTo>
                      <a:pt x="1165" y="217701"/>
                    </a:lnTo>
                    <a:lnTo>
                      <a:pt x="2681" y="215252"/>
                    </a:lnTo>
                    <a:lnTo>
                      <a:pt x="4779" y="213270"/>
                    </a:lnTo>
                    <a:lnTo>
                      <a:pt x="7227" y="211754"/>
                    </a:lnTo>
                    <a:lnTo>
                      <a:pt x="437971" y="583"/>
                    </a:lnTo>
                    <a:lnTo>
                      <a:pt x="439603" y="117"/>
                    </a:lnTo>
                    <a:close/>
                  </a:path>
                </a:pathLst>
              </a:custGeom>
              <a:solidFill>
                <a:srgbClr val="fed8c3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  <a:noAutofit/>
              </a:bodyPr>
              <a:lstStyle/>
              <a:p>
                <a:pPr lvl="0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Freeform 6"/>
              <p:cNvSpPr/>
              <p:nvPr/>
            </p:nvSpPr>
            <p:spPr>
              <a:xfrm rot="10800000" flipH="1" flipV="1">
                <a:off x="411361" y="2648749"/>
                <a:ext cx="113377" cy="100520"/>
              </a:xfrm>
              <a:custGeom>
                <a:avLst/>
                <a:gdLst>
                  <a:gd name="T0" fmla="*/ 2689 w 3491"/>
                  <a:gd name="T1" fmla="*/ 15 h 3097"/>
                  <a:gd name="T2" fmla="*/ 2963 w 3491"/>
                  <a:gd name="T3" fmla="*/ 108 h 3097"/>
                  <a:gd name="T4" fmla="*/ 3204 w 3491"/>
                  <a:gd name="T5" fmla="*/ 281 h 3097"/>
                  <a:gd name="T6" fmla="*/ 3382 w 3491"/>
                  <a:gd name="T7" fmla="*/ 518 h 3097"/>
                  <a:gd name="T8" fmla="*/ 3475 w 3491"/>
                  <a:gd name="T9" fmla="*/ 786 h 3097"/>
                  <a:gd name="T10" fmla="*/ 3486 w 3491"/>
                  <a:gd name="T11" fmla="*/ 1066 h 3097"/>
                  <a:gd name="T12" fmla="*/ 3413 w 3491"/>
                  <a:gd name="T13" fmla="*/ 1339 h 3097"/>
                  <a:gd name="T14" fmla="*/ 3256 w 3491"/>
                  <a:gd name="T15" fmla="*/ 1586 h 3097"/>
                  <a:gd name="T16" fmla="*/ 1965 w 3491"/>
                  <a:gd name="T17" fmla="*/ 2838 h 3097"/>
                  <a:gd name="T18" fmla="*/ 1873 w 3491"/>
                  <a:gd name="T19" fmla="*/ 2828 h 3097"/>
                  <a:gd name="T20" fmla="*/ 1821 w 3491"/>
                  <a:gd name="T21" fmla="*/ 2749 h 3097"/>
                  <a:gd name="T22" fmla="*/ 1853 w 3491"/>
                  <a:gd name="T23" fmla="*/ 2662 h 3097"/>
                  <a:gd name="T24" fmla="*/ 3153 w 3491"/>
                  <a:gd name="T25" fmla="*/ 1355 h 3097"/>
                  <a:gd name="T26" fmla="*/ 3242 w 3491"/>
                  <a:gd name="T27" fmla="*/ 1126 h 3097"/>
                  <a:gd name="T28" fmla="*/ 3253 w 3491"/>
                  <a:gd name="T29" fmla="*/ 885 h 3097"/>
                  <a:gd name="T30" fmla="*/ 3183 w 3491"/>
                  <a:gd name="T31" fmla="*/ 653 h 3097"/>
                  <a:gd name="T32" fmla="*/ 3035 w 3491"/>
                  <a:gd name="T33" fmla="*/ 448 h 3097"/>
                  <a:gd name="T34" fmla="*/ 2825 w 3491"/>
                  <a:gd name="T35" fmla="*/ 301 h 3097"/>
                  <a:gd name="T36" fmla="*/ 2586 w 3491"/>
                  <a:gd name="T37" fmla="*/ 234 h 3097"/>
                  <a:gd name="T38" fmla="*/ 2340 w 3491"/>
                  <a:gd name="T39" fmla="*/ 243 h 3097"/>
                  <a:gd name="T40" fmla="*/ 2108 w 3491"/>
                  <a:gd name="T41" fmla="*/ 331 h 3097"/>
                  <a:gd name="T42" fmla="*/ 378 w 3491"/>
                  <a:gd name="T43" fmla="*/ 1972 h 3097"/>
                  <a:gd name="T44" fmla="*/ 258 w 3491"/>
                  <a:gd name="T45" fmla="*/ 2149 h 3097"/>
                  <a:gd name="T46" fmla="*/ 218 w 3491"/>
                  <a:gd name="T47" fmla="*/ 2350 h 3097"/>
                  <a:gd name="T48" fmla="*/ 258 w 3491"/>
                  <a:gd name="T49" fmla="*/ 2551 h 3097"/>
                  <a:gd name="T50" fmla="*/ 378 w 3491"/>
                  <a:gd name="T51" fmla="*/ 2728 h 3097"/>
                  <a:gd name="T52" fmla="*/ 558 w 3491"/>
                  <a:gd name="T53" fmla="*/ 2846 h 3097"/>
                  <a:gd name="T54" fmla="*/ 763 w 3491"/>
                  <a:gd name="T55" fmla="*/ 2885 h 3097"/>
                  <a:gd name="T56" fmla="*/ 968 w 3491"/>
                  <a:gd name="T57" fmla="*/ 2846 h 3097"/>
                  <a:gd name="T58" fmla="*/ 1149 w 3491"/>
                  <a:gd name="T59" fmla="*/ 2728 h 3097"/>
                  <a:gd name="T60" fmla="*/ 2809 w 3491"/>
                  <a:gd name="T61" fmla="*/ 1091 h 3097"/>
                  <a:gd name="T62" fmla="*/ 2837 w 3491"/>
                  <a:gd name="T63" fmla="*/ 942 h 3097"/>
                  <a:gd name="T64" fmla="*/ 2791 w 3491"/>
                  <a:gd name="T65" fmla="*/ 797 h 3097"/>
                  <a:gd name="T66" fmla="*/ 2677 w 3491"/>
                  <a:gd name="T67" fmla="*/ 685 h 3097"/>
                  <a:gd name="T68" fmla="*/ 2528 w 3491"/>
                  <a:gd name="T69" fmla="*/ 641 h 3097"/>
                  <a:gd name="T70" fmla="*/ 2377 w 3491"/>
                  <a:gd name="T71" fmla="*/ 668 h 3097"/>
                  <a:gd name="T72" fmla="*/ 1082 w 3491"/>
                  <a:gd name="T73" fmla="*/ 1906 h 3097"/>
                  <a:gd name="T74" fmla="*/ 992 w 3491"/>
                  <a:gd name="T75" fmla="*/ 1937 h 3097"/>
                  <a:gd name="T76" fmla="*/ 911 w 3491"/>
                  <a:gd name="T77" fmla="*/ 1887 h 3097"/>
                  <a:gd name="T78" fmla="*/ 900 w 3491"/>
                  <a:gd name="T79" fmla="*/ 1796 h 3097"/>
                  <a:gd name="T80" fmla="*/ 2165 w 3491"/>
                  <a:gd name="T81" fmla="*/ 546 h 3097"/>
                  <a:gd name="T82" fmla="*/ 2354 w 3491"/>
                  <a:gd name="T83" fmla="*/ 449 h 3097"/>
                  <a:gd name="T84" fmla="*/ 2562 w 3491"/>
                  <a:gd name="T85" fmla="*/ 429 h 3097"/>
                  <a:gd name="T86" fmla="*/ 2763 w 3491"/>
                  <a:gd name="T87" fmla="*/ 488 h 3097"/>
                  <a:gd name="T88" fmla="*/ 2932 w 3491"/>
                  <a:gd name="T89" fmla="*/ 623 h 3097"/>
                  <a:gd name="T90" fmla="*/ 3032 w 3491"/>
                  <a:gd name="T91" fmla="*/ 809 h 3097"/>
                  <a:gd name="T92" fmla="*/ 3053 w 3491"/>
                  <a:gd name="T93" fmla="*/ 1012 h 3097"/>
                  <a:gd name="T94" fmla="*/ 2993 w 3491"/>
                  <a:gd name="T95" fmla="*/ 1209 h 3097"/>
                  <a:gd name="T96" fmla="*/ 1303 w 3491"/>
                  <a:gd name="T97" fmla="*/ 2879 h 3097"/>
                  <a:gd name="T98" fmla="*/ 1094 w 3491"/>
                  <a:gd name="T99" fmla="*/ 3025 h 3097"/>
                  <a:gd name="T100" fmla="*/ 855 w 3491"/>
                  <a:gd name="T101" fmla="*/ 3092 h 3097"/>
                  <a:gd name="T102" fmla="*/ 609 w 3491"/>
                  <a:gd name="T103" fmla="*/ 3083 h 3097"/>
                  <a:gd name="T104" fmla="*/ 377 w 3491"/>
                  <a:gd name="T105" fmla="*/ 2995 h 3097"/>
                  <a:gd name="T106" fmla="*/ 178 w 3491"/>
                  <a:gd name="T107" fmla="*/ 2832 h 3097"/>
                  <a:gd name="T108" fmla="*/ 51 w 3491"/>
                  <a:gd name="T109" fmla="*/ 2617 h 3097"/>
                  <a:gd name="T110" fmla="*/ 0 w 3491"/>
                  <a:gd name="T111" fmla="*/ 2381 h 3097"/>
                  <a:gd name="T112" fmla="*/ 30 w 3491"/>
                  <a:gd name="T113" fmla="*/ 2141 h 3097"/>
                  <a:gd name="T114" fmla="*/ 139 w 3491"/>
                  <a:gd name="T115" fmla="*/ 1920 h 3097"/>
                  <a:gd name="T116" fmla="*/ 1872 w 3491"/>
                  <a:gd name="T117" fmla="*/ 230 h 3097"/>
                  <a:gd name="T118" fmla="*/ 2123 w 3491"/>
                  <a:gd name="T119" fmla="*/ 76 h 3097"/>
                  <a:gd name="T120" fmla="*/ 2402 w 3491"/>
                  <a:gd name="T121" fmla="*/ 5 h 3097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491" h="3097">
                    <a:moveTo>
                      <a:pt x="2474" y="0"/>
                    </a:moveTo>
                    <a:lnTo>
                      <a:pt x="2546" y="0"/>
                    </a:lnTo>
                    <a:lnTo>
                      <a:pt x="2618" y="5"/>
                    </a:lnTo>
                    <a:lnTo>
                      <a:pt x="2689" y="15"/>
                    </a:lnTo>
                    <a:lnTo>
                      <a:pt x="2758" y="31"/>
                    </a:lnTo>
                    <a:lnTo>
                      <a:pt x="2828" y="51"/>
                    </a:lnTo>
                    <a:lnTo>
                      <a:pt x="2896" y="76"/>
                    </a:lnTo>
                    <a:lnTo>
                      <a:pt x="2963" y="108"/>
                    </a:lnTo>
                    <a:lnTo>
                      <a:pt x="3026" y="143"/>
                    </a:lnTo>
                    <a:lnTo>
                      <a:pt x="3088" y="183"/>
                    </a:lnTo>
                    <a:lnTo>
                      <a:pt x="3147" y="230"/>
                    </a:lnTo>
                    <a:lnTo>
                      <a:pt x="3204" y="281"/>
                    </a:lnTo>
                    <a:lnTo>
                      <a:pt x="3256" y="336"/>
                    </a:lnTo>
                    <a:lnTo>
                      <a:pt x="3303" y="394"/>
                    </a:lnTo>
                    <a:lnTo>
                      <a:pt x="3345" y="455"/>
                    </a:lnTo>
                    <a:lnTo>
                      <a:pt x="3382" y="518"/>
                    </a:lnTo>
                    <a:lnTo>
                      <a:pt x="3413" y="582"/>
                    </a:lnTo>
                    <a:lnTo>
                      <a:pt x="3439" y="650"/>
                    </a:lnTo>
                    <a:lnTo>
                      <a:pt x="3460" y="717"/>
                    </a:lnTo>
                    <a:lnTo>
                      <a:pt x="3475" y="786"/>
                    </a:lnTo>
                    <a:lnTo>
                      <a:pt x="3486" y="856"/>
                    </a:lnTo>
                    <a:lnTo>
                      <a:pt x="3491" y="926"/>
                    </a:lnTo>
                    <a:lnTo>
                      <a:pt x="3491" y="996"/>
                    </a:lnTo>
                    <a:lnTo>
                      <a:pt x="3486" y="1066"/>
                    </a:lnTo>
                    <a:lnTo>
                      <a:pt x="3475" y="1136"/>
                    </a:lnTo>
                    <a:lnTo>
                      <a:pt x="3460" y="1205"/>
                    </a:lnTo>
                    <a:lnTo>
                      <a:pt x="3439" y="1273"/>
                    </a:lnTo>
                    <a:lnTo>
                      <a:pt x="3413" y="1339"/>
                    </a:lnTo>
                    <a:lnTo>
                      <a:pt x="3382" y="1404"/>
                    </a:lnTo>
                    <a:lnTo>
                      <a:pt x="3345" y="1467"/>
                    </a:lnTo>
                    <a:lnTo>
                      <a:pt x="3303" y="1528"/>
                    </a:lnTo>
                    <a:lnTo>
                      <a:pt x="3256" y="1586"/>
                    </a:lnTo>
                    <a:lnTo>
                      <a:pt x="3204" y="1641"/>
                    </a:lnTo>
                    <a:lnTo>
                      <a:pt x="2007" y="2813"/>
                    </a:lnTo>
                    <a:lnTo>
                      <a:pt x="1988" y="2828"/>
                    </a:lnTo>
                    <a:lnTo>
                      <a:pt x="1965" y="2838"/>
                    </a:lnTo>
                    <a:lnTo>
                      <a:pt x="1942" y="2844"/>
                    </a:lnTo>
                    <a:lnTo>
                      <a:pt x="1918" y="2844"/>
                    </a:lnTo>
                    <a:lnTo>
                      <a:pt x="1894" y="2838"/>
                    </a:lnTo>
                    <a:lnTo>
                      <a:pt x="1873" y="2828"/>
                    </a:lnTo>
                    <a:lnTo>
                      <a:pt x="1853" y="2813"/>
                    </a:lnTo>
                    <a:lnTo>
                      <a:pt x="1837" y="2793"/>
                    </a:lnTo>
                    <a:lnTo>
                      <a:pt x="1827" y="2772"/>
                    </a:lnTo>
                    <a:lnTo>
                      <a:pt x="1821" y="2749"/>
                    </a:lnTo>
                    <a:lnTo>
                      <a:pt x="1821" y="2726"/>
                    </a:lnTo>
                    <a:lnTo>
                      <a:pt x="1827" y="2703"/>
                    </a:lnTo>
                    <a:lnTo>
                      <a:pt x="1837" y="2681"/>
                    </a:lnTo>
                    <a:lnTo>
                      <a:pt x="1853" y="2662"/>
                    </a:lnTo>
                    <a:lnTo>
                      <a:pt x="3035" y="1505"/>
                    </a:lnTo>
                    <a:lnTo>
                      <a:pt x="3079" y="1458"/>
                    </a:lnTo>
                    <a:lnTo>
                      <a:pt x="3118" y="1407"/>
                    </a:lnTo>
                    <a:lnTo>
                      <a:pt x="3153" y="1355"/>
                    </a:lnTo>
                    <a:lnTo>
                      <a:pt x="3183" y="1300"/>
                    </a:lnTo>
                    <a:lnTo>
                      <a:pt x="3208" y="1243"/>
                    </a:lnTo>
                    <a:lnTo>
                      <a:pt x="3228" y="1185"/>
                    </a:lnTo>
                    <a:lnTo>
                      <a:pt x="3242" y="1126"/>
                    </a:lnTo>
                    <a:lnTo>
                      <a:pt x="3253" y="1066"/>
                    </a:lnTo>
                    <a:lnTo>
                      <a:pt x="3257" y="1006"/>
                    </a:lnTo>
                    <a:lnTo>
                      <a:pt x="3257" y="946"/>
                    </a:lnTo>
                    <a:lnTo>
                      <a:pt x="3253" y="885"/>
                    </a:lnTo>
                    <a:lnTo>
                      <a:pt x="3242" y="826"/>
                    </a:lnTo>
                    <a:lnTo>
                      <a:pt x="3228" y="766"/>
                    </a:lnTo>
                    <a:lnTo>
                      <a:pt x="3208" y="709"/>
                    </a:lnTo>
                    <a:lnTo>
                      <a:pt x="3183" y="653"/>
                    </a:lnTo>
                    <a:lnTo>
                      <a:pt x="3153" y="598"/>
                    </a:lnTo>
                    <a:lnTo>
                      <a:pt x="3118" y="545"/>
                    </a:lnTo>
                    <a:lnTo>
                      <a:pt x="3079" y="495"/>
                    </a:lnTo>
                    <a:lnTo>
                      <a:pt x="3035" y="448"/>
                    </a:lnTo>
                    <a:lnTo>
                      <a:pt x="2985" y="403"/>
                    </a:lnTo>
                    <a:lnTo>
                      <a:pt x="2935" y="364"/>
                    </a:lnTo>
                    <a:lnTo>
                      <a:pt x="2881" y="331"/>
                    </a:lnTo>
                    <a:lnTo>
                      <a:pt x="2825" y="301"/>
                    </a:lnTo>
                    <a:lnTo>
                      <a:pt x="2767" y="277"/>
                    </a:lnTo>
                    <a:lnTo>
                      <a:pt x="2708" y="258"/>
                    </a:lnTo>
                    <a:lnTo>
                      <a:pt x="2648" y="243"/>
                    </a:lnTo>
                    <a:lnTo>
                      <a:pt x="2586" y="234"/>
                    </a:lnTo>
                    <a:lnTo>
                      <a:pt x="2525" y="229"/>
                    </a:lnTo>
                    <a:lnTo>
                      <a:pt x="2464" y="229"/>
                    </a:lnTo>
                    <a:lnTo>
                      <a:pt x="2402" y="234"/>
                    </a:lnTo>
                    <a:lnTo>
                      <a:pt x="2340" y="243"/>
                    </a:lnTo>
                    <a:lnTo>
                      <a:pt x="2280" y="258"/>
                    </a:lnTo>
                    <a:lnTo>
                      <a:pt x="2221" y="277"/>
                    </a:lnTo>
                    <a:lnTo>
                      <a:pt x="2164" y="301"/>
                    </a:lnTo>
                    <a:lnTo>
                      <a:pt x="2108" y="331"/>
                    </a:lnTo>
                    <a:lnTo>
                      <a:pt x="2055" y="364"/>
                    </a:lnTo>
                    <a:lnTo>
                      <a:pt x="2003" y="403"/>
                    </a:lnTo>
                    <a:lnTo>
                      <a:pt x="1955" y="448"/>
                    </a:lnTo>
                    <a:lnTo>
                      <a:pt x="378" y="1972"/>
                    </a:lnTo>
                    <a:lnTo>
                      <a:pt x="341" y="2013"/>
                    </a:lnTo>
                    <a:lnTo>
                      <a:pt x="307" y="2057"/>
                    </a:lnTo>
                    <a:lnTo>
                      <a:pt x="280" y="2102"/>
                    </a:lnTo>
                    <a:lnTo>
                      <a:pt x="258" y="2149"/>
                    </a:lnTo>
                    <a:lnTo>
                      <a:pt x="241" y="2199"/>
                    </a:lnTo>
                    <a:lnTo>
                      <a:pt x="228" y="2248"/>
                    </a:lnTo>
                    <a:lnTo>
                      <a:pt x="220" y="2299"/>
                    </a:lnTo>
                    <a:lnTo>
                      <a:pt x="218" y="2350"/>
                    </a:lnTo>
                    <a:lnTo>
                      <a:pt x="220" y="2402"/>
                    </a:lnTo>
                    <a:lnTo>
                      <a:pt x="228" y="2452"/>
                    </a:lnTo>
                    <a:lnTo>
                      <a:pt x="241" y="2503"/>
                    </a:lnTo>
                    <a:lnTo>
                      <a:pt x="258" y="2551"/>
                    </a:lnTo>
                    <a:lnTo>
                      <a:pt x="280" y="2599"/>
                    </a:lnTo>
                    <a:lnTo>
                      <a:pt x="307" y="2644"/>
                    </a:lnTo>
                    <a:lnTo>
                      <a:pt x="341" y="2687"/>
                    </a:lnTo>
                    <a:lnTo>
                      <a:pt x="378" y="2728"/>
                    </a:lnTo>
                    <a:lnTo>
                      <a:pt x="419" y="2765"/>
                    </a:lnTo>
                    <a:lnTo>
                      <a:pt x="463" y="2796"/>
                    </a:lnTo>
                    <a:lnTo>
                      <a:pt x="509" y="2824"/>
                    </a:lnTo>
                    <a:lnTo>
                      <a:pt x="558" y="2846"/>
                    </a:lnTo>
                    <a:lnTo>
                      <a:pt x="608" y="2863"/>
                    </a:lnTo>
                    <a:lnTo>
                      <a:pt x="660" y="2874"/>
                    </a:lnTo>
                    <a:lnTo>
                      <a:pt x="711" y="2882"/>
                    </a:lnTo>
                    <a:lnTo>
                      <a:pt x="763" y="2885"/>
                    </a:lnTo>
                    <a:lnTo>
                      <a:pt x="816" y="2882"/>
                    </a:lnTo>
                    <a:lnTo>
                      <a:pt x="867" y="2874"/>
                    </a:lnTo>
                    <a:lnTo>
                      <a:pt x="919" y="2863"/>
                    </a:lnTo>
                    <a:lnTo>
                      <a:pt x="968" y="2846"/>
                    </a:lnTo>
                    <a:lnTo>
                      <a:pt x="1018" y="2824"/>
                    </a:lnTo>
                    <a:lnTo>
                      <a:pt x="1064" y="2796"/>
                    </a:lnTo>
                    <a:lnTo>
                      <a:pt x="1108" y="2765"/>
                    </a:lnTo>
                    <a:lnTo>
                      <a:pt x="1149" y="2728"/>
                    </a:lnTo>
                    <a:lnTo>
                      <a:pt x="2741" y="1187"/>
                    </a:lnTo>
                    <a:lnTo>
                      <a:pt x="2768" y="1158"/>
                    </a:lnTo>
                    <a:lnTo>
                      <a:pt x="2791" y="1125"/>
                    </a:lnTo>
                    <a:lnTo>
                      <a:pt x="2809" y="1091"/>
                    </a:lnTo>
                    <a:lnTo>
                      <a:pt x="2823" y="1055"/>
                    </a:lnTo>
                    <a:lnTo>
                      <a:pt x="2831" y="1018"/>
                    </a:lnTo>
                    <a:lnTo>
                      <a:pt x="2837" y="980"/>
                    </a:lnTo>
                    <a:lnTo>
                      <a:pt x="2837" y="942"/>
                    </a:lnTo>
                    <a:lnTo>
                      <a:pt x="2831" y="904"/>
                    </a:lnTo>
                    <a:lnTo>
                      <a:pt x="2823" y="867"/>
                    </a:lnTo>
                    <a:lnTo>
                      <a:pt x="2809" y="832"/>
                    </a:lnTo>
                    <a:lnTo>
                      <a:pt x="2791" y="797"/>
                    </a:lnTo>
                    <a:lnTo>
                      <a:pt x="2768" y="764"/>
                    </a:lnTo>
                    <a:lnTo>
                      <a:pt x="2741" y="734"/>
                    </a:lnTo>
                    <a:lnTo>
                      <a:pt x="2710" y="707"/>
                    </a:lnTo>
                    <a:lnTo>
                      <a:pt x="2677" y="685"/>
                    </a:lnTo>
                    <a:lnTo>
                      <a:pt x="2642" y="668"/>
                    </a:lnTo>
                    <a:lnTo>
                      <a:pt x="2605" y="654"/>
                    </a:lnTo>
                    <a:lnTo>
                      <a:pt x="2567" y="645"/>
                    </a:lnTo>
                    <a:lnTo>
                      <a:pt x="2528" y="641"/>
                    </a:lnTo>
                    <a:lnTo>
                      <a:pt x="2490" y="641"/>
                    </a:lnTo>
                    <a:lnTo>
                      <a:pt x="2452" y="645"/>
                    </a:lnTo>
                    <a:lnTo>
                      <a:pt x="2415" y="654"/>
                    </a:lnTo>
                    <a:lnTo>
                      <a:pt x="2377" y="668"/>
                    </a:lnTo>
                    <a:lnTo>
                      <a:pt x="2343" y="685"/>
                    </a:lnTo>
                    <a:lnTo>
                      <a:pt x="2309" y="707"/>
                    </a:lnTo>
                    <a:lnTo>
                      <a:pt x="2278" y="734"/>
                    </a:lnTo>
                    <a:lnTo>
                      <a:pt x="1082" y="1906"/>
                    </a:lnTo>
                    <a:lnTo>
                      <a:pt x="1062" y="1922"/>
                    </a:lnTo>
                    <a:lnTo>
                      <a:pt x="1040" y="1931"/>
                    </a:lnTo>
                    <a:lnTo>
                      <a:pt x="1017" y="1937"/>
                    </a:lnTo>
                    <a:lnTo>
                      <a:pt x="992" y="1937"/>
                    </a:lnTo>
                    <a:lnTo>
                      <a:pt x="969" y="1931"/>
                    </a:lnTo>
                    <a:lnTo>
                      <a:pt x="947" y="1922"/>
                    </a:lnTo>
                    <a:lnTo>
                      <a:pt x="927" y="1906"/>
                    </a:lnTo>
                    <a:lnTo>
                      <a:pt x="911" y="1887"/>
                    </a:lnTo>
                    <a:lnTo>
                      <a:pt x="900" y="1865"/>
                    </a:lnTo>
                    <a:lnTo>
                      <a:pt x="896" y="1842"/>
                    </a:lnTo>
                    <a:lnTo>
                      <a:pt x="896" y="1819"/>
                    </a:lnTo>
                    <a:lnTo>
                      <a:pt x="900" y="1796"/>
                    </a:lnTo>
                    <a:lnTo>
                      <a:pt x="911" y="1775"/>
                    </a:lnTo>
                    <a:lnTo>
                      <a:pt x="927" y="1755"/>
                    </a:lnTo>
                    <a:lnTo>
                      <a:pt x="2123" y="583"/>
                    </a:lnTo>
                    <a:lnTo>
                      <a:pt x="2165" y="546"/>
                    </a:lnTo>
                    <a:lnTo>
                      <a:pt x="2209" y="515"/>
                    </a:lnTo>
                    <a:lnTo>
                      <a:pt x="2255" y="488"/>
                    </a:lnTo>
                    <a:lnTo>
                      <a:pt x="2304" y="465"/>
                    </a:lnTo>
                    <a:lnTo>
                      <a:pt x="2354" y="449"/>
                    </a:lnTo>
                    <a:lnTo>
                      <a:pt x="2405" y="436"/>
                    </a:lnTo>
                    <a:lnTo>
                      <a:pt x="2457" y="429"/>
                    </a:lnTo>
                    <a:lnTo>
                      <a:pt x="2509" y="427"/>
                    </a:lnTo>
                    <a:lnTo>
                      <a:pt x="2562" y="429"/>
                    </a:lnTo>
                    <a:lnTo>
                      <a:pt x="2613" y="436"/>
                    </a:lnTo>
                    <a:lnTo>
                      <a:pt x="2665" y="449"/>
                    </a:lnTo>
                    <a:lnTo>
                      <a:pt x="2714" y="465"/>
                    </a:lnTo>
                    <a:lnTo>
                      <a:pt x="2763" y="488"/>
                    </a:lnTo>
                    <a:lnTo>
                      <a:pt x="2810" y="515"/>
                    </a:lnTo>
                    <a:lnTo>
                      <a:pt x="2854" y="546"/>
                    </a:lnTo>
                    <a:lnTo>
                      <a:pt x="2895" y="583"/>
                    </a:lnTo>
                    <a:lnTo>
                      <a:pt x="2932" y="623"/>
                    </a:lnTo>
                    <a:lnTo>
                      <a:pt x="2965" y="666"/>
                    </a:lnTo>
                    <a:lnTo>
                      <a:pt x="2993" y="713"/>
                    </a:lnTo>
                    <a:lnTo>
                      <a:pt x="3015" y="760"/>
                    </a:lnTo>
                    <a:lnTo>
                      <a:pt x="3032" y="809"/>
                    </a:lnTo>
                    <a:lnTo>
                      <a:pt x="3045" y="859"/>
                    </a:lnTo>
                    <a:lnTo>
                      <a:pt x="3053" y="910"/>
                    </a:lnTo>
                    <a:lnTo>
                      <a:pt x="3055" y="961"/>
                    </a:lnTo>
                    <a:lnTo>
                      <a:pt x="3053" y="1012"/>
                    </a:lnTo>
                    <a:lnTo>
                      <a:pt x="3045" y="1063"/>
                    </a:lnTo>
                    <a:lnTo>
                      <a:pt x="3032" y="1113"/>
                    </a:lnTo>
                    <a:lnTo>
                      <a:pt x="3015" y="1162"/>
                    </a:lnTo>
                    <a:lnTo>
                      <a:pt x="2993" y="1209"/>
                    </a:lnTo>
                    <a:lnTo>
                      <a:pt x="2965" y="1255"/>
                    </a:lnTo>
                    <a:lnTo>
                      <a:pt x="2932" y="1298"/>
                    </a:lnTo>
                    <a:lnTo>
                      <a:pt x="2895" y="1339"/>
                    </a:lnTo>
                    <a:lnTo>
                      <a:pt x="1303" y="2879"/>
                    </a:lnTo>
                    <a:lnTo>
                      <a:pt x="1255" y="2923"/>
                    </a:lnTo>
                    <a:lnTo>
                      <a:pt x="1203" y="2962"/>
                    </a:lnTo>
                    <a:lnTo>
                      <a:pt x="1150" y="2995"/>
                    </a:lnTo>
                    <a:lnTo>
                      <a:pt x="1094" y="3025"/>
                    </a:lnTo>
                    <a:lnTo>
                      <a:pt x="1036" y="3049"/>
                    </a:lnTo>
                    <a:lnTo>
                      <a:pt x="977" y="3068"/>
                    </a:lnTo>
                    <a:lnTo>
                      <a:pt x="917" y="3083"/>
                    </a:lnTo>
                    <a:lnTo>
                      <a:pt x="855" y="3092"/>
                    </a:lnTo>
                    <a:lnTo>
                      <a:pt x="794" y="3097"/>
                    </a:lnTo>
                    <a:lnTo>
                      <a:pt x="733" y="3097"/>
                    </a:lnTo>
                    <a:lnTo>
                      <a:pt x="671" y="3092"/>
                    </a:lnTo>
                    <a:lnTo>
                      <a:pt x="609" y="3083"/>
                    </a:lnTo>
                    <a:lnTo>
                      <a:pt x="549" y="3068"/>
                    </a:lnTo>
                    <a:lnTo>
                      <a:pt x="490" y="3049"/>
                    </a:lnTo>
                    <a:lnTo>
                      <a:pt x="433" y="3025"/>
                    </a:lnTo>
                    <a:lnTo>
                      <a:pt x="377" y="2995"/>
                    </a:lnTo>
                    <a:lnTo>
                      <a:pt x="323" y="2962"/>
                    </a:lnTo>
                    <a:lnTo>
                      <a:pt x="272" y="2923"/>
                    </a:lnTo>
                    <a:lnTo>
                      <a:pt x="224" y="2879"/>
                    </a:lnTo>
                    <a:lnTo>
                      <a:pt x="178" y="2832"/>
                    </a:lnTo>
                    <a:lnTo>
                      <a:pt x="139" y="2782"/>
                    </a:lnTo>
                    <a:lnTo>
                      <a:pt x="104" y="2729"/>
                    </a:lnTo>
                    <a:lnTo>
                      <a:pt x="75" y="2674"/>
                    </a:lnTo>
                    <a:lnTo>
                      <a:pt x="51" y="2617"/>
                    </a:lnTo>
                    <a:lnTo>
                      <a:pt x="30" y="2560"/>
                    </a:lnTo>
                    <a:lnTo>
                      <a:pt x="15" y="2501"/>
                    </a:lnTo>
                    <a:lnTo>
                      <a:pt x="5" y="2441"/>
                    </a:lnTo>
                    <a:lnTo>
                      <a:pt x="0" y="2381"/>
                    </a:lnTo>
                    <a:lnTo>
                      <a:pt x="0" y="2321"/>
                    </a:lnTo>
                    <a:lnTo>
                      <a:pt x="5" y="2260"/>
                    </a:lnTo>
                    <a:lnTo>
                      <a:pt x="15" y="2200"/>
                    </a:lnTo>
                    <a:lnTo>
                      <a:pt x="30" y="2141"/>
                    </a:lnTo>
                    <a:lnTo>
                      <a:pt x="51" y="2083"/>
                    </a:lnTo>
                    <a:lnTo>
                      <a:pt x="75" y="2027"/>
                    </a:lnTo>
                    <a:lnTo>
                      <a:pt x="104" y="1972"/>
                    </a:lnTo>
                    <a:lnTo>
                      <a:pt x="139" y="1920"/>
                    </a:lnTo>
                    <a:lnTo>
                      <a:pt x="178" y="1869"/>
                    </a:lnTo>
                    <a:lnTo>
                      <a:pt x="224" y="1822"/>
                    </a:lnTo>
                    <a:lnTo>
                      <a:pt x="1815" y="281"/>
                    </a:lnTo>
                    <a:lnTo>
                      <a:pt x="1872" y="230"/>
                    </a:lnTo>
                    <a:lnTo>
                      <a:pt x="1931" y="183"/>
                    </a:lnTo>
                    <a:lnTo>
                      <a:pt x="1992" y="143"/>
                    </a:lnTo>
                    <a:lnTo>
                      <a:pt x="2057" y="108"/>
                    </a:lnTo>
                    <a:lnTo>
                      <a:pt x="2123" y="76"/>
                    </a:lnTo>
                    <a:lnTo>
                      <a:pt x="2191" y="51"/>
                    </a:lnTo>
                    <a:lnTo>
                      <a:pt x="2261" y="31"/>
                    </a:lnTo>
                    <a:lnTo>
                      <a:pt x="2331" y="15"/>
                    </a:lnTo>
                    <a:lnTo>
                      <a:pt x="2402" y="5"/>
                    </a:lnTo>
                    <a:lnTo>
                      <a:pt x="2474" y="0"/>
                    </a:lnTo>
                    <a:close/>
                  </a:path>
                </a:pathLst>
              </a:custGeom>
              <a:solidFill>
                <a:srgbClr val="fed8c3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20" name="Group 20"/>
              <p:cNvGrpSpPr>
                <a:grpSpLocks noChangeAspect="1"/>
              </p:cNvGrpSpPr>
              <p:nvPr/>
            </p:nvGrpSpPr>
            <p:grpSpPr>
              <a:xfrm rot="0">
                <a:off x="411361" y="2237725"/>
                <a:ext cx="110025" cy="150079"/>
                <a:chOff x="2597" y="4163"/>
                <a:chExt cx="217" cy="296"/>
              </a:xfrm>
              <a:solidFill>
                <a:srgbClr val="fed8c3"/>
              </a:solidFill>
            </p:grpSpPr>
            <p:sp>
              <p:nvSpPr>
                <p:cNvPr id="21" name="Freeform 22"/>
                <p:cNvSpPr>
                  <a:spLocks noEditPoints="1"/>
                </p:cNvSpPr>
                <p:nvPr/>
              </p:nvSpPr>
              <p:spPr>
                <a:xfrm>
                  <a:off x="2630" y="4163"/>
                  <a:ext cx="151" cy="176"/>
                </a:xfrm>
                <a:custGeom>
                  <a:avLst/>
                  <a:gdLst>
                    <a:gd name="T0" fmla="*/ 410 w 1662"/>
                    <a:gd name="T1" fmla="*/ 645 h 1942"/>
                    <a:gd name="T2" fmla="*/ 309 w 1662"/>
                    <a:gd name="T3" fmla="*/ 847 h 1942"/>
                    <a:gd name="T4" fmla="*/ 255 w 1662"/>
                    <a:gd name="T5" fmla="*/ 1023 h 1942"/>
                    <a:gd name="T6" fmla="*/ 263 w 1662"/>
                    <a:gd name="T7" fmla="*/ 1206 h 1942"/>
                    <a:gd name="T8" fmla="*/ 347 w 1662"/>
                    <a:gd name="T9" fmla="*/ 1429 h 1942"/>
                    <a:gd name="T10" fmla="*/ 476 w 1662"/>
                    <a:gd name="T11" fmla="*/ 1620 h 1942"/>
                    <a:gd name="T12" fmla="*/ 638 w 1662"/>
                    <a:gd name="T13" fmla="*/ 1753 h 1942"/>
                    <a:gd name="T14" fmla="*/ 825 w 1662"/>
                    <a:gd name="T15" fmla="*/ 1803 h 1942"/>
                    <a:gd name="T16" fmla="*/ 1013 w 1662"/>
                    <a:gd name="T17" fmla="*/ 1753 h 1942"/>
                    <a:gd name="T18" fmla="*/ 1176 w 1662"/>
                    <a:gd name="T19" fmla="*/ 1619 h 1942"/>
                    <a:gd name="T20" fmla="*/ 1305 w 1662"/>
                    <a:gd name="T21" fmla="*/ 1428 h 1942"/>
                    <a:gd name="T22" fmla="*/ 1388 w 1662"/>
                    <a:gd name="T23" fmla="*/ 1205 h 1942"/>
                    <a:gd name="T24" fmla="*/ 1418 w 1662"/>
                    <a:gd name="T25" fmla="*/ 974 h 1942"/>
                    <a:gd name="T26" fmla="*/ 1266 w 1662"/>
                    <a:gd name="T27" fmla="*/ 836 h 1942"/>
                    <a:gd name="T28" fmla="*/ 1012 w 1662"/>
                    <a:gd name="T29" fmla="*/ 794 h 1942"/>
                    <a:gd name="T30" fmla="*/ 806 w 1662"/>
                    <a:gd name="T31" fmla="*/ 713 h 1942"/>
                    <a:gd name="T32" fmla="*/ 646 w 1662"/>
                    <a:gd name="T33" fmla="*/ 610 h 1942"/>
                    <a:gd name="T34" fmla="*/ 526 w 1662"/>
                    <a:gd name="T35" fmla="*/ 499 h 1942"/>
                    <a:gd name="T36" fmla="*/ 944 w 1662"/>
                    <a:gd name="T37" fmla="*/ 23 h 1942"/>
                    <a:gd name="T38" fmla="*/ 1152 w 1662"/>
                    <a:gd name="T39" fmla="*/ 118 h 1942"/>
                    <a:gd name="T40" fmla="*/ 1271 w 1662"/>
                    <a:gd name="T41" fmla="*/ 205 h 1942"/>
                    <a:gd name="T42" fmla="*/ 1388 w 1662"/>
                    <a:gd name="T43" fmla="*/ 323 h 1942"/>
                    <a:gd name="T44" fmla="*/ 1455 w 1662"/>
                    <a:gd name="T45" fmla="*/ 429 h 1942"/>
                    <a:gd name="T46" fmla="*/ 1524 w 1662"/>
                    <a:gd name="T47" fmla="*/ 626 h 1942"/>
                    <a:gd name="T48" fmla="*/ 1555 w 1662"/>
                    <a:gd name="T49" fmla="*/ 892 h 1942"/>
                    <a:gd name="T50" fmla="*/ 1619 w 1662"/>
                    <a:gd name="T51" fmla="*/ 939 h 1942"/>
                    <a:gd name="T52" fmla="*/ 1657 w 1662"/>
                    <a:gd name="T53" fmla="*/ 1032 h 1942"/>
                    <a:gd name="T54" fmla="*/ 1655 w 1662"/>
                    <a:gd name="T55" fmla="*/ 1183 h 1942"/>
                    <a:gd name="T56" fmla="*/ 1611 w 1662"/>
                    <a:gd name="T57" fmla="*/ 1304 h 1942"/>
                    <a:gd name="T58" fmla="*/ 1537 w 1662"/>
                    <a:gd name="T59" fmla="*/ 1372 h 1942"/>
                    <a:gd name="T60" fmla="*/ 1445 w 1662"/>
                    <a:gd name="T61" fmla="*/ 1454 h 1942"/>
                    <a:gd name="T62" fmla="*/ 1313 w 1662"/>
                    <a:gd name="T63" fmla="*/ 1670 h 1942"/>
                    <a:gd name="T64" fmla="*/ 1141 w 1662"/>
                    <a:gd name="T65" fmla="*/ 1836 h 1942"/>
                    <a:gd name="T66" fmla="*/ 937 w 1662"/>
                    <a:gd name="T67" fmla="*/ 1930 h 1942"/>
                    <a:gd name="T68" fmla="*/ 714 w 1662"/>
                    <a:gd name="T69" fmla="*/ 1930 h 1942"/>
                    <a:gd name="T70" fmla="*/ 510 w 1662"/>
                    <a:gd name="T71" fmla="*/ 1836 h 1942"/>
                    <a:gd name="T72" fmla="*/ 337 w 1662"/>
                    <a:gd name="T73" fmla="*/ 1669 h 1942"/>
                    <a:gd name="T74" fmla="*/ 205 w 1662"/>
                    <a:gd name="T75" fmla="*/ 1452 h 1942"/>
                    <a:gd name="T76" fmla="*/ 111 w 1662"/>
                    <a:gd name="T77" fmla="*/ 1364 h 1942"/>
                    <a:gd name="T78" fmla="*/ 39 w 1662"/>
                    <a:gd name="T79" fmla="*/ 1284 h 1942"/>
                    <a:gd name="T80" fmla="*/ 2 w 1662"/>
                    <a:gd name="T81" fmla="*/ 1143 h 1942"/>
                    <a:gd name="T82" fmla="*/ 9 w 1662"/>
                    <a:gd name="T83" fmla="*/ 1009 h 1942"/>
                    <a:gd name="T84" fmla="*/ 50 w 1662"/>
                    <a:gd name="T85" fmla="*/ 930 h 1942"/>
                    <a:gd name="T86" fmla="*/ 98 w 1662"/>
                    <a:gd name="T87" fmla="*/ 851 h 1942"/>
                    <a:gd name="T88" fmla="*/ 85 w 1662"/>
                    <a:gd name="T89" fmla="*/ 643 h 1942"/>
                    <a:gd name="T90" fmla="*/ 120 w 1662"/>
                    <a:gd name="T91" fmla="*/ 487 h 1942"/>
                    <a:gd name="T92" fmla="*/ 183 w 1662"/>
                    <a:gd name="T93" fmla="*/ 377 h 1942"/>
                    <a:gd name="T94" fmla="*/ 257 w 1662"/>
                    <a:gd name="T95" fmla="*/ 305 h 1942"/>
                    <a:gd name="T96" fmla="*/ 319 w 1662"/>
                    <a:gd name="T97" fmla="*/ 266 h 1942"/>
                    <a:gd name="T98" fmla="*/ 352 w 1662"/>
                    <a:gd name="T99" fmla="*/ 246 h 1942"/>
                    <a:gd name="T100" fmla="*/ 390 w 1662"/>
                    <a:gd name="T101" fmla="*/ 196 h 1942"/>
                    <a:gd name="T102" fmla="*/ 459 w 1662"/>
                    <a:gd name="T103" fmla="*/ 127 h 1942"/>
                    <a:gd name="T104" fmla="*/ 559 w 1662"/>
                    <a:gd name="T105" fmla="*/ 57 h 1942"/>
                    <a:gd name="T106" fmla="*/ 690 w 1662"/>
                    <a:gd name="T107" fmla="*/ 10 h 1942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662" h="1942">
                      <a:moveTo>
                        <a:pt x="526" y="499"/>
                      </a:moveTo>
                      <a:lnTo>
                        <a:pt x="484" y="546"/>
                      </a:lnTo>
                      <a:lnTo>
                        <a:pt x="445" y="595"/>
                      </a:lnTo>
                      <a:lnTo>
                        <a:pt x="410" y="645"/>
                      </a:lnTo>
                      <a:lnTo>
                        <a:pt x="379" y="696"/>
                      </a:lnTo>
                      <a:lnTo>
                        <a:pt x="352" y="747"/>
                      </a:lnTo>
                      <a:lnTo>
                        <a:pt x="329" y="797"/>
                      </a:lnTo>
                      <a:lnTo>
                        <a:pt x="309" y="847"/>
                      </a:lnTo>
                      <a:lnTo>
                        <a:pt x="291" y="895"/>
                      </a:lnTo>
                      <a:lnTo>
                        <a:pt x="277" y="941"/>
                      </a:lnTo>
                      <a:lnTo>
                        <a:pt x="264" y="984"/>
                      </a:lnTo>
                      <a:lnTo>
                        <a:pt x="255" y="1023"/>
                      </a:lnTo>
                      <a:lnTo>
                        <a:pt x="247" y="1059"/>
                      </a:lnTo>
                      <a:lnTo>
                        <a:pt x="241" y="1091"/>
                      </a:lnTo>
                      <a:lnTo>
                        <a:pt x="250" y="1148"/>
                      </a:lnTo>
                      <a:lnTo>
                        <a:pt x="263" y="1206"/>
                      </a:lnTo>
                      <a:lnTo>
                        <a:pt x="280" y="1263"/>
                      </a:lnTo>
                      <a:lnTo>
                        <a:pt x="299" y="1320"/>
                      </a:lnTo>
                      <a:lnTo>
                        <a:pt x="322" y="1375"/>
                      </a:lnTo>
                      <a:lnTo>
                        <a:pt x="347" y="1429"/>
                      </a:lnTo>
                      <a:lnTo>
                        <a:pt x="375" y="1480"/>
                      </a:lnTo>
                      <a:lnTo>
                        <a:pt x="406" y="1530"/>
                      </a:lnTo>
                      <a:lnTo>
                        <a:pt x="440" y="1576"/>
                      </a:lnTo>
                      <a:lnTo>
                        <a:pt x="476" y="1620"/>
                      </a:lnTo>
                      <a:lnTo>
                        <a:pt x="513" y="1659"/>
                      </a:lnTo>
                      <a:lnTo>
                        <a:pt x="553" y="1695"/>
                      </a:lnTo>
                      <a:lnTo>
                        <a:pt x="594" y="1726"/>
                      </a:lnTo>
                      <a:lnTo>
                        <a:pt x="638" y="1753"/>
                      </a:lnTo>
                      <a:lnTo>
                        <a:pt x="683" y="1774"/>
                      </a:lnTo>
                      <a:lnTo>
                        <a:pt x="729" y="1789"/>
                      </a:lnTo>
                      <a:lnTo>
                        <a:pt x="777" y="1800"/>
                      </a:lnTo>
                      <a:lnTo>
                        <a:pt x="825" y="1803"/>
                      </a:lnTo>
                      <a:lnTo>
                        <a:pt x="875" y="1800"/>
                      </a:lnTo>
                      <a:lnTo>
                        <a:pt x="922" y="1789"/>
                      </a:lnTo>
                      <a:lnTo>
                        <a:pt x="968" y="1774"/>
                      </a:lnTo>
                      <a:lnTo>
                        <a:pt x="1013" y="1753"/>
                      </a:lnTo>
                      <a:lnTo>
                        <a:pt x="1056" y="1726"/>
                      </a:lnTo>
                      <a:lnTo>
                        <a:pt x="1099" y="1695"/>
                      </a:lnTo>
                      <a:lnTo>
                        <a:pt x="1139" y="1659"/>
                      </a:lnTo>
                      <a:lnTo>
                        <a:pt x="1176" y="1619"/>
                      </a:lnTo>
                      <a:lnTo>
                        <a:pt x="1212" y="1576"/>
                      </a:lnTo>
                      <a:lnTo>
                        <a:pt x="1245" y="1529"/>
                      </a:lnTo>
                      <a:lnTo>
                        <a:pt x="1276" y="1480"/>
                      </a:lnTo>
                      <a:lnTo>
                        <a:pt x="1305" y="1428"/>
                      </a:lnTo>
                      <a:lnTo>
                        <a:pt x="1330" y="1374"/>
                      </a:lnTo>
                      <a:lnTo>
                        <a:pt x="1353" y="1319"/>
                      </a:lnTo>
                      <a:lnTo>
                        <a:pt x="1372" y="1262"/>
                      </a:lnTo>
                      <a:lnTo>
                        <a:pt x="1388" y="1205"/>
                      </a:lnTo>
                      <a:lnTo>
                        <a:pt x="1401" y="1147"/>
                      </a:lnTo>
                      <a:lnTo>
                        <a:pt x="1411" y="1089"/>
                      </a:lnTo>
                      <a:lnTo>
                        <a:pt x="1416" y="1032"/>
                      </a:lnTo>
                      <a:lnTo>
                        <a:pt x="1418" y="974"/>
                      </a:lnTo>
                      <a:lnTo>
                        <a:pt x="1417" y="904"/>
                      </a:lnTo>
                      <a:lnTo>
                        <a:pt x="1414" y="838"/>
                      </a:lnTo>
                      <a:lnTo>
                        <a:pt x="1339" y="839"/>
                      </a:lnTo>
                      <a:lnTo>
                        <a:pt x="1266" y="836"/>
                      </a:lnTo>
                      <a:lnTo>
                        <a:pt x="1198" y="830"/>
                      </a:lnTo>
                      <a:lnTo>
                        <a:pt x="1133" y="820"/>
                      </a:lnTo>
                      <a:lnTo>
                        <a:pt x="1070" y="808"/>
                      </a:lnTo>
                      <a:lnTo>
                        <a:pt x="1012" y="794"/>
                      </a:lnTo>
                      <a:lnTo>
                        <a:pt x="956" y="777"/>
                      </a:lnTo>
                      <a:lnTo>
                        <a:pt x="903" y="757"/>
                      </a:lnTo>
                      <a:lnTo>
                        <a:pt x="853" y="737"/>
                      </a:lnTo>
                      <a:lnTo>
                        <a:pt x="806" y="713"/>
                      </a:lnTo>
                      <a:lnTo>
                        <a:pt x="762" y="690"/>
                      </a:lnTo>
                      <a:lnTo>
                        <a:pt x="721" y="664"/>
                      </a:lnTo>
                      <a:lnTo>
                        <a:pt x="682" y="638"/>
                      </a:lnTo>
                      <a:lnTo>
                        <a:pt x="646" y="610"/>
                      </a:lnTo>
                      <a:lnTo>
                        <a:pt x="612" y="583"/>
                      </a:lnTo>
                      <a:lnTo>
                        <a:pt x="581" y="555"/>
                      </a:lnTo>
                      <a:lnTo>
                        <a:pt x="552" y="527"/>
                      </a:lnTo>
                      <a:lnTo>
                        <a:pt x="526" y="499"/>
                      </a:lnTo>
                      <a:close/>
                      <a:moveTo>
                        <a:pt x="808" y="0"/>
                      </a:moveTo>
                      <a:lnTo>
                        <a:pt x="851" y="3"/>
                      </a:lnTo>
                      <a:lnTo>
                        <a:pt x="897" y="11"/>
                      </a:lnTo>
                      <a:lnTo>
                        <a:pt x="944" y="23"/>
                      </a:lnTo>
                      <a:lnTo>
                        <a:pt x="993" y="39"/>
                      </a:lnTo>
                      <a:lnTo>
                        <a:pt x="1044" y="60"/>
                      </a:lnTo>
                      <a:lnTo>
                        <a:pt x="1097" y="86"/>
                      </a:lnTo>
                      <a:lnTo>
                        <a:pt x="1152" y="118"/>
                      </a:lnTo>
                      <a:lnTo>
                        <a:pt x="1179" y="135"/>
                      </a:lnTo>
                      <a:lnTo>
                        <a:pt x="1208" y="155"/>
                      </a:lnTo>
                      <a:lnTo>
                        <a:pt x="1239" y="179"/>
                      </a:lnTo>
                      <a:lnTo>
                        <a:pt x="1271" y="205"/>
                      </a:lnTo>
                      <a:lnTo>
                        <a:pt x="1304" y="233"/>
                      </a:lnTo>
                      <a:lnTo>
                        <a:pt x="1334" y="261"/>
                      </a:lnTo>
                      <a:lnTo>
                        <a:pt x="1363" y="292"/>
                      </a:lnTo>
                      <a:lnTo>
                        <a:pt x="1388" y="323"/>
                      </a:lnTo>
                      <a:lnTo>
                        <a:pt x="1409" y="353"/>
                      </a:lnTo>
                      <a:lnTo>
                        <a:pt x="1409" y="353"/>
                      </a:lnTo>
                      <a:lnTo>
                        <a:pt x="1433" y="389"/>
                      </a:lnTo>
                      <a:lnTo>
                        <a:pt x="1455" y="429"/>
                      </a:lnTo>
                      <a:lnTo>
                        <a:pt x="1475" y="472"/>
                      </a:lnTo>
                      <a:lnTo>
                        <a:pt x="1493" y="519"/>
                      </a:lnTo>
                      <a:lnTo>
                        <a:pt x="1509" y="570"/>
                      </a:lnTo>
                      <a:lnTo>
                        <a:pt x="1524" y="626"/>
                      </a:lnTo>
                      <a:lnTo>
                        <a:pt x="1535" y="685"/>
                      </a:lnTo>
                      <a:lnTo>
                        <a:pt x="1545" y="749"/>
                      </a:lnTo>
                      <a:lnTo>
                        <a:pt x="1551" y="817"/>
                      </a:lnTo>
                      <a:lnTo>
                        <a:pt x="1555" y="892"/>
                      </a:lnTo>
                      <a:lnTo>
                        <a:pt x="1573" y="900"/>
                      </a:lnTo>
                      <a:lnTo>
                        <a:pt x="1590" y="910"/>
                      </a:lnTo>
                      <a:lnTo>
                        <a:pt x="1605" y="922"/>
                      </a:lnTo>
                      <a:lnTo>
                        <a:pt x="1619" y="939"/>
                      </a:lnTo>
                      <a:lnTo>
                        <a:pt x="1632" y="957"/>
                      </a:lnTo>
                      <a:lnTo>
                        <a:pt x="1642" y="979"/>
                      </a:lnTo>
                      <a:lnTo>
                        <a:pt x="1651" y="1003"/>
                      </a:lnTo>
                      <a:lnTo>
                        <a:pt x="1657" y="1032"/>
                      </a:lnTo>
                      <a:lnTo>
                        <a:pt x="1661" y="1064"/>
                      </a:lnTo>
                      <a:lnTo>
                        <a:pt x="1662" y="1102"/>
                      </a:lnTo>
                      <a:lnTo>
                        <a:pt x="1660" y="1143"/>
                      </a:lnTo>
                      <a:lnTo>
                        <a:pt x="1655" y="1183"/>
                      </a:lnTo>
                      <a:lnTo>
                        <a:pt x="1648" y="1218"/>
                      </a:lnTo>
                      <a:lnTo>
                        <a:pt x="1638" y="1250"/>
                      </a:lnTo>
                      <a:lnTo>
                        <a:pt x="1625" y="1278"/>
                      </a:lnTo>
                      <a:lnTo>
                        <a:pt x="1611" y="1304"/>
                      </a:lnTo>
                      <a:lnTo>
                        <a:pt x="1595" y="1325"/>
                      </a:lnTo>
                      <a:lnTo>
                        <a:pt x="1577" y="1344"/>
                      </a:lnTo>
                      <a:lnTo>
                        <a:pt x="1558" y="1360"/>
                      </a:lnTo>
                      <a:lnTo>
                        <a:pt x="1537" y="1372"/>
                      </a:lnTo>
                      <a:lnTo>
                        <a:pt x="1515" y="1382"/>
                      </a:lnTo>
                      <a:lnTo>
                        <a:pt x="1493" y="1390"/>
                      </a:lnTo>
                      <a:lnTo>
                        <a:pt x="1471" y="1395"/>
                      </a:lnTo>
                      <a:lnTo>
                        <a:pt x="1445" y="1454"/>
                      </a:lnTo>
                      <a:lnTo>
                        <a:pt x="1416" y="1512"/>
                      </a:lnTo>
                      <a:lnTo>
                        <a:pt x="1385" y="1567"/>
                      </a:lnTo>
                      <a:lnTo>
                        <a:pt x="1350" y="1620"/>
                      </a:lnTo>
                      <a:lnTo>
                        <a:pt x="1313" y="1670"/>
                      </a:lnTo>
                      <a:lnTo>
                        <a:pt x="1273" y="1717"/>
                      </a:lnTo>
                      <a:lnTo>
                        <a:pt x="1231" y="1761"/>
                      </a:lnTo>
                      <a:lnTo>
                        <a:pt x="1187" y="1801"/>
                      </a:lnTo>
                      <a:lnTo>
                        <a:pt x="1141" y="1836"/>
                      </a:lnTo>
                      <a:lnTo>
                        <a:pt x="1092" y="1868"/>
                      </a:lnTo>
                      <a:lnTo>
                        <a:pt x="1042" y="1893"/>
                      </a:lnTo>
                      <a:lnTo>
                        <a:pt x="990" y="1915"/>
                      </a:lnTo>
                      <a:lnTo>
                        <a:pt x="937" y="1930"/>
                      </a:lnTo>
                      <a:lnTo>
                        <a:pt x="882" y="1939"/>
                      </a:lnTo>
                      <a:lnTo>
                        <a:pt x="825" y="1942"/>
                      </a:lnTo>
                      <a:lnTo>
                        <a:pt x="769" y="1939"/>
                      </a:lnTo>
                      <a:lnTo>
                        <a:pt x="714" y="1930"/>
                      </a:lnTo>
                      <a:lnTo>
                        <a:pt x="661" y="1915"/>
                      </a:lnTo>
                      <a:lnTo>
                        <a:pt x="608" y="1893"/>
                      </a:lnTo>
                      <a:lnTo>
                        <a:pt x="558" y="1867"/>
                      </a:lnTo>
                      <a:lnTo>
                        <a:pt x="510" y="1836"/>
                      </a:lnTo>
                      <a:lnTo>
                        <a:pt x="464" y="1800"/>
                      </a:lnTo>
                      <a:lnTo>
                        <a:pt x="419" y="1760"/>
                      </a:lnTo>
                      <a:lnTo>
                        <a:pt x="377" y="1716"/>
                      </a:lnTo>
                      <a:lnTo>
                        <a:pt x="337" y="1669"/>
                      </a:lnTo>
                      <a:lnTo>
                        <a:pt x="300" y="1618"/>
                      </a:lnTo>
                      <a:lnTo>
                        <a:pt x="266" y="1565"/>
                      </a:lnTo>
                      <a:lnTo>
                        <a:pt x="234" y="1510"/>
                      </a:lnTo>
                      <a:lnTo>
                        <a:pt x="205" y="1452"/>
                      </a:lnTo>
                      <a:lnTo>
                        <a:pt x="179" y="1392"/>
                      </a:lnTo>
                      <a:lnTo>
                        <a:pt x="156" y="1386"/>
                      </a:lnTo>
                      <a:lnTo>
                        <a:pt x="133" y="1376"/>
                      </a:lnTo>
                      <a:lnTo>
                        <a:pt x="111" y="1364"/>
                      </a:lnTo>
                      <a:lnTo>
                        <a:pt x="91" y="1349"/>
                      </a:lnTo>
                      <a:lnTo>
                        <a:pt x="72" y="1330"/>
                      </a:lnTo>
                      <a:lnTo>
                        <a:pt x="55" y="1309"/>
                      </a:lnTo>
                      <a:lnTo>
                        <a:pt x="39" y="1284"/>
                      </a:lnTo>
                      <a:lnTo>
                        <a:pt x="26" y="1254"/>
                      </a:lnTo>
                      <a:lnTo>
                        <a:pt x="15" y="1221"/>
                      </a:lnTo>
                      <a:lnTo>
                        <a:pt x="7" y="1184"/>
                      </a:lnTo>
                      <a:lnTo>
                        <a:pt x="2" y="1143"/>
                      </a:lnTo>
                      <a:lnTo>
                        <a:pt x="0" y="1104"/>
                      </a:lnTo>
                      <a:lnTo>
                        <a:pt x="1" y="1068"/>
                      </a:lnTo>
                      <a:lnTo>
                        <a:pt x="4" y="1038"/>
                      </a:lnTo>
                      <a:lnTo>
                        <a:pt x="9" y="1009"/>
                      </a:lnTo>
                      <a:lnTo>
                        <a:pt x="17" y="985"/>
                      </a:lnTo>
                      <a:lnTo>
                        <a:pt x="27" y="964"/>
                      </a:lnTo>
                      <a:lnTo>
                        <a:pt x="38" y="946"/>
                      </a:lnTo>
                      <a:lnTo>
                        <a:pt x="50" y="930"/>
                      </a:lnTo>
                      <a:lnTo>
                        <a:pt x="65" y="916"/>
                      </a:lnTo>
                      <a:lnTo>
                        <a:pt x="80" y="906"/>
                      </a:lnTo>
                      <a:lnTo>
                        <a:pt x="96" y="897"/>
                      </a:lnTo>
                      <a:lnTo>
                        <a:pt x="98" y="851"/>
                      </a:lnTo>
                      <a:lnTo>
                        <a:pt x="89" y="794"/>
                      </a:lnTo>
                      <a:lnTo>
                        <a:pt x="85" y="740"/>
                      </a:lnTo>
                      <a:lnTo>
                        <a:pt x="83" y="690"/>
                      </a:lnTo>
                      <a:lnTo>
                        <a:pt x="85" y="643"/>
                      </a:lnTo>
                      <a:lnTo>
                        <a:pt x="90" y="599"/>
                      </a:lnTo>
                      <a:lnTo>
                        <a:pt x="98" y="559"/>
                      </a:lnTo>
                      <a:lnTo>
                        <a:pt x="108" y="522"/>
                      </a:lnTo>
                      <a:lnTo>
                        <a:pt x="120" y="487"/>
                      </a:lnTo>
                      <a:lnTo>
                        <a:pt x="134" y="455"/>
                      </a:lnTo>
                      <a:lnTo>
                        <a:pt x="149" y="427"/>
                      </a:lnTo>
                      <a:lnTo>
                        <a:pt x="166" y="400"/>
                      </a:lnTo>
                      <a:lnTo>
                        <a:pt x="183" y="377"/>
                      </a:lnTo>
                      <a:lnTo>
                        <a:pt x="202" y="355"/>
                      </a:lnTo>
                      <a:lnTo>
                        <a:pt x="220" y="337"/>
                      </a:lnTo>
                      <a:lnTo>
                        <a:pt x="239" y="320"/>
                      </a:lnTo>
                      <a:lnTo>
                        <a:pt x="257" y="305"/>
                      </a:lnTo>
                      <a:lnTo>
                        <a:pt x="274" y="293"/>
                      </a:lnTo>
                      <a:lnTo>
                        <a:pt x="290" y="282"/>
                      </a:lnTo>
                      <a:lnTo>
                        <a:pt x="305" y="273"/>
                      </a:lnTo>
                      <a:lnTo>
                        <a:pt x="319" y="266"/>
                      </a:lnTo>
                      <a:lnTo>
                        <a:pt x="331" y="260"/>
                      </a:lnTo>
                      <a:lnTo>
                        <a:pt x="341" y="255"/>
                      </a:lnTo>
                      <a:lnTo>
                        <a:pt x="348" y="253"/>
                      </a:lnTo>
                      <a:lnTo>
                        <a:pt x="352" y="246"/>
                      </a:lnTo>
                      <a:lnTo>
                        <a:pt x="359" y="237"/>
                      </a:lnTo>
                      <a:lnTo>
                        <a:pt x="367" y="225"/>
                      </a:lnTo>
                      <a:lnTo>
                        <a:pt x="377" y="212"/>
                      </a:lnTo>
                      <a:lnTo>
                        <a:pt x="390" y="196"/>
                      </a:lnTo>
                      <a:lnTo>
                        <a:pt x="404" y="180"/>
                      </a:lnTo>
                      <a:lnTo>
                        <a:pt x="421" y="163"/>
                      </a:lnTo>
                      <a:lnTo>
                        <a:pt x="439" y="145"/>
                      </a:lnTo>
                      <a:lnTo>
                        <a:pt x="459" y="127"/>
                      </a:lnTo>
                      <a:lnTo>
                        <a:pt x="481" y="108"/>
                      </a:lnTo>
                      <a:lnTo>
                        <a:pt x="505" y="91"/>
                      </a:lnTo>
                      <a:lnTo>
                        <a:pt x="531" y="74"/>
                      </a:lnTo>
                      <a:lnTo>
                        <a:pt x="559" y="57"/>
                      </a:lnTo>
                      <a:lnTo>
                        <a:pt x="589" y="43"/>
                      </a:lnTo>
                      <a:lnTo>
                        <a:pt x="620" y="30"/>
                      </a:lnTo>
                      <a:lnTo>
                        <a:pt x="655" y="19"/>
                      </a:lnTo>
                      <a:lnTo>
                        <a:pt x="690" y="10"/>
                      </a:lnTo>
                      <a:lnTo>
                        <a:pt x="728" y="3"/>
                      </a:lnTo>
                      <a:lnTo>
                        <a:pt x="767" y="0"/>
                      </a:lnTo>
                      <a:lnTo>
                        <a:pt x="80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lvl="0">
                    <a:defRPr/>
                  </a:pPr>
                  <a:endParaRPr lang="ko-KR" altLang="en-US" sz="16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2" name="Freeform 23"/>
                <p:cNvSpPr>
                  <a:spLocks noEditPoints="1"/>
                </p:cNvSpPr>
                <p:nvPr/>
              </p:nvSpPr>
              <p:spPr>
                <a:xfrm>
                  <a:off x="2664" y="4250"/>
                  <a:ext cx="83" cy="27"/>
                </a:xfrm>
                <a:custGeom>
                  <a:avLst/>
                  <a:gdLst>
                    <a:gd name="T0" fmla="*/ 613 w 916"/>
                    <a:gd name="T1" fmla="*/ 78 h 300"/>
                    <a:gd name="T2" fmla="*/ 561 w 916"/>
                    <a:gd name="T3" fmla="*/ 109 h 300"/>
                    <a:gd name="T4" fmla="*/ 554 w 916"/>
                    <a:gd name="T5" fmla="*/ 165 h 300"/>
                    <a:gd name="T6" fmla="*/ 579 w 916"/>
                    <a:gd name="T7" fmla="*/ 210 h 300"/>
                    <a:gd name="T8" fmla="*/ 665 w 916"/>
                    <a:gd name="T9" fmla="*/ 229 h 300"/>
                    <a:gd name="T10" fmla="*/ 787 w 916"/>
                    <a:gd name="T11" fmla="*/ 223 h 300"/>
                    <a:gd name="T12" fmla="*/ 839 w 916"/>
                    <a:gd name="T13" fmla="*/ 191 h 300"/>
                    <a:gd name="T14" fmla="*/ 846 w 916"/>
                    <a:gd name="T15" fmla="*/ 135 h 300"/>
                    <a:gd name="T16" fmla="*/ 820 w 916"/>
                    <a:gd name="T17" fmla="*/ 90 h 300"/>
                    <a:gd name="T18" fmla="*/ 734 w 916"/>
                    <a:gd name="T19" fmla="*/ 72 h 300"/>
                    <a:gd name="T20" fmla="*/ 153 w 916"/>
                    <a:gd name="T21" fmla="*/ 74 h 300"/>
                    <a:gd name="T22" fmla="*/ 85 w 916"/>
                    <a:gd name="T23" fmla="*/ 99 h 300"/>
                    <a:gd name="T24" fmla="*/ 70 w 916"/>
                    <a:gd name="T25" fmla="*/ 150 h 300"/>
                    <a:gd name="T26" fmla="*/ 85 w 916"/>
                    <a:gd name="T27" fmla="*/ 201 h 300"/>
                    <a:gd name="T28" fmla="*/ 153 w 916"/>
                    <a:gd name="T29" fmla="*/ 227 h 300"/>
                    <a:gd name="T30" fmla="*/ 280 w 916"/>
                    <a:gd name="T31" fmla="*/ 227 h 300"/>
                    <a:gd name="T32" fmla="*/ 348 w 916"/>
                    <a:gd name="T33" fmla="*/ 201 h 300"/>
                    <a:gd name="T34" fmla="*/ 363 w 916"/>
                    <a:gd name="T35" fmla="*/ 150 h 300"/>
                    <a:gd name="T36" fmla="*/ 348 w 916"/>
                    <a:gd name="T37" fmla="*/ 99 h 300"/>
                    <a:gd name="T38" fmla="*/ 280 w 916"/>
                    <a:gd name="T39" fmla="*/ 74 h 300"/>
                    <a:gd name="T40" fmla="*/ 234 w 916"/>
                    <a:gd name="T41" fmla="*/ 0 h 300"/>
                    <a:gd name="T42" fmla="*/ 321 w 916"/>
                    <a:gd name="T43" fmla="*/ 9 h 300"/>
                    <a:gd name="T44" fmla="*/ 400 w 916"/>
                    <a:gd name="T45" fmla="*/ 53 h 300"/>
                    <a:gd name="T46" fmla="*/ 574 w 916"/>
                    <a:gd name="T47" fmla="*/ 17 h 300"/>
                    <a:gd name="T48" fmla="*/ 662 w 916"/>
                    <a:gd name="T49" fmla="*/ 1 h 300"/>
                    <a:gd name="T50" fmla="*/ 732 w 916"/>
                    <a:gd name="T51" fmla="*/ 0 h 300"/>
                    <a:gd name="T52" fmla="*/ 806 w 916"/>
                    <a:gd name="T53" fmla="*/ 10 h 300"/>
                    <a:gd name="T54" fmla="*/ 875 w 916"/>
                    <a:gd name="T55" fmla="*/ 45 h 300"/>
                    <a:gd name="T56" fmla="*/ 914 w 916"/>
                    <a:gd name="T57" fmla="*/ 123 h 300"/>
                    <a:gd name="T58" fmla="*/ 900 w 916"/>
                    <a:gd name="T59" fmla="*/ 223 h 300"/>
                    <a:gd name="T60" fmla="*/ 843 w 916"/>
                    <a:gd name="T61" fmla="*/ 277 h 300"/>
                    <a:gd name="T62" fmla="*/ 768 w 916"/>
                    <a:gd name="T63" fmla="*/ 297 h 300"/>
                    <a:gd name="T64" fmla="*/ 699 w 916"/>
                    <a:gd name="T65" fmla="*/ 300 h 300"/>
                    <a:gd name="T66" fmla="*/ 632 w 916"/>
                    <a:gd name="T67" fmla="*/ 297 h 300"/>
                    <a:gd name="T68" fmla="*/ 557 w 916"/>
                    <a:gd name="T69" fmla="*/ 277 h 300"/>
                    <a:gd name="T70" fmla="*/ 500 w 916"/>
                    <a:gd name="T71" fmla="*/ 224 h 300"/>
                    <a:gd name="T72" fmla="*/ 485 w 916"/>
                    <a:gd name="T73" fmla="*/ 137 h 300"/>
                    <a:gd name="T74" fmla="*/ 432 w 916"/>
                    <a:gd name="T75" fmla="*/ 150 h 300"/>
                    <a:gd name="T76" fmla="*/ 405 w 916"/>
                    <a:gd name="T77" fmla="*/ 241 h 300"/>
                    <a:gd name="T78" fmla="*/ 342 w 916"/>
                    <a:gd name="T79" fmla="*/ 284 h 300"/>
                    <a:gd name="T80" fmla="*/ 266 w 916"/>
                    <a:gd name="T81" fmla="*/ 298 h 300"/>
                    <a:gd name="T82" fmla="*/ 201 w 916"/>
                    <a:gd name="T83" fmla="*/ 299 h 300"/>
                    <a:gd name="T84" fmla="*/ 129 w 916"/>
                    <a:gd name="T85" fmla="*/ 294 h 300"/>
                    <a:gd name="T86" fmla="*/ 57 w 916"/>
                    <a:gd name="T87" fmla="*/ 267 h 300"/>
                    <a:gd name="T88" fmla="*/ 7 w 916"/>
                    <a:gd name="T89" fmla="*/ 202 h 300"/>
                    <a:gd name="T90" fmla="*/ 7 w 916"/>
                    <a:gd name="T91" fmla="*/ 98 h 300"/>
                    <a:gd name="T92" fmla="*/ 57 w 916"/>
                    <a:gd name="T93" fmla="*/ 33 h 300"/>
                    <a:gd name="T94" fmla="*/ 129 w 916"/>
                    <a:gd name="T95" fmla="*/ 6 h 300"/>
                    <a:gd name="T96" fmla="*/ 201 w 916"/>
                    <a:gd name="T97" fmla="*/ 0 h 300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916" h="300">
                      <a:moveTo>
                        <a:pt x="699" y="71"/>
                      </a:moveTo>
                      <a:lnTo>
                        <a:pt x="665" y="72"/>
                      </a:lnTo>
                      <a:lnTo>
                        <a:pt x="636" y="74"/>
                      </a:lnTo>
                      <a:lnTo>
                        <a:pt x="613" y="78"/>
                      </a:lnTo>
                      <a:lnTo>
                        <a:pt x="594" y="83"/>
                      </a:lnTo>
                      <a:lnTo>
                        <a:pt x="579" y="90"/>
                      </a:lnTo>
                      <a:lnTo>
                        <a:pt x="569" y="99"/>
                      </a:lnTo>
                      <a:lnTo>
                        <a:pt x="561" y="109"/>
                      </a:lnTo>
                      <a:lnTo>
                        <a:pt x="556" y="122"/>
                      </a:lnTo>
                      <a:lnTo>
                        <a:pt x="554" y="135"/>
                      </a:lnTo>
                      <a:lnTo>
                        <a:pt x="553" y="150"/>
                      </a:lnTo>
                      <a:lnTo>
                        <a:pt x="554" y="165"/>
                      </a:lnTo>
                      <a:lnTo>
                        <a:pt x="556" y="179"/>
                      </a:lnTo>
                      <a:lnTo>
                        <a:pt x="561" y="191"/>
                      </a:lnTo>
                      <a:lnTo>
                        <a:pt x="569" y="201"/>
                      </a:lnTo>
                      <a:lnTo>
                        <a:pt x="579" y="210"/>
                      </a:lnTo>
                      <a:lnTo>
                        <a:pt x="594" y="216"/>
                      </a:lnTo>
                      <a:lnTo>
                        <a:pt x="613" y="223"/>
                      </a:lnTo>
                      <a:lnTo>
                        <a:pt x="636" y="227"/>
                      </a:lnTo>
                      <a:lnTo>
                        <a:pt x="665" y="229"/>
                      </a:lnTo>
                      <a:lnTo>
                        <a:pt x="699" y="230"/>
                      </a:lnTo>
                      <a:lnTo>
                        <a:pt x="734" y="229"/>
                      </a:lnTo>
                      <a:lnTo>
                        <a:pt x="763" y="227"/>
                      </a:lnTo>
                      <a:lnTo>
                        <a:pt x="787" y="223"/>
                      </a:lnTo>
                      <a:lnTo>
                        <a:pt x="805" y="216"/>
                      </a:lnTo>
                      <a:lnTo>
                        <a:pt x="820" y="210"/>
                      </a:lnTo>
                      <a:lnTo>
                        <a:pt x="831" y="201"/>
                      </a:lnTo>
                      <a:lnTo>
                        <a:pt x="839" y="191"/>
                      </a:lnTo>
                      <a:lnTo>
                        <a:pt x="843" y="179"/>
                      </a:lnTo>
                      <a:lnTo>
                        <a:pt x="846" y="165"/>
                      </a:lnTo>
                      <a:lnTo>
                        <a:pt x="847" y="150"/>
                      </a:lnTo>
                      <a:lnTo>
                        <a:pt x="846" y="135"/>
                      </a:lnTo>
                      <a:lnTo>
                        <a:pt x="843" y="122"/>
                      </a:lnTo>
                      <a:lnTo>
                        <a:pt x="839" y="109"/>
                      </a:lnTo>
                      <a:lnTo>
                        <a:pt x="831" y="99"/>
                      </a:lnTo>
                      <a:lnTo>
                        <a:pt x="820" y="90"/>
                      </a:lnTo>
                      <a:lnTo>
                        <a:pt x="805" y="83"/>
                      </a:lnTo>
                      <a:lnTo>
                        <a:pt x="787" y="78"/>
                      </a:lnTo>
                      <a:lnTo>
                        <a:pt x="763" y="74"/>
                      </a:lnTo>
                      <a:lnTo>
                        <a:pt x="734" y="72"/>
                      </a:lnTo>
                      <a:lnTo>
                        <a:pt x="699" y="71"/>
                      </a:lnTo>
                      <a:close/>
                      <a:moveTo>
                        <a:pt x="216" y="71"/>
                      </a:moveTo>
                      <a:lnTo>
                        <a:pt x="182" y="72"/>
                      </a:lnTo>
                      <a:lnTo>
                        <a:pt x="153" y="74"/>
                      </a:lnTo>
                      <a:lnTo>
                        <a:pt x="130" y="78"/>
                      </a:lnTo>
                      <a:lnTo>
                        <a:pt x="111" y="83"/>
                      </a:lnTo>
                      <a:lnTo>
                        <a:pt x="96" y="90"/>
                      </a:lnTo>
                      <a:lnTo>
                        <a:pt x="85" y="99"/>
                      </a:lnTo>
                      <a:lnTo>
                        <a:pt x="78" y="109"/>
                      </a:lnTo>
                      <a:lnTo>
                        <a:pt x="73" y="122"/>
                      </a:lnTo>
                      <a:lnTo>
                        <a:pt x="70" y="135"/>
                      </a:lnTo>
                      <a:lnTo>
                        <a:pt x="70" y="150"/>
                      </a:lnTo>
                      <a:lnTo>
                        <a:pt x="70" y="165"/>
                      </a:lnTo>
                      <a:lnTo>
                        <a:pt x="73" y="179"/>
                      </a:lnTo>
                      <a:lnTo>
                        <a:pt x="78" y="191"/>
                      </a:lnTo>
                      <a:lnTo>
                        <a:pt x="85" y="201"/>
                      </a:lnTo>
                      <a:lnTo>
                        <a:pt x="96" y="210"/>
                      </a:lnTo>
                      <a:lnTo>
                        <a:pt x="111" y="216"/>
                      </a:lnTo>
                      <a:lnTo>
                        <a:pt x="130" y="223"/>
                      </a:lnTo>
                      <a:lnTo>
                        <a:pt x="153" y="227"/>
                      </a:lnTo>
                      <a:lnTo>
                        <a:pt x="182" y="229"/>
                      </a:lnTo>
                      <a:lnTo>
                        <a:pt x="216" y="230"/>
                      </a:lnTo>
                      <a:lnTo>
                        <a:pt x="250" y="229"/>
                      </a:lnTo>
                      <a:lnTo>
                        <a:pt x="280" y="227"/>
                      </a:lnTo>
                      <a:lnTo>
                        <a:pt x="304" y="223"/>
                      </a:lnTo>
                      <a:lnTo>
                        <a:pt x="322" y="216"/>
                      </a:lnTo>
                      <a:lnTo>
                        <a:pt x="337" y="210"/>
                      </a:lnTo>
                      <a:lnTo>
                        <a:pt x="348" y="201"/>
                      </a:lnTo>
                      <a:lnTo>
                        <a:pt x="355" y="191"/>
                      </a:lnTo>
                      <a:lnTo>
                        <a:pt x="360" y="179"/>
                      </a:lnTo>
                      <a:lnTo>
                        <a:pt x="363" y="165"/>
                      </a:lnTo>
                      <a:lnTo>
                        <a:pt x="363" y="150"/>
                      </a:lnTo>
                      <a:lnTo>
                        <a:pt x="363" y="135"/>
                      </a:lnTo>
                      <a:lnTo>
                        <a:pt x="360" y="122"/>
                      </a:lnTo>
                      <a:lnTo>
                        <a:pt x="355" y="109"/>
                      </a:lnTo>
                      <a:lnTo>
                        <a:pt x="348" y="99"/>
                      </a:lnTo>
                      <a:lnTo>
                        <a:pt x="337" y="90"/>
                      </a:lnTo>
                      <a:lnTo>
                        <a:pt x="322" y="83"/>
                      </a:lnTo>
                      <a:lnTo>
                        <a:pt x="304" y="78"/>
                      </a:lnTo>
                      <a:lnTo>
                        <a:pt x="280" y="74"/>
                      </a:lnTo>
                      <a:lnTo>
                        <a:pt x="250" y="72"/>
                      </a:lnTo>
                      <a:lnTo>
                        <a:pt x="216" y="71"/>
                      </a:lnTo>
                      <a:close/>
                      <a:moveTo>
                        <a:pt x="216" y="0"/>
                      </a:moveTo>
                      <a:lnTo>
                        <a:pt x="234" y="0"/>
                      </a:lnTo>
                      <a:lnTo>
                        <a:pt x="254" y="1"/>
                      </a:lnTo>
                      <a:lnTo>
                        <a:pt x="276" y="2"/>
                      </a:lnTo>
                      <a:lnTo>
                        <a:pt x="298" y="5"/>
                      </a:lnTo>
                      <a:lnTo>
                        <a:pt x="321" y="9"/>
                      </a:lnTo>
                      <a:lnTo>
                        <a:pt x="343" y="17"/>
                      </a:lnTo>
                      <a:lnTo>
                        <a:pt x="364" y="26"/>
                      </a:lnTo>
                      <a:lnTo>
                        <a:pt x="383" y="37"/>
                      </a:lnTo>
                      <a:lnTo>
                        <a:pt x="400" y="53"/>
                      </a:lnTo>
                      <a:lnTo>
                        <a:pt x="516" y="53"/>
                      </a:lnTo>
                      <a:lnTo>
                        <a:pt x="533" y="37"/>
                      </a:lnTo>
                      <a:lnTo>
                        <a:pt x="553" y="26"/>
                      </a:lnTo>
                      <a:lnTo>
                        <a:pt x="574" y="17"/>
                      </a:lnTo>
                      <a:lnTo>
                        <a:pt x="596" y="9"/>
                      </a:lnTo>
                      <a:lnTo>
                        <a:pt x="618" y="5"/>
                      </a:lnTo>
                      <a:lnTo>
                        <a:pt x="640" y="2"/>
                      </a:lnTo>
                      <a:lnTo>
                        <a:pt x="662" y="1"/>
                      </a:lnTo>
                      <a:lnTo>
                        <a:pt x="682" y="0"/>
                      </a:lnTo>
                      <a:lnTo>
                        <a:pt x="699" y="0"/>
                      </a:lnTo>
                      <a:lnTo>
                        <a:pt x="715" y="0"/>
                      </a:lnTo>
                      <a:lnTo>
                        <a:pt x="732" y="0"/>
                      </a:lnTo>
                      <a:lnTo>
                        <a:pt x="749" y="1"/>
                      </a:lnTo>
                      <a:lnTo>
                        <a:pt x="768" y="3"/>
                      </a:lnTo>
                      <a:lnTo>
                        <a:pt x="787" y="6"/>
                      </a:lnTo>
                      <a:lnTo>
                        <a:pt x="806" y="10"/>
                      </a:lnTo>
                      <a:lnTo>
                        <a:pt x="825" y="16"/>
                      </a:lnTo>
                      <a:lnTo>
                        <a:pt x="843" y="24"/>
                      </a:lnTo>
                      <a:lnTo>
                        <a:pt x="860" y="33"/>
                      </a:lnTo>
                      <a:lnTo>
                        <a:pt x="875" y="45"/>
                      </a:lnTo>
                      <a:lnTo>
                        <a:pt x="889" y="59"/>
                      </a:lnTo>
                      <a:lnTo>
                        <a:pt x="900" y="77"/>
                      </a:lnTo>
                      <a:lnTo>
                        <a:pt x="908" y="98"/>
                      </a:lnTo>
                      <a:lnTo>
                        <a:pt x="914" y="123"/>
                      </a:lnTo>
                      <a:lnTo>
                        <a:pt x="916" y="150"/>
                      </a:lnTo>
                      <a:lnTo>
                        <a:pt x="914" y="178"/>
                      </a:lnTo>
                      <a:lnTo>
                        <a:pt x="908" y="202"/>
                      </a:lnTo>
                      <a:lnTo>
                        <a:pt x="900" y="223"/>
                      </a:lnTo>
                      <a:lnTo>
                        <a:pt x="889" y="241"/>
                      </a:lnTo>
                      <a:lnTo>
                        <a:pt x="875" y="255"/>
                      </a:lnTo>
                      <a:lnTo>
                        <a:pt x="860" y="267"/>
                      </a:lnTo>
                      <a:lnTo>
                        <a:pt x="843" y="277"/>
                      </a:lnTo>
                      <a:lnTo>
                        <a:pt x="825" y="285"/>
                      </a:lnTo>
                      <a:lnTo>
                        <a:pt x="806" y="290"/>
                      </a:lnTo>
                      <a:lnTo>
                        <a:pt x="787" y="294"/>
                      </a:lnTo>
                      <a:lnTo>
                        <a:pt x="768" y="297"/>
                      </a:lnTo>
                      <a:lnTo>
                        <a:pt x="749" y="298"/>
                      </a:lnTo>
                      <a:lnTo>
                        <a:pt x="732" y="299"/>
                      </a:lnTo>
                      <a:lnTo>
                        <a:pt x="715" y="299"/>
                      </a:lnTo>
                      <a:lnTo>
                        <a:pt x="699" y="300"/>
                      </a:lnTo>
                      <a:lnTo>
                        <a:pt x="685" y="299"/>
                      </a:lnTo>
                      <a:lnTo>
                        <a:pt x="668" y="299"/>
                      </a:lnTo>
                      <a:lnTo>
                        <a:pt x="650" y="298"/>
                      </a:lnTo>
                      <a:lnTo>
                        <a:pt x="632" y="297"/>
                      </a:lnTo>
                      <a:lnTo>
                        <a:pt x="613" y="294"/>
                      </a:lnTo>
                      <a:lnTo>
                        <a:pt x="593" y="290"/>
                      </a:lnTo>
                      <a:lnTo>
                        <a:pt x="575" y="285"/>
                      </a:lnTo>
                      <a:lnTo>
                        <a:pt x="557" y="277"/>
                      </a:lnTo>
                      <a:lnTo>
                        <a:pt x="540" y="267"/>
                      </a:lnTo>
                      <a:lnTo>
                        <a:pt x="524" y="255"/>
                      </a:lnTo>
                      <a:lnTo>
                        <a:pt x="511" y="241"/>
                      </a:lnTo>
                      <a:lnTo>
                        <a:pt x="500" y="224"/>
                      </a:lnTo>
                      <a:lnTo>
                        <a:pt x="491" y="202"/>
                      </a:lnTo>
                      <a:lnTo>
                        <a:pt x="486" y="179"/>
                      </a:lnTo>
                      <a:lnTo>
                        <a:pt x="484" y="150"/>
                      </a:lnTo>
                      <a:lnTo>
                        <a:pt x="485" y="137"/>
                      </a:lnTo>
                      <a:lnTo>
                        <a:pt x="486" y="125"/>
                      </a:lnTo>
                      <a:lnTo>
                        <a:pt x="430" y="125"/>
                      </a:lnTo>
                      <a:lnTo>
                        <a:pt x="432" y="137"/>
                      </a:lnTo>
                      <a:lnTo>
                        <a:pt x="432" y="150"/>
                      </a:lnTo>
                      <a:lnTo>
                        <a:pt x="430" y="179"/>
                      </a:lnTo>
                      <a:lnTo>
                        <a:pt x="425" y="202"/>
                      </a:lnTo>
                      <a:lnTo>
                        <a:pt x="416" y="224"/>
                      </a:lnTo>
                      <a:lnTo>
                        <a:pt x="405" y="241"/>
                      </a:lnTo>
                      <a:lnTo>
                        <a:pt x="392" y="255"/>
                      </a:lnTo>
                      <a:lnTo>
                        <a:pt x="377" y="267"/>
                      </a:lnTo>
                      <a:lnTo>
                        <a:pt x="360" y="277"/>
                      </a:lnTo>
                      <a:lnTo>
                        <a:pt x="342" y="284"/>
                      </a:lnTo>
                      <a:lnTo>
                        <a:pt x="323" y="290"/>
                      </a:lnTo>
                      <a:lnTo>
                        <a:pt x="304" y="294"/>
                      </a:lnTo>
                      <a:lnTo>
                        <a:pt x="285" y="296"/>
                      </a:lnTo>
                      <a:lnTo>
                        <a:pt x="266" y="298"/>
                      </a:lnTo>
                      <a:lnTo>
                        <a:pt x="248" y="299"/>
                      </a:lnTo>
                      <a:lnTo>
                        <a:pt x="231" y="299"/>
                      </a:lnTo>
                      <a:lnTo>
                        <a:pt x="216" y="299"/>
                      </a:lnTo>
                      <a:lnTo>
                        <a:pt x="201" y="299"/>
                      </a:lnTo>
                      <a:lnTo>
                        <a:pt x="185" y="299"/>
                      </a:lnTo>
                      <a:lnTo>
                        <a:pt x="167" y="298"/>
                      </a:lnTo>
                      <a:lnTo>
                        <a:pt x="148" y="296"/>
                      </a:lnTo>
                      <a:lnTo>
                        <a:pt x="129" y="294"/>
                      </a:lnTo>
                      <a:lnTo>
                        <a:pt x="110" y="290"/>
                      </a:lnTo>
                      <a:lnTo>
                        <a:pt x="91" y="284"/>
                      </a:lnTo>
                      <a:lnTo>
                        <a:pt x="73" y="277"/>
                      </a:lnTo>
                      <a:lnTo>
                        <a:pt x="57" y="267"/>
                      </a:lnTo>
                      <a:lnTo>
                        <a:pt x="41" y="255"/>
                      </a:lnTo>
                      <a:lnTo>
                        <a:pt x="27" y="240"/>
                      </a:lnTo>
                      <a:lnTo>
                        <a:pt x="16" y="223"/>
                      </a:lnTo>
                      <a:lnTo>
                        <a:pt x="7" y="202"/>
                      </a:lnTo>
                      <a:lnTo>
                        <a:pt x="2" y="178"/>
                      </a:lnTo>
                      <a:lnTo>
                        <a:pt x="0" y="150"/>
                      </a:lnTo>
                      <a:lnTo>
                        <a:pt x="2" y="122"/>
                      </a:lnTo>
                      <a:lnTo>
                        <a:pt x="7" y="98"/>
                      </a:lnTo>
                      <a:lnTo>
                        <a:pt x="16" y="77"/>
                      </a:lnTo>
                      <a:lnTo>
                        <a:pt x="27" y="59"/>
                      </a:lnTo>
                      <a:lnTo>
                        <a:pt x="41" y="45"/>
                      </a:lnTo>
                      <a:lnTo>
                        <a:pt x="57" y="33"/>
                      </a:lnTo>
                      <a:lnTo>
                        <a:pt x="73" y="23"/>
                      </a:lnTo>
                      <a:lnTo>
                        <a:pt x="91" y="16"/>
                      </a:lnTo>
                      <a:lnTo>
                        <a:pt x="110" y="10"/>
                      </a:lnTo>
                      <a:lnTo>
                        <a:pt x="129" y="6"/>
                      </a:lnTo>
                      <a:lnTo>
                        <a:pt x="148" y="3"/>
                      </a:lnTo>
                      <a:lnTo>
                        <a:pt x="167" y="1"/>
                      </a:lnTo>
                      <a:lnTo>
                        <a:pt x="185" y="0"/>
                      </a:lnTo>
                      <a:lnTo>
                        <a:pt x="201" y="0"/>
                      </a:lnTo>
                      <a:lnTo>
                        <a:pt x="21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lvl="0">
                    <a:defRPr/>
                  </a:pPr>
                  <a:endParaRPr lang="ko-KR" altLang="en-US" sz="16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" name="Freeform 24"/>
                <p:cNvSpPr>
                  <a:spLocks noEditPoints="1"/>
                </p:cNvSpPr>
                <p:nvPr/>
              </p:nvSpPr>
              <p:spPr>
                <a:xfrm>
                  <a:off x="2597" y="4335"/>
                  <a:ext cx="217" cy="124"/>
                </a:xfrm>
                <a:custGeom>
                  <a:avLst/>
                  <a:gdLst>
                    <a:gd name="T0" fmla="*/ 1796 w 2393"/>
                    <a:gd name="T1" fmla="*/ 704 h 1360"/>
                    <a:gd name="T2" fmla="*/ 1761 w 2393"/>
                    <a:gd name="T3" fmla="*/ 720 h 1360"/>
                    <a:gd name="T4" fmla="*/ 1590 w 2393"/>
                    <a:gd name="T5" fmla="*/ 904 h 1360"/>
                    <a:gd name="T6" fmla="*/ 1882 w 2393"/>
                    <a:gd name="T7" fmla="*/ 733 h 1360"/>
                    <a:gd name="T8" fmla="*/ 1851 w 2393"/>
                    <a:gd name="T9" fmla="*/ 709 h 1360"/>
                    <a:gd name="T10" fmla="*/ 1814 w 2393"/>
                    <a:gd name="T11" fmla="*/ 702 h 1360"/>
                    <a:gd name="T12" fmla="*/ 1831 w 2393"/>
                    <a:gd name="T13" fmla="*/ 20 h 1360"/>
                    <a:gd name="T14" fmla="*/ 1950 w 2393"/>
                    <a:gd name="T15" fmla="*/ 61 h 1360"/>
                    <a:gd name="T16" fmla="*/ 2057 w 2393"/>
                    <a:gd name="T17" fmla="*/ 121 h 1360"/>
                    <a:gd name="T18" fmla="*/ 2154 w 2393"/>
                    <a:gd name="T19" fmla="*/ 196 h 1360"/>
                    <a:gd name="T20" fmla="*/ 2235 w 2393"/>
                    <a:gd name="T21" fmla="*/ 286 h 1360"/>
                    <a:gd name="T22" fmla="*/ 2301 w 2393"/>
                    <a:gd name="T23" fmla="*/ 388 h 1360"/>
                    <a:gd name="T24" fmla="*/ 2352 w 2393"/>
                    <a:gd name="T25" fmla="*/ 501 h 1360"/>
                    <a:gd name="T26" fmla="*/ 2382 w 2393"/>
                    <a:gd name="T27" fmla="*/ 622 h 1360"/>
                    <a:gd name="T28" fmla="*/ 2393 w 2393"/>
                    <a:gd name="T29" fmla="*/ 748 h 1360"/>
                    <a:gd name="T30" fmla="*/ 2390 w 2393"/>
                    <a:gd name="T31" fmla="*/ 1230 h 1360"/>
                    <a:gd name="T32" fmla="*/ 2370 w 2393"/>
                    <a:gd name="T33" fmla="*/ 1282 h 1360"/>
                    <a:gd name="T34" fmla="*/ 2335 w 2393"/>
                    <a:gd name="T35" fmla="*/ 1324 h 1360"/>
                    <a:gd name="T36" fmla="*/ 2286 w 2393"/>
                    <a:gd name="T37" fmla="*/ 1351 h 1360"/>
                    <a:gd name="T38" fmla="*/ 2230 w 2393"/>
                    <a:gd name="T39" fmla="*/ 1360 h 1360"/>
                    <a:gd name="T40" fmla="*/ 129 w 2393"/>
                    <a:gd name="T41" fmla="*/ 1358 h 1360"/>
                    <a:gd name="T42" fmla="*/ 77 w 2393"/>
                    <a:gd name="T43" fmla="*/ 1339 h 1360"/>
                    <a:gd name="T44" fmla="*/ 36 w 2393"/>
                    <a:gd name="T45" fmla="*/ 1304 h 1360"/>
                    <a:gd name="T46" fmla="*/ 10 w 2393"/>
                    <a:gd name="T47" fmla="*/ 1256 h 1360"/>
                    <a:gd name="T48" fmla="*/ 0 w 2393"/>
                    <a:gd name="T49" fmla="*/ 1200 h 1360"/>
                    <a:gd name="T50" fmla="*/ 3 w 2393"/>
                    <a:gd name="T51" fmla="*/ 684 h 1360"/>
                    <a:gd name="T52" fmla="*/ 23 w 2393"/>
                    <a:gd name="T53" fmla="*/ 561 h 1360"/>
                    <a:gd name="T54" fmla="*/ 63 w 2393"/>
                    <a:gd name="T55" fmla="*/ 443 h 1360"/>
                    <a:gd name="T56" fmla="*/ 122 w 2393"/>
                    <a:gd name="T57" fmla="*/ 336 h 1360"/>
                    <a:gd name="T58" fmla="*/ 195 w 2393"/>
                    <a:gd name="T59" fmla="*/ 240 h 1360"/>
                    <a:gd name="T60" fmla="*/ 283 w 2393"/>
                    <a:gd name="T61" fmla="*/ 157 h 1360"/>
                    <a:gd name="T62" fmla="*/ 385 w 2393"/>
                    <a:gd name="T63" fmla="*/ 89 h 1360"/>
                    <a:gd name="T64" fmla="*/ 498 w 2393"/>
                    <a:gd name="T65" fmla="*/ 38 h 1360"/>
                    <a:gd name="T66" fmla="*/ 640 w 2393"/>
                    <a:gd name="T67" fmla="*/ 0 h 1360"/>
                    <a:gd name="T68" fmla="*/ 1748 w 2393"/>
                    <a:gd name="T69" fmla="*/ 0 h 1360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2393" h="1360">
                      <a:moveTo>
                        <a:pt x="1814" y="702"/>
                      </a:moveTo>
                      <a:lnTo>
                        <a:pt x="1796" y="704"/>
                      </a:lnTo>
                      <a:lnTo>
                        <a:pt x="1778" y="709"/>
                      </a:lnTo>
                      <a:lnTo>
                        <a:pt x="1761" y="720"/>
                      </a:lnTo>
                      <a:lnTo>
                        <a:pt x="1746" y="733"/>
                      </a:lnTo>
                      <a:lnTo>
                        <a:pt x="1590" y="904"/>
                      </a:lnTo>
                      <a:lnTo>
                        <a:pt x="2038" y="904"/>
                      </a:lnTo>
                      <a:lnTo>
                        <a:pt x="1882" y="733"/>
                      </a:lnTo>
                      <a:lnTo>
                        <a:pt x="1867" y="719"/>
                      </a:lnTo>
                      <a:lnTo>
                        <a:pt x="1851" y="709"/>
                      </a:lnTo>
                      <a:lnTo>
                        <a:pt x="1833" y="703"/>
                      </a:lnTo>
                      <a:lnTo>
                        <a:pt x="1814" y="702"/>
                      </a:lnTo>
                      <a:close/>
                      <a:moveTo>
                        <a:pt x="1748" y="0"/>
                      </a:moveTo>
                      <a:lnTo>
                        <a:pt x="1831" y="20"/>
                      </a:lnTo>
                      <a:lnTo>
                        <a:pt x="1892" y="38"/>
                      </a:lnTo>
                      <a:lnTo>
                        <a:pt x="1950" y="61"/>
                      </a:lnTo>
                      <a:lnTo>
                        <a:pt x="2005" y="88"/>
                      </a:lnTo>
                      <a:lnTo>
                        <a:pt x="2057" y="121"/>
                      </a:lnTo>
                      <a:lnTo>
                        <a:pt x="2107" y="157"/>
                      </a:lnTo>
                      <a:lnTo>
                        <a:pt x="2154" y="196"/>
                      </a:lnTo>
                      <a:lnTo>
                        <a:pt x="2196" y="239"/>
                      </a:lnTo>
                      <a:lnTo>
                        <a:pt x="2235" y="286"/>
                      </a:lnTo>
                      <a:lnTo>
                        <a:pt x="2270" y="336"/>
                      </a:lnTo>
                      <a:lnTo>
                        <a:pt x="2301" y="388"/>
                      </a:lnTo>
                      <a:lnTo>
                        <a:pt x="2328" y="443"/>
                      </a:lnTo>
                      <a:lnTo>
                        <a:pt x="2352" y="501"/>
                      </a:lnTo>
                      <a:lnTo>
                        <a:pt x="2369" y="561"/>
                      </a:lnTo>
                      <a:lnTo>
                        <a:pt x="2382" y="622"/>
                      </a:lnTo>
                      <a:lnTo>
                        <a:pt x="2390" y="684"/>
                      </a:lnTo>
                      <a:lnTo>
                        <a:pt x="2393" y="748"/>
                      </a:lnTo>
                      <a:lnTo>
                        <a:pt x="2393" y="1200"/>
                      </a:lnTo>
                      <a:lnTo>
                        <a:pt x="2390" y="1230"/>
                      </a:lnTo>
                      <a:lnTo>
                        <a:pt x="2383" y="1256"/>
                      </a:lnTo>
                      <a:lnTo>
                        <a:pt x="2370" y="1282"/>
                      </a:lnTo>
                      <a:lnTo>
                        <a:pt x="2354" y="1304"/>
                      </a:lnTo>
                      <a:lnTo>
                        <a:pt x="2335" y="1324"/>
                      </a:lnTo>
                      <a:lnTo>
                        <a:pt x="2311" y="1339"/>
                      </a:lnTo>
                      <a:lnTo>
                        <a:pt x="2286" y="1351"/>
                      </a:lnTo>
                      <a:lnTo>
                        <a:pt x="2259" y="1358"/>
                      </a:lnTo>
                      <a:lnTo>
                        <a:pt x="2230" y="1360"/>
                      </a:lnTo>
                      <a:lnTo>
                        <a:pt x="157" y="1360"/>
                      </a:lnTo>
                      <a:lnTo>
                        <a:pt x="129" y="1358"/>
                      </a:lnTo>
                      <a:lnTo>
                        <a:pt x="101" y="1351"/>
                      </a:lnTo>
                      <a:lnTo>
                        <a:pt x="77" y="1339"/>
                      </a:lnTo>
                      <a:lnTo>
                        <a:pt x="55" y="1324"/>
                      </a:lnTo>
                      <a:lnTo>
                        <a:pt x="36" y="1304"/>
                      </a:lnTo>
                      <a:lnTo>
                        <a:pt x="21" y="1282"/>
                      </a:lnTo>
                      <a:lnTo>
                        <a:pt x="10" y="1256"/>
                      </a:lnTo>
                      <a:lnTo>
                        <a:pt x="3" y="1230"/>
                      </a:lnTo>
                      <a:lnTo>
                        <a:pt x="0" y="1200"/>
                      </a:lnTo>
                      <a:lnTo>
                        <a:pt x="0" y="748"/>
                      </a:lnTo>
                      <a:lnTo>
                        <a:pt x="3" y="684"/>
                      </a:lnTo>
                      <a:lnTo>
                        <a:pt x="11" y="622"/>
                      </a:lnTo>
                      <a:lnTo>
                        <a:pt x="23" y="561"/>
                      </a:lnTo>
                      <a:lnTo>
                        <a:pt x="41" y="501"/>
                      </a:lnTo>
                      <a:lnTo>
                        <a:pt x="63" y="443"/>
                      </a:lnTo>
                      <a:lnTo>
                        <a:pt x="90" y="389"/>
                      </a:lnTo>
                      <a:lnTo>
                        <a:pt x="122" y="336"/>
                      </a:lnTo>
                      <a:lnTo>
                        <a:pt x="156" y="286"/>
                      </a:lnTo>
                      <a:lnTo>
                        <a:pt x="195" y="240"/>
                      </a:lnTo>
                      <a:lnTo>
                        <a:pt x="237" y="196"/>
                      </a:lnTo>
                      <a:lnTo>
                        <a:pt x="283" y="157"/>
                      </a:lnTo>
                      <a:lnTo>
                        <a:pt x="332" y="121"/>
                      </a:lnTo>
                      <a:lnTo>
                        <a:pt x="385" y="89"/>
                      </a:lnTo>
                      <a:lnTo>
                        <a:pt x="440" y="62"/>
                      </a:lnTo>
                      <a:lnTo>
                        <a:pt x="498" y="38"/>
                      </a:lnTo>
                      <a:lnTo>
                        <a:pt x="559" y="20"/>
                      </a:lnTo>
                      <a:lnTo>
                        <a:pt x="640" y="0"/>
                      </a:lnTo>
                      <a:lnTo>
                        <a:pt x="1193" y="1280"/>
                      </a:lnTo>
                      <a:lnTo>
                        <a:pt x="174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lvl="0">
                    <a:defRPr/>
                  </a:pPr>
                  <a:endParaRPr lang="ko-KR" altLang="en-US" sz="16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4" name="Freeform 25"/>
                <p:cNvSpPr/>
                <p:nvPr/>
              </p:nvSpPr>
              <p:spPr>
                <a:xfrm>
                  <a:off x="2689" y="4347"/>
                  <a:ext cx="34" cy="83"/>
                </a:xfrm>
                <a:custGeom>
                  <a:avLst/>
                  <a:gdLst>
                    <a:gd name="T0" fmla="*/ 135 w 373"/>
                    <a:gd name="T1" fmla="*/ 0 h 915"/>
                    <a:gd name="T2" fmla="*/ 237 w 373"/>
                    <a:gd name="T3" fmla="*/ 0 h 915"/>
                    <a:gd name="T4" fmla="*/ 258 w 373"/>
                    <a:gd name="T5" fmla="*/ 2 h 915"/>
                    <a:gd name="T6" fmla="*/ 278 w 373"/>
                    <a:gd name="T7" fmla="*/ 9 h 915"/>
                    <a:gd name="T8" fmla="*/ 295 w 373"/>
                    <a:gd name="T9" fmla="*/ 21 h 915"/>
                    <a:gd name="T10" fmla="*/ 310 w 373"/>
                    <a:gd name="T11" fmla="*/ 36 h 915"/>
                    <a:gd name="T12" fmla="*/ 321 w 373"/>
                    <a:gd name="T13" fmla="*/ 53 h 915"/>
                    <a:gd name="T14" fmla="*/ 328 w 373"/>
                    <a:gd name="T15" fmla="*/ 74 h 915"/>
                    <a:gd name="T16" fmla="*/ 366 w 373"/>
                    <a:gd name="T17" fmla="*/ 234 h 915"/>
                    <a:gd name="T18" fmla="*/ 368 w 373"/>
                    <a:gd name="T19" fmla="*/ 257 h 915"/>
                    <a:gd name="T20" fmla="*/ 365 w 373"/>
                    <a:gd name="T21" fmla="*/ 281 h 915"/>
                    <a:gd name="T22" fmla="*/ 357 w 373"/>
                    <a:gd name="T23" fmla="*/ 301 h 915"/>
                    <a:gd name="T24" fmla="*/ 345 w 373"/>
                    <a:gd name="T25" fmla="*/ 319 h 915"/>
                    <a:gd name="T26" fmla="*/ 329 w 373"/>
                    <a:gd name="T27" fmla="*/ 334 h 915"/>
                    <a:gd name="T28" fmla="*/ 309 w 373"/>
                    <a:gd name="T29" fmla="*/ 345 h 915"/>
                    <a:gd name="T30" fmla="*/ 287 w 373"/>
                    <a:gd name="T31" fmla="*/ 351 h 915"/>
                    <a:gd name="T32" fmla="*/ 373 w 373"/>
                    <a:gd name="T33" fmla="*/ 438 h 915"/>
                    <a:gd name="T34" fmla="*/ 187 w 373"/>
                    <a:gd name="T35" fmla="*/ 915 h 915"/>
                    <a:gd name="T36" fmla="*/ 0 w 373"/>
                    <a:gd name="T37" fmla="*/ 438 h 915"/>
                    <a:gd name="T38" fmla="*/ 85 w 373"/>
                    <a:gd name="T39" fmla="*/ 351 h 915"/>
                    <a:gd name="T40" fmla="*/ 63 w 373"/>
                    <a:gd name="T41" fmla="*/ 345 h 915"/>
                    <a:gd name="T42" fmla="*/ 44 w 373"/>
                    <a:gd name="T43" fmla="*/ 334 h 915"/>
                    <a:gd name="T44" fmla="*/ 27 w 373"/>
                    <a:gd name="T45" fmla="*/ 319 h 915"/>
                    <a:gd name="T46" fmla="*/ 15 w 373"/>
                    <a:gd name="T47" fmla="*/ 301 h 915"/>
                    <a:gd name="T48" fmla="*/ 7 w 373"/>
                    <a:gd name="T49" fmla="*/ 281 h 915"/>
                    <a:gd name="T50" fmla="*/ 4 w 373"/>
                    <a:gd name="T51" fmla="*/ 257 h 915"/>
                    <a:gd name="T52" fmla="*/ 6 w 373"/>
                    <a:gd name="T53" fmla="*/ 234 h 915"/>
                    <a:gd name="T54" fmla="*/ 44 w 373"/>
                    <a:gd name="T55" fmla="*/ 74 h 915"/>
                    <a:gd name="T56" fmla="*/ 52 w 373"/>
                    <a:gd name="T57" fmla="*/ 53 h 915"/>
                    <a:gd name="T58" fmla="*/ 63 w 373"/>
                    <a:gd name="T59" fmla="*/ 36 h 915"/>
                    <a:gd name="T60" fmla="*/ 77 w 373"/>
                    <a:gd name="T61" fmla="*/ 21 h 915"/>
                    <a:gd name="T62" fmla="*/ 95 w 373"/>
                    <a:gd name="T63" fmla="*/ 9 h 915"/>
                    <a:gd name="T64" fmla="*/ 114 w 373"/>
                    <a:gd name="T65" fmla="*/ 2 h 915"/>
                    <a:gd name="T66" fmla="*/ 135 w 373"/>
                    <a:gd name="T67" fmla="*/ 0 h 915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373" h="915">
                      <a:moveTo>
                        <a:pt x="135" y="0"/>
                      </a:moveTo>
                      <a:lnTo>
                        <a:pt x="237" y="0"/>
                      </a:lnTo>
                      <a:lnTo>
                        <a:pt x="258" y="2"/>
                      </a:lnTo>
                      <a:lnTo>
                        <a:pt x="278" y="9"/>
                      </a:lnTo>
                      <a:lnTo>
                        <a:pt x="295" y="21"/>
                      </a:lnTo>
                      <a:lnTo>
                        <a:pt x="310" y="36"/>
                      </a:lnTo>
                      <a:lnTo>
                        <a:pt x="321" y="53"/>
                      </a:lnTo>
                      <a:lnTo>
                        <a:pt x="328" y="74"/>
                      </a:lnTo>
                      <a:lnTo>
                        <a:pt x="366" y="234"/>
                      </a:lnTo>
                      <a:lnTo>
                        <a:pt x="368" y="257"/>
                      </a:lnTo>
                      <a:lnTo>
                        <a:pt x="365" y="281"/>
                      </a:lnTo>
                      <a:lnTo>
                        <a:pt x="357" y="301"/>
                      </a:lnTo>
                      <a:lnTo>
                        <a:pt x="345" y="319"/>
                      </a:lnTo>
                      <a:lnTo>
                        <a:pt x="329" y="334"/>
                      </a:lnTo>
                      <a:lnTo>
                        <a:pt x="309" y="345"/>
                      </a:lnTo>
                      <a:lnTo>
                        <a:pt x="287" y="351"/>
                      </a:lnTo>
                      <a:lnTo>
                        <a:pt x="373" y="438"/>
                      </a:lnTo>
                      <a:lnTo>
                        <a:pt x="187" y="915"/>
                      </a:lnTo>
                      <a:lnTo>
                        <a:pt x="0" y="438"/>
                      </a:lnTo>
                      <a:lnTo>
                        <a:pt x="85" y="351"/>
                      </a:lnTo>
                      <a:lnTo>
                        <a:pt x="63" y="345"/>
                      </a:lnTo>
                      <a:lnTo>
                        <a:pt x="44" y="334"/>
                      </a:lnTo>
                      <a:lnTo>
                        <a:pt x="27" y="319"/>
                      </a:lnTo>
                      <a:lnTo>
                        <a:pt x="15" y="301"/>
                      </a:lnTo>
                      <a:lnTo>
                        <a:pt x="7" y="281"/>
                      </a:lnTo>
                      <a:lnTo>
                        <a:pt x="4" y="257"/>
                      </a:lnTo>
                      <a:lnTo>
                        <a:pt x="6" y="234"/>
                      </a:lnTo>
                      <a:lnTo>
                        <a:pt x="44" y="74"/>
                      </a:lnTo>
                      <a:lnTo>
                        <a:pt x="52" y="53"/>
                      </a:lnTo>
                      <a:lnTo>
                        <a:pt x="63" y="36"/>
                      </a:lnTo>
                      <a:lnTo>
                        <a:pt x="77" y="21"/>
                      </a:lnTo>
                      <a:lnTo>
                        <a:pt x="95" y="9"/>
                      </a:lnTo>
                      <a:lnTo>
                        <a:pt x="114" y="2"/>
                      </a:lnTo>
                      <a:lnTo>
                        <a:pt x="135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lvl="0">
                    <a:defRPr/>
                  </a:pPr>
                  <a:endParaRPr lang="ko-KR" altLang="en-US" sz="1600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29" name="그룹 28"/>
            <p:cNvGrpSpPr/>
            <p:nvPr/>
          </p:nvGrpSpPr>
          <p:grpSpPr>
            <a:xfrm rot="0">
              <a:off x="467102" y="539420"/>
              <a:ext cx="706334" cy="576560"/>
              <a:chOff x="467102" y="539420"/>
              <a:chExt cx="706334" cy="576560"/>
            </a:xfrm>
          </p:grpSpPr>
          <p:sp>
            <p:nvSpPr>
              <p:cNvPr id="26" name="타원 25"/>
              <p:cNvSpPr/>
              <p:nvPr/>
            </p:nvSpPr>
            <p:spPr>
              <a:xfrm>
                <a:off x="652176" y="539420"/>
                <a:ext cx="350330" cy="3503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7" name="그림 26"/>
              <p:cNvPicPr>
                <a:picLocks noChangeAspect="1"/>
              </p:cNvPicPr>
              <p:nvPr/>
            </p:nvPicPr>
            <p:blipFill rotWithShape="1">
              <a:blip r:embed="rId2"/>
              <a:stretch>
                <a:fillRect/>
              </a:stretch>
            </p:blipFill>
            <p:spPr>
              <a:xfrm>
                <a:off x="704808" y="591912"/>
                <a:ext cx="254385" cy="254385"/>
              </a:xfrm>
              <a:prstGeom prst="rect">
                <a:avLst/>
              </a:prstGeom>
            </p:spPr>
          </p:pic>
          <p:sp>
            <p:nvSpPr>
              <p:cNvPr id="28" name="직사각형 27"/>
              <p:cNvSpPr/>
              <p:nvPr/>
            </p:nvSpPr>
            <p:spPr>
              <a:xfrm>
                <a:off x="467102" y="915925"/>
                <a:ext cx="706334" cy="1870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altLang="ko-KR" sz="700" b="1">
                    <a:solidFill>
                      <a:prstClr val="white"/>
                    </a:solidFill>
                  </a:rPr>
                  <a:t>PPTBIZCAM</a:t>
                </a:r>
                <a:endParaRPr lang="ko-KR" altLang="en-US" sz="700" b="1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43" name="그룹 42"/>
          <p:cNvGrpSpPr/>
          <p:nvPr/>
        </p:nvGrpSpPr>
        <p:grpSpPr>
          <a:xfrm rot="0">
            <a:off x="2164553" y="4833460"/>
            <a:ext cx="4198020" cy="882952"/>
            <a:chOff x="591912" y="1845489"/>
            <a:chExt cx="5838137" cy="1227911"/>
          </a:xfrm>
        </p:grpSpPr>
        <p:sp>
          <p:nvSpPr>
            <p:cNvPr id="44" name="사각형: 둥근 모서리 13"/>
            <p:cNvSpPr/>
            <p:nvPr/>
          </p:nvSpPr>
          <p:spPr>
            <a:xfrm>
              <a:off x="591912" y="1845489"/>
              <a:ext cx="5838137" cy="122791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fe6b2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2">
                <a:lnSpc>
                  <a:spcPct val="150000"/>
                </a:lnSpc>
                <a:defRPr/>
              </a:pPr>
              <a:r>
                <a:rPr lang="en-US" altLang="ko-KR" sz="1200" b="1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fill</a:t>
              </a:r>
              <a:endParaRPr lang="en-US" altLang="ko-KR" sz="1200" b="1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  <a:p>
              <a:pPr lvl="2">
                <a:lnSpc>
                  <a:spcPct val="150000"/>
                </a:lnSpc>
                <a:defRPr/>
              </a:pPr>
              <a:r>
                <a:rPr lang="ko-KR" altLang="en-US" sz="120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결측치를 모두 0으로 나타내는 변경</a:t>
              </a:r>
              <a:r>
                <a:rPr lang="ko-KR" altLang="en-US" sz="80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 </a:t>
              </a:r>
              <a:endParaRPr lang="ko-KR" altLang="en-US" sz="80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</p:txBody>
        </p:sp>
        <p:sp>
          <p:nvSpPr>
            <p:cNvPr id="46" name="타원 45"/>
            <p:cNvSpPr/>
            <p:nvPr/>
          </p:nvSpPr>
          <p:spPr>
            <a:xfrm>
              <a:off x="776011" y="2013739"/>
              <a:ext cx="891409" cy="891409"/>
            </a:xfrm>
            <a:prstGeom prst="ellipse">
              <a:avLst/>
            </a:prstGeom>
            <a:solidFill>
              <a:srgbClr val="fe6b25"/>
            </a:solidFill>
            <a:ln>
              <a:solidFill>
                <a:srgbClr val="fe6b25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b="1">
                  <a:solidFill>
                    <a:prstClr val="white"/>
                  </a:solidFill>
                </a:rPr>
                <a:t>01</a:t>
              </a:r>
              <a:endParaRPr lang="ko-KR" altLang="en-US" b="1">
                <a:solidFill>
                  <a:prstClr val="white"/>
                </a:solidFill>
              </a:endParaRPr>
            </a:p>
          </p:txBody>
        </p:sp>
      </p:grpSp>
      <p:grpSp>
        <p:nvGrpSpPr>
          <p:cNvPr id="73" name="그룹 72"/>
          <p:cNvGrpSpPr/>
          <p:nvPr/>
        </p:nvGrpSpPr>
        <p:grpSpPr>
          <a:xfrm rot="0">
            <a:off x="6867236" y="4830523"/>
            <a:ext cx="4198020" cy="882952"/>
            <a:chOff x="591912" y="1845489"/>
            <a:chExt cx="5838137" cy="1227911"/>
          </a:xfrm>
        </p:grpSpPr>
        <p:sp>
          <p:nvSpPr>
            <p:cNvPr id="74" name="사각형: 둥근 모서리 13"/>
            <p:cNvSpPr/>
            <p:nvPr/>
          </p:nvSpPr>
          <p:spPr>
            <a:xfrm>
              <a:off x="591912" y="1845489"/>
              <a:ext cx="5838137" cy="122791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fe6b2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2">
                <a:lnSpc>
                  <a:spcPct val="150000"/>
                </a:lnSpc>
                <a:defRPr/>
              </a:pPr>
              <a:r>
                <a:rPr lang="en-US" altLang="ko-KR" sz="1200" b="1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drop</a:t>
              </a:r>
              <a:endParaRPr lang="en-US" altLang="ko-KR" sz="1200" b="1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  <a:p>
              <a:pPr lvl="2">
                <a:lnSpc>
                  <a:spcPct val="150000"/>
                </a:lnSpc>
                <a:defRPr/>
              </a:pPr>
              <a:r>
                <a:rPr lang="ko-KR" altLang="en-US" sz="110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출력의 </a:t>
              </a:r>
              <a:r>
                <a:rPr lang="en-US" altLang="ko-KR" sz="110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18</a:t>
              </a:r>
              <a:r>
                <a:rPr lang="ko-KR" altLang="en-US" sz="110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시 </a:t>
              </a:r>
              <a:r>
                <a:rPr lang="en-US" altLang="ko-KR" sz="110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~</a:t>
              </a:r>
              <a:r>
                <a:rPr lang="ko-KR" altLang="en-US" sz="110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 </a:t>
              </a:r>
              <a:r>
                <a:rPr lang="en-US" altLang="ko-KR" sz="110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06</a:t>
              </a:r>
              <a:r>
                <a:rPr lang="ko-KR" altLang="en-US" sz="110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시 데이터가 없어서 그 사이에 데이터를 없앤 상관계수</a:t>
              </a:r>
              <a:endParaRPr lang="ko-KR" altLang="en-US" sz="110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</p:txBody>
        </p:sp>
        <p:sp>
          <p:nvSpPr>
            <p:cNvPr id="75" name="타원 74"/>
            <p:cNvSpPr/>
            <p:nvPr/>
          </p:nvSpPr>
          <p:spPr>
            <a:xfrm>
              <a:off x="776011" y="2013739"/>
              <a:ext cx="891409" cy="891409"/>
            </a:xfrm>
            <a:prstGeom prst="ellipse">
              <a:avLst/>
            </a:prstGeom>
            <a:solidFill>
              <a:srgbClr val="fe6b25"/>
            </a:solidFill>
            <a:ln>
              <a:solidFill>
                <a:srgbClr val="fe6b25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b="1">
                  <a:solidFill>
                    <a:prstClr val="white"/>
                  </a:solidFill>
                </a:rPr>
                <a:t>02</a:t>
              </a:r>
              <a:endParaRPr lang="en-US" altLang="ko-KR" b="1">
                <a:solidFill>
                  <a:prstClr val="white"/>
                </a:solidFill>
              </a:endParaRPr>
            </a:p>
          </p:txBody>
        </p:sp>
      </p:grpSp>
      <p:sp>
        <p:nvSpPr>
          <p:cNvPr id="78" name="사각형: 둥근 모서리 13"/>
          <p:cNvSpPr/>
          <p:nvPr/>
        </p:nvSpPr>
        <p:spPr>
          <a:xfrm>
            <a:off x="6867236" y="1879535"/>
            <a:ext cx="4198020" cy="2367532"/>
          </a:xfrm>
          <a:prstGeom prst="roundRect">
            <a:avLst>
              <a:gd name="adj" fmla="val 8797"/>
            </a:avLst>
          </a:prstGeom>
          <a:solidFill>
            <a:schemeClr val="bg1"/>
          </a:solidFill>
          <a:ln>
            <a:solidFill>
              <a:srgbClr val="fe6b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endParaRPr lang="ko-KR" altLang="en-US" sz="80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79" name="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7743062" y="1918081"/>
            <a:ext cx="2611753" cy="2304161"/>
          </a:xfrm>
          <a:prstGeom prst="rect">
            <a:avLst/>
          </a:prstGeom>
        </p:spPr>
      </p:pic>
      <p:sp>
        <p:nvSpPr>
          <p:cNvPr id="80" name="사각형: 둥근 모서리 13"/>
          <p:cNvSpPr/>
          <p:nvPr/>
        </p:nvSpPr>
        <p:spPr>
          <a:xfrm>
            <a:off x="2219035" y="1936685"/>
            <a:ext cx="4198020" cy="2367532"/>
          </a:xfrm>
          <a:prstGeom prst="roundRect">
            <a:avLst>
              <a:gd name="adj" fmla="val 8797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fe6b25">
                <a:alpha val="100000"/>
              </a:srgbClr>
            </a:solidFill>
            <a:prstDash val="solid"/>
            <a:miter/>
          </a:ln>
        </p:spPr>
        <p:txBody>
          <a:bodyPr anchor="ctr"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81" name=""/>
          <p:cNvPicPr/>
          <p:nvPr/>
        </p:nvPicPr>
        <p:blipFill rotWithShape="1">
          <a:blip r:embed="rId4">
            <a:lum/>
          </a:blip>
          <a:srcRect/>
          <a:stretch>
            <a:fillRect/>
          </a:stretch>
        </p:blipFill>
        <p:spPr>
          <a:xfrm>
            <a:off x="3064002" y="1952117"/>
            <a:ext cx="2661666" cy="2346325"/>
          </a:xfrm>
          <a:prstGeom prst="rect">
            <a:avLst/>
          </a:prstGeom>
        </p:spPr>
      </p:pic>
      <p:sp>
        <p:nvSpPr>
          <p:cNvPr id="82" name="직사각형 29"/>
          <p:cNvSpPr/>
          <p:nvPr/>
        </p:nvSpPr>
        <p:spPr>
          <a:xfrm>
            <a:off x="1812909" y="369838"/>
            <a:ext cx="5624657" cy="13713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800" b="1" i="0" u="none" strike="noStrike" kern="0" cap="none" spc="0" normalizeH="0" baseline="0" mc:Ignorable="hp" hp:hslEmbossed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0" cap="none" spc="0" normalizeH="0" baseline="0" mc:Ignorable="hp" hp:hslEmbossed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변수선택</a:t>
            </a:r>
            <a:endParaRPr xmlns:mc="http://schemas.openxmlformats.org/markup-compatibility/2006" xmlns:hp="http://schemas.haansoft.com/office/presentation/8.0" kumimoji="0" lang="ko-KR" altLang="en-US" sz="2800" b="1" i="0" u="none" strike="noStrike" kern="0" cap="none" spc="0" normalizeH="0" baseline="0" mc:Ignorable="hp" hp:hslEmbossed="0">
              <a:solidFill>
                <a:srgbClr val="40404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2800" b="1" i="1" u="none" strike="noStrike" kern="0" cap="none" spc="0" normalizeH="0" baseline="0" mc:Ignorable="hp" hp:hslEmbossed="0">
              <a:solidFill>
                <a:srgbClr val="404040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83" name="표 2"/>
          <p:cNvGraphicFramePr>
            <a:graphicFrameLocks noGrp="1"/>
          </p:cNvGraphicFramePr>
          <p:nvPr/>
        </p:nvGraphicFramePr>
        <p:xfrm>
          <a:off x="292100" y="1359017"/>
          <a:ext cx="1079500" cy="1908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/>
              </a:tblGrid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개요  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변수선택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모델생성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예측결과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활용방안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4" name="표 5"/>
          <p:cNvGraphicFramePr>
            <a:graphicFrameLocks noGrp="1"/>
          </p:cNvGraphicFramePr>
          <p:nvPr/>
        </p:nvGraphicFramePr>
        <p:xfrm>
          <a:off x="311150" y="1773303"/>
          <a:ext cx="1057276" cy="335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276"/>
              </a:tblGrid>
              <a:tr h="335914">
                <a:tc>
                  <a:txBody>
                    <a:bodyPr vert="horz" lIns="0" tIns="0" rIns="0" bIns="0" anchor="t" anchorCtr="0"/>
                    <a:p>
                      <a:pPr latinLnBrk="1">
                        <a:defRPr/>
                      </a:pPr>
                      <a:endParaRPr lang="ko-KR" altLang="en-US" sz="100"/>
                    </a:p>
                  </a:txBody>
                  <a:tcPr marL="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7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d8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/>
          <p:cNvGrpSpPr/>
          <p:nvPr/>
        </p:nvGrpSpPr>
        <p:grpSpPr>
          <a:xfrm rot="0">
            <a:off x="292100" y="252412"/>
            <a:ext cx="11506200" cy="6364288"/>
            <a:chOff x="292100" y="252412"/>
            <a:chExt cx="11506200" cy="6364288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292100" y="252412"/>
              <a:ext cx="11506200" cy="6364288"/>
            </a:xfrm>
            <a:prstGeom prst="roundRect">
              <a:avLst>
                <a:gd name="adj" fmla="val 5692"/>
              </a:avLst>
            </a:prstGeom>
            <a:solidFill>
              <a:srgbClr val="fe6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모서리가 둥근 직사각형 4"/>
            <p:cNvSpPr/>
            <p:nvPr/>
          </p:nvSpPr>
          <p:spPr>
            <a:xfrm>
              <a:off x="1371600" y="303212"/>
              <a:ext cx="10375900" cy="6262688"/>
            </a:xfrm>
            <a:prstGeom prst="roundRect">
              <a:avLst>
                <a:gd name="adj" fmla="val 48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25" name="그룹 24"/>
            <p:cNvGrpSpPr/>
            <p:nvPr/>
          </p:nvGrpSpPr>
          <p:grpSpPr>
            <a:xfrm rot="0">
              <a:off x="418080" y="1495425"/>
              <a:ext cx="150738" cy="1628710"/>
              <a:chOff x="392680" y="1495425"/>
              <a:chExt cx="150738" cy="162871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421490" y="1872946"/>
                <a:ext cx="93118" cy="122886"/>
              </a:xfrm>
              <a:custGeom>
                <a:avLst/>
                <a:gdLst>
                  <a:gd name="T0" fmla="*/ 1093 w 9310"/>
                  <a:gd name="T1" fmla="*/ 12245 h 12286"/>
                  <a:gd name="T2" fmla="*/ 582 w 9310"/>
                  <a:gd name="T3" fmla="*/ 12007 h 12286"/>
                  <a:gd name="T4" fmla="*/ 279 w 9310"/>
                  <a:gd name="T5" fmla="*/ 11710 h 12286"/>
                  <a:gd name="T6" fmla="*/ 42 w 9310"/>
                  <a:gd name="T7" fmla="*/ 11209 h 12286"/>
                  <a:gd name="T8" fmla="*/ 0 w 9310"/>
                  <a:gd name="T9" fmla="*/ 1919 h 12286"/>
                  <a:gd name="T10" fmla="*/ 117 w 9310"/>
                  <a:gd name="T11" fmla="*/ 1260 h 12286"/>
                  <a:gd name="T12" fmla="*/ 498 w 9310"/>
                  <a:gd name="T13" fmla="*/ 629 h 12286"/>
                  <a:gd name="T14" fmla="*/ 1088 w 9310"/>
                  <a:gd name="T15" fmla="*/ 189 h 12286"/>
                  <a:gd name="T16" fmla="*/ 1821 w 9310"/>
                  <a:gd name="T17" fmla="*/ 1 h 12286"/>
                  <a:gd name="T18" fmla="*/ 7682 w 9310"/>
                  <a:gd name="T19" fmla="*/ 22 h 12286"/>
                  <a:gd name="T20" fmla="*/ 8385 w 9310"/>
                  <a:gd name="T21" fmla="*/ 278 h 12286"/>
                  <a:gd name="T22" fmla="*/ 8929 w 9310"/>
                  <a:gd name="T23" fmla="*/ 772 h 12286"/>
                  <a:gd name="T24" fmla="*/ 9250 w 9310"/>
                  <a:gd name="T25" fmla="*/ 1440 h 12286"/>
                  <a:gd name="T26" fmla="*/ 9310 w 9310"/>
                  <a:gd name="T27" fmla="*/ 8471 h 12286"/>
                  <a:gd name="T28" fmla="*/ 9201 w 9310"/>
                  <a:gd name="T29" fmla="*/ 8777 h 12286"/>
                  <a:gd name="T30" fmla="*/ 8880 w 9310"/>
                  <a:gd name="T31" fmla="*/ 8949 h 12286"/>
                  <a:gd name="T32" fmla="*/ 8601 w 9310"/>
                  <a:gd name="T33" fmla="*/ 8894 h 12286"/>
                  <a:gd name="T34" fmla="*/ 8370 w 9310"/>
                  <a:gd name="T35" fmla="*/ 8615 h 12286"/>
                  <a:gd name="T36" fmla="*/ 8349 w 9310"/>
                  <a:gd name="T37" fmla="*/ 1870 h 12286"/>
                  <a:gd name="T38" fmla="*/ 8255 w 9310"/>
                  <a:gd name="T39" fmla="*/ 1503 h 12286"/>
                  <a:gd name="T40" fmla="*/ 8035 w 9310"/>
                  <a:gd name="T41" fmla="*/ 1209 h 12286"/>
                  <a:gd name="T42" fmla="*/ 7720 w 9310"/>
                  <a:gd name="T43" fmla="*/ 1018 h 12286"/>
                  <a:gd name="T44" fmla="*/ 7390 w 9310"/>
                  <a:gd name="T45" fmla="*/ 960 h 12286"/>
                  <a:gd name="T46" fmla="*/ 1680 w 9310"/>
                  <a:gd name="T47" fmla="*/ 989 h 12286"/>
                  <a:gd name="T48" fmla="*/ 1346 w 9310"/>
                  <a:gd name="T49" fmla="*/ 1150 h 12286"/>
                  <a:gd name="T50" fmla="*/ 1098 w 9310"/>
                  <a:gd name="T51" fmla="*/ 1423 h 12286"/>
                  <a:gd name="T52" fmla="*/ 970 w 9310"/>
                  <a:gd name="T53" fmla="*/ 1774 h 12286"/>
                  <a:gd name="T54" fmla="*/ 962 w 9310"/>
                  <a:gd name="T55" fmla="*/ 10904 h 12286"/>
                  <a:gd name="T56" fmla="*/ 1091 w 9310"/>
                  <a:gd name="T57" fmla="*/ 11185 h 12286"/>
                  <a:gd name="T58" fmla="*/ 1405 w 9310"/>
                  <a:gd name="T59" fmla="*/ 11326 h 12286"/>
                  <a:gd name="T60" fmla="*/ 1677 w 9310"/>
                  <a:gd name="T61" fmla="*/ 11273 h 12286"/>
                  <a:gd name="T62" fmla="*/ 4346 w 9310"/>
                  <a:gd name="T63" fmla="*/ 8559 h 12286"/>
                  <a:gd name="T64" fmla="*/ 4655 w 9310"/>
                  <a:gd name="T65" fmla="*/ 8448 h 12286"/>
                  <a:gd name="T66" fmla="*/ 4964 w 9310"/>
                  <a:gd name="T67" fmla="*/ 8559 h 12286"/>
                  <a:gd name="T68" fmla="*/ 7633 w 9310"/>
                  <a:gd name="T69" fmla="*/ 11273 h 12286"/>
                  <a:gd name="T70" fmla="*/ 7902 w 9310"/>
                  <a:gd name="T71" fmla="*/ 11326 h 12286"/>
                  <a:gd name="T72" fmla="*/ 8215 w 9310"/>
                  <a:gd name="T73" fmla="*/ 11182 h 12286"/>
                  <a:gd name="T74" fmla="*/ 8349 w 9310"/>
                  <a:gd name="T75" fmla="*/ 10897 h 12286"/>
                  <a:gd name="T76" fmla="*/ 8408 w 9310"/>
                  <a:gd name="T77" fmla="*/ 10618 h 12286"/>
                  <a:gd name="T78" fmla="*/ 8687 w 9310"/>
                  <a:gd name="T79" fmla="*/ 10387 h 12286"/>
                  <a:gd name="T80" fmla="*/ 8974 w 9310"/>
                  <a:gd name="T81" fmla="*/ 10387 h 12286"/>
                  <a:gd name="T82" fmla="*/ 9253 w 9310"/>
                  <a:gd name="T83" fmla="*/ 10618 h 12286"/>
                  <a:gd name="T84" fmla="*/ 9309 w 9310"/>
                  <a:gd name="T85" fmla="*/ 10920 h 12286"/>
                  <a:gd name="T86" fmla="*/ 9174 w 9310"/>
                  <a:gd name="T87" fmla="*/ 11466 h 12286"/>
                  <a:gd name="T88" fmla="*/ 8890 w 9310"/>
                  <a:gd name="T89" fmla="*/ 11865 h 12286"/>
                  <a:gd name="T90" fmla="*/ 8474 w 9310"/>
                  <a:gd name="T91" fmla="*/ 12151 h 12286"/>
                  <a:gd name="T92" fmla="*/ 7913 w 9310"/>
                  <a:gd name="T93" fmla="*/ 12286 h 12286"/>
                  <a:gd name="T94" fmla="*/ 7489 w 9310"/>
                  <a:gd name="T95" fmla="*/ 12242 h 12286"/>
                  <a:gd name="T96" fmla="*/ 6997 w 9310"/>
                  <a:gd name="T97" fmla="*/ 12001 h 12286"/>
                  <a:gd name="T98" fmla="*/ 2472 w 9310"/>
                  <a:gd name="T99" fmla="*/ 11859 h 12286"/>
                  <a:gd name="T100" fmla="*/ 2080 w 9310"/>
                  <a:gd name="T101" fmla="*/ 12145 h 12286"/>
                  <a:gd name="T102" fmla="*/ 1545 w 9310"/>
                  <a:gd name="T103" fmla="*/ 12285 h 1228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310" h="12286">
                    <a:moveTo>
                      <a:pt x="1447" y="12286"/>
                    </a:moveTo>
                    <a:lnTo>
                      <a:pt x="1375" y="12286"/>
                    </a:lnTo>
                    <a:lnTo>
                      <a:pt x="1232" y="12272"/>
                    </a:lnTo>
                    <a:lnTo>
                      <a:pt x="1093" y="12245"/>
                    </a:lnTo>
                    <a:lnTo>
                      <a:pt x="957" y="12203"/>
                    </a:lnTo>
                    <a:lnTo>
                      <a:pt x="826" y="12150"/>
                    </a:lnTo>
                    <a:lnTo>
                      <a:pt x="700" y="12085"/>
                    </a:lnTo>
                    <a:lnTo>
                      <a:pt x="582" y="12007"/>
                    </a:lnTo>
                    <a:lnTo>
                      <a:pt x="471" y="11918"/>
                    </a:lnTo>
                    <a:lnTo>
                      <a:pt x="419" y="11869"/>
                    </a:lnTo>
                    <a:lnTo>
                      <a:pt x="370" y="11818"/>
                    </a:lnTo>
                    <a:lnTo>
                      <a:pt x="279" y="11710"/>
                    </a:lnTo>
                    <a:lnTo>
                      <a:pt x="202" y="11595"/>
                    </a:lnTo>
                    <a:lnTo>
                      <a:pt x="135" y="11471"/>
                    </a:lnTo>
                    <a:lnTo>
                      <a:pt x="82" y="11343"/>
                    </a:lnTo>
                    <a:lnTo>
                      <a:pt x="42" y="11209"/>
                    </a:lnTo>
                    <a:lnTo>
                      <a:pt x="14" y="11070"/>
                    </a:lnTo>
                    <a:lnTo>
                      <a:pt x="1" y="10927"/>
                    </a:lnTo>
                    <a:lnTo>
                      <a:pt x="0" y="10855"/>
                    </a:lnTo>
                    <a:lnTo>
                      <a:pt x="0" y="1919"/>
                    </a:lnTo>
                    <a:lnTo>
                      <a:pt x="1" y="1821"/>
                    </a:lnTo>
                    <a:lnTo>
                      <a:pt x="22" y="1627"/>
                    </a:lnTo>
                    <a:lnTo>
                      <a:pt x="60" y="1440"/>
                    </a:lnTo>
                    <a:lnTo>
                      <a:pt x="117" y="1260"/>
                    </a:lnTo>
                    <a:lnTo>
                      <a:pt x="189" y="1089"/>
                    </a:lnTo>
                    <a:lnTo>
                      <a:pt x="278" y="924"/>
                    </a:lnTo>
                    <a:lnTo>
                      <a:pt x="382" y="772"/>
                    </a:lnTo>
                    <a:lnTo>
                      <a:pt x="498" y="629"/>
                    </a:lnTo>
                    <a:lnTo>
                      <a:pt x="629" y="498"/>
                    </a:lnTo>
                    <a:lnTo>
                      <a:pt x="772" y="382"/>
                    </a:lnTo>
                    <a:lnTo>
                      <a:pt x="924" y="278"/>
                    </a:lnTo>
                    <a:lnTo>
                      <a:pt x="1088" y="189"/>
                    </a:lnTo>
                    <a:lnTo>
                      <a:pt x="1260" y="117"/>
                    </a:lnTo>
                    <a:lnTo>
                      <a:pt x="1440" y="60"/>
                    </a:lnTo>
                    <a:lnTo>
                      <a:pt x="1627" y="22"/>
                    </a:lnTo>
                    <a:lnTo>
                      <a:pt x="1821" y="1"/>
                    </a:lnTo>
                    <a:lnTo>
                      <a:pt x="1919" y="0"/>
                    </a:lnTo>
                    <a:lnTo>
                      <a:pt x="7390" y="0"/>
                    </a:lnTo>
                    <a:lnTo>
                      <a:pt x="7489" y="1"/>
                    </a:lnTo>
                    <a:lnTo>
                      <a:pt x="7682" y="22"/>
                    </a:lnTo>
                    <a:lnTo>
                      <a:pt x="7869" y="60"/>
                    </a:lnTo>
                    <a:lnTo>
                      <a:pt x="8049" y="117"/>
                    </a:lnTo>
                    <a:lnTo>
                      <a:pt x="8222" y="189"/>
                    </a:lnTo>
                    <a:lnTo>
                      <a:pt x="8385" y="278"/>
                    </a:lnTo>
                    <a:lnTo>
                      <a:pt x="8539" y="382"/>
                    </a:lnTo>
                    <a:lnTo>
                      <a:pt x="8681" y="498"/>
                    </a:lnTo>
                    <a:lnTo>
                      <a:pt x="8811" y="629"/>
                    </a:lnTo>
                    <a:lnTo>
                      <a:pt x="8929" y="772"/>
                    </a:lnTo>
                    <a:lnTo>
                      <a:pt x="9033" y="924"/>
                    </a:lnTo>
                    <a:lnTo>
                      <a:pt x="9120" y="1089"/>
                    </a:lnTo>
                    <a:lnTo>
                      <a:pt x="9194" y="1260"/>
                    </a:lnTo>
                    <a:lnTo>
                      <a:pt x="9250" y="1440"/>
                    </a:lnTo>
                    <a:lnTo>
                      <a:pt x="9289" y="1627"/>
                    </a:lnTo>
                    <a:lnTo>
                      <a:pt x="9308" y="1821"/>
                    </a:lnTo>
                    <a:lnTo>
                      <a:pt x="9310" y="1919"/>
                    </a:lnTo>
                    <a:lnTo>
                      <a:pt x="9310" y="8471"/>
                    </a:lnTo>
                    <a:lnTo>
                      <a:pt x="9308" y="8521"/>
                    </a:lnTo>
                    <a:lnTo>
                      <a:pt x="9289" y="8615"/>
                    </a:lnTo>
                    <a:lnTo>
                      <a:pt x="9253" y="8700"/>
                    </a:lnTo>
                    <a:lnTo>
                      <a:pt x="9201" y="8777"/>
                    </a:lnTo>
                    <a:lnTo>
                      <a:pt x="9136" y="8842"/>
                    </a:lnTo>
                    <a:lnTo>
                      <a:pt x="9058" y="8894"/>
                    </a:lnTo>
                    <a:lnTo>
                      <a:pt x="8974" y="8930"/>
                    </a:lnTo>
                    <a:lnTo>
                      <a:pt x="8880" y="8949"/>
                    </a:lnTo>
                    <a:lnTo>
                      <a:pt x="8830" y="8952"/>
                    </a:lnTo>
                    <a:lnTo>
                      <a:pt x="8781" y="8949"/>
                    </a:lnTo>
                    <a:lnTo>
                      <a:pt x="8687" y="8930"/>
                    </a:lnTo>
                    <a:lnTo>
                      <a:pt x="8601" y="8894"/>
                    </a:lnTo>
                    <a:lnTo>
                      <a:pt x="8524" y="8842"/>
                    </a:lnTo>
                    <a:lnTo>
                      <a:pt x="8460" y="8777"/>
                    </a:lnTo>
                    <a:lnTo>
                      <a:pt x="8408" y="8700"/>
                    </a:lnTo>
                    <a:lnTo>
                      <a:pt x="8370" y="8615"/>
                    </a:lnTo>
                    <a:lnTo>
                      <a:pt x="8352" y="8521"/>
                    </a:lnTo>
                    <a:lnTo>
                      <a:pt x="8350" y="8471"/>
                    </a:lnTo>
                    <a:lnTo>
                      <a:pt x="8350" y="1919"/>
                    </a:lnTo>
                    <a:lnTo>
                      <a:pt x="8349" y="1870"/>
                    </a:lnTo>
                    <a:lnTo>
                      <a:pt x="8340" y="1774"/>
                    </a:lnTo>
                    <a:lnTo>
                      <a:pt x="8320" y="1680"/>
                    </a:lnTo>
                    <a:lnTo>
                      <a:pt x="8293" y="1590"/>
                    </a:lnTo>
                    <a:lnTo>
                      <a:pt x="8255" y="1503"/>
                    </a:lnTo>
                    <a:lnTo>
                      <a:pt x="8211" y="1423"/>
                    </a:lnTo>
                    <a:lnTo>
                      <a:pt x="8160" y="1346"/>
                    </a:lnTo>
                    <a:lnTo>
                      <a:pt x="8101" y="1274"/>
                    </a:lnTo>
                    <a:lnTo>
                      <a:pt x="8035" y="1209"/>
                    </a:lnTo>
                    <a:lnTo>
                      <a:pt x="7964" y="1150"/>
                    </a:lnTo>
                    <a:lnTo>
                      <a:pt x="7888" y="1099"/>
                    </a:lnTo>
                    <a:lnTo>
                      <a:pt x="7806" y="1054"/>
                    </a:lnTo>
                    <a:lnTo>
                      <a:pt x="7720" y="1018"/>
                    </a:lnTo>
                    <a:lnTo>
                      <a:pt x="7630" y="989"/>
                    </a:lnTo>
                    <a:lnTo>
                      <a:pt x="7537" y="970"/>
                    </a:lnTo>
                    <a:lnTo>
                      <a:pt x="7440" y="960"/>
                    </a:lnTo>
                    <a:lnTo>
                      <a:pt x="7390" y="960"/>
                    </a:lnTo>
                    <a:lnTo>
                      <a:pt x="1919" y="960"/>
                    </a:lnTo>
                    <a:lnTo>
                      <a:pt x="1870" y="960"/>
                    </a:lnTo>
                    <a:lnTo>
                      <a:pt x="1774" y="970"/>
                    </a:lnTo>
                    <a:lnTo>
                      <a:pt x="1680" y="989"/>
                    </a:lnTo>
                    <a:lnTo>
                      <a:pt x="1589" y="1018"/>
                    </a:lnTo>
                    <a:lnTo>
                      <a:pt x="1503" y="1054"/>
                    </a:lnTo>
                    <a:lnTo>
                      <a:pt x="1422" y="1099"/>
                    </a:lnTo>
                    <a:lnTo>
                      <a:pt x="1346" y="1150"/>
                    </a:lnTo>
                    <a:lnTo>
                      <a:pt x="1274" y="1209"/>
                    </a:lnTo>
                    <a:lnTo>
                      <a:pt x="1209" y="1274"/>
                    </a:lnTo>
                    <a:lnTo>
                      <a:pt x="1150" y="1346"/>
                    </a:lnTo>
                    <a:lnTo>
                      <a:pt x="1098" y="1423"/>
                    </a:lnTo>
                    <a:lnTo>
                      <a:pt x="1054" y="1503"/>
                    </a:lnTo>
                    <a:lnTo>
                      <a:pt x="1018" y="1590"/>
                    </a:lnTo>
                    <a:lnTo>
                      <a:pt x="989" y="1680"/>
                    </a:lnTo>
                    <a:lnTo>
                      <a:pt x="970" y="1774"/>
                    </a:lnTo>
                    <a:lnTo>
                      <a:pt x="960" y="1870"/>
                    </a:lnTo>
                    <a:lnTo>
                      <a:pt x="960" y="1919"/>
                    </a:lnTo>
                    <a:lnTo>
                      <a:pt x="960" y="10855"/>
                    </a:lnTo>
                    <a:lnTo>
                      <a:pt x="962" y="10904"/>
                    </a:lnTo>
                    <a:lnTo>
                      <a:pt x="978" y="10995"/>
                    </a:lnTo>
                    <a:lnTo>
                      <a:pt x="1011" y="11078"/>
                    </a:lnTo>
                    <a:lnTo>
                      <a:pt x="1061" y="11152"/>
                    </a:lnTo>
                    <a:lnTo>
                      <a:pt x="1091" y="11185"/>
                    </a:lnTo>
                    <a:lnTo>
                      <a:pt x="1129" y="11218"/>
                    </a:lnTo>
                    <a:lnTo>
                      <a:pt x="1212" y="11271"/>
                    </a:lnTo>
                    <a:lnTo>
                      <a:pt x="1306" y="11307"/>
                    </a:lnTo>
                    <a:lnTo>
                      <a:pt x="1405" y="11326"/>
                    </a:lnTo>
                    <a:lnTo>
                      <a:pt x="1456" y="11327"/>
                    </a:lnTo>
                    <a:lnTo>
                      <a:pt x="1504" y="11325"/>
                    </a:lnTo>
                    <a:lnTo>
                      <a:pt x="1595" y="11307"/>
                    </a:lnTo>
                    <a:lnTo>
                      <a:pt x="1677" y="11273"/>
                    </a:lnTo>
                    <a:lnTo>
                      <a:pt x="1751" y="11222"/>
                    </a:lnTo>
                    <a:lnTo>
                      <a:pt x="1784" y="11191"/>
                    </a:lnTo>
                    <a:lnTo>
                      <a:pt x="4310" y="8592"/>
                    </a:lnTo>
                    <a:lnTo>
                      <a:pt x="4346" y="8559"/>
                    </a:lnTo>
                    <a:lnTo>
                      <a:pt x="4426" y="8505"/>
                    </a:lnTo>
                    <a:lnTo>
                      <a:pt x="4513" y="8468"/>
                    </a:lnTo>
                    <a:lnTo>
                      <a:pt x="4607" y="8449"/>
                    </a:lnTo>
                    <a:lnTo>
                      <a:pt x="4655" y="8448"/>
                    </a:lnTo>
                    <a:lnTo>
                      <a:pt x="4703" y="8449"/>
                    </a:lnTo>
                    <a:lnTo>
                      <a:pt x="4797" y="8468"/>
                    </a:lnTo>
                    <a:lnTo>
                      <a:pt x="4885" y="8505"/>
                    </a:lnTo>
                    <a:lnTo>
                      <a:pt x="4964" y="8559"/>
                    </a:lnTo>
                    <a:lnTo>
                      <a:pt x="4999" y="8592"/>
                    </a:lnTo>
                    <a:lnTo>
                      <a:pt x="7527" y="11191"/>
                    </a:lnTo>
                    <a:lnTo>
                      <a:pt x="7560" y="11222"/>
                    </a:lnTo>
                    <a:lnTo>
                      <a:pt x="7633" y="11273"/>
                    </a:lnTo>
                    <a:lnTo>
                      <a:pt x="7714" y="11307"/>
                    </a:lnTo>
                    <a:lnTo>
                      <a:pt x="7803" y="11325"/>
                    </a:lnTo>
                    <a:lnTo>
                      <a:pt x="7852" y="11327"/>
                    </a:lnTo>
                    <a:lnTo>
                      <a:pt x="7902" y="11326"/>
                    </a:lnTo>
                    <a:lnTo>
                      <a:pt x="8002" y="11306"/>
                    </a:lnTo>
                    <a:lnTo>
                      <a:pt x="8095" y="11270"/>
                    </a:lnTo>
                    <a:lnTo>
                      <a:pt x="8179" y="11215"/>
                    </a:lnTo>
                    <a:lnTo>
                      <a:pt x="8215" y="11182"/>
                    </a:lnTo>
                    <a:lnTo>
                      <a:pt x="8248" y="11148"/>
                    </a:lnTo>
                    <a:lnTo>
                      <a:pt x="8298" y="11073"/>
                    </a:lnTo>
                    <a:lnTo>
                      <a:pt x="8331" y="10989"/>
                    </a:lnTo>
                    <a:lnTo>
                      <a:pt x="8349" y="10897"/>
                    </a:lnTo>
                    <a:lnTo>
                      <a:pt x="8350" y="10847"/>
                    </a:lnTo>
                    <a:lnTo>
                      <a:pt x="8352" y="10798"/>
                    </a:lnTo>
                    <a:lnTo>
                      <a:pt x="8370" y="10704"/>
                    </a:lnTo>
                    <a:lnTo>
                      <a:pt x="8408" y="10618"/>
                    </a:lnTo>
                    <a:lnTo>
                      <a:pt x="8460" y="10541"/>
                    </a:lnTo>
                    <a:lnTo>
                      <a:pt x="8524" y="10477"/>
                    </a:lnTo>
                    <a:lnTo>
                      <a:pt x="8601" y="10425"/>
                    </a:lnTo>
                    <a:lnTo>
                      <a:pt x="8687" y="10387"/>
                    </a:lnTo>
                    <a:lnTo>
                      <a:pt x="8781" y="10369"/>
                    </a:lnTo>
                    <a:lnTo>
                      <a:pt x="8830" y="10367"/>
                    </a:lnTo>
                    <a:lnTo>
                      <a:pt x="8880" y="10369"/>
                    </a:lnTo>
                    <a:lnTo>
                      <a:pt x="8974" y="10387"/>
                    </a:lnTo>
                    <a:lnTo>
                      <a:pt x="9058" y="10425"/>
                    </a:lnTo>
                    <a:lnTo>
                      <a:pt x="9136" y="10477"/>
                    </a:lnTo>
                    <a:lnTo>
                      <a:pt x="9201" y="10541"/>
                    </a:lnTo>
                    <a:lnTo>
                      <a:pt x="9253" y="10618"/>
                    </a:lnTo>
                    <a:lnTo>
                      <a:pt x="9289" y="10704"/>
                    </a:lnTo>
                    <a:lnTo>
                      <a:pt x="9308" y="10798"/>
                    </a:lnTo>
                    <a:lnTo>
                      <a:pt x="9310" y="10847"/>
                    </a:lnTo>
                    <a:lnTo>
                      <a:pt x="9309" y="10920"/>
                    </a:lnTo>
                    <a:lnTo>
                      <a:pt x="9295" y="11063"/>
                    </a:lnTo>
                    <a:lnTo>
                      <a:pt x="9267" y="11202"/>
                    </a:lnTo>
                    <a:lnTo>
                      <a:pt x="9227" y="11336"/>
                    </a:lnTo>
                    <a:lnTo>
                      <a:pt x="9174" y="11466"/>
                    </a:lnTo>
                    <a:lnTo>
                      <a:pt x="9107" y="11588"/>
                    </a:lnTo>
                    <a:lnTo>
                      <a:pt x="9030" y="11705"/>
                    </a:lnTo>
                    <a:lnTo>
                      <a:pt x="8939" y="11814"/>
                    </a:lnTo>
                    <a:lnTo>
                      <a:pt x="8890" y="11865"/>
                    </a:lnTo>
                    <a:lnTo>
                      <a:pt x="8837" y="11915"/>
                    </a:lnTo>
                    <a:lnTo>
                      <a:pt x="8724" y="12006"/>
                    </a:lnTo>
                    <a:lnTo>
                      <a:pt x="8602" y="12085"/>
                    </a:lnTo>
                    <a:lnTo>
                      <a:pt x="8474" y="12151"/>
                    </a:lnTo>
                    <a:lnTo>
                      <a:pt x="8340" y="12206"/>
                    </a:lnTo>
                    <a:lnTo>
                      <a:pt x="8200" y="12246"/>
                    </a:lnTo>
                    <a:lnTo>
                      <a:pt x="8058" y="12273"/>
                    </a:lnTo>
                    <a:lnTo>
                      <a:pt x="7913" y="12286"/>
                    </a:lnTo>
                    <a:lnTo>
                      <a:pt x="7841" y="12286"/>
                    </a:lnTo>
                    <a:lnTo>
                      <a:pt x="7767" y="12285"/>
                    </a:lnTo>
                    <a:lnTo>
                      <a:pt x="7626" y="12269"/>
                    </a:lnTo>
                    <a:lnTo>
                      <a:pt x="7489" y="12242"/>
                    </a:lnTo>
                    <a:lnTo>
                      <a:pt x="7358" y="12200"/>
                    </a:lnTo>
                    <a:lnTo>
                      <a:pt x="7232" y="12147"/>
                    </a:lnTo>
                    <a:lnTo>
                      <a:pt x="7111" y="12079"/>
                    </a:lnTo>
                    <a:lnTo>
                      <a:pt x="6997" y="12001"/>
                    </a:lnTo>
                    <a:lnTo>
                      <a:pt x="6889" y="11911"/>
                    </a:lnTo>
                    <a:lnTo>
                      <a:pt x="6839" y="11859"/>
                    </a:lnTo>
                    <a:lnTo>
                      <a:pt x="4655" y="9615"/>
                    </a:lnTo>
                    <a:lnTo>
                      <a:pt x="2472" y="11859"/>
                    </a:lnTo>
                    <a:lnTo>
                      <a:pt x="2422" y="11909"/>
                    </a:lnTo>
                    <a:lnTo>
                      <a:pt x="2315" y="12000"/>
                    </a:lnTo>
                    <a:lnTo>
                      <a:pt x="2201" y="12079"/>
                    </a:lnTo>
                    <a:lnTo>
                      <a:pt x="2080" y="12145"/>
                    </a:lnTo>
                    <a:lnTo>
                      <a:pt x="1955" y="12199"/>
                    </a:lnTo>
                    <a:lnTo>
                      <a:pt x="1823" y="12240"/>
                    </a:lnTo>
                    <a:lnTo>
                      <a:pt x="1686" y="12269"/>
                    </a:lnTo>
                    <a:lnTo>
                      <a:pt x="1545" y="12285"/>
                    </a:lnTo>
                    <a:lnTo>
                      <a:pt x="1473" y="12286"/>
                    </a:lnTo>
                    <a:lnTo>
                      <a:pt x="1460" y="12286"/>
                    </a:lnTo>
                    <a:lnTo>
                      <a:pt x="1447" y="12286"/>
                    </a:lnTo>
                    <a:close/>
                  </a:path>
                </a:pathLst>
              </a:custGeom>
              <a:solidFill>
                <a:srgbClr val="fed8c3"/>
              </a:solidFill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0" name="Group 12"/>
              <p:cNvGrpSpPr>
                <a:grpSpLocks noChangeAspect="1"/>
              </p:cNvGrpSpPr>
              <p:nvPr/>
            </p:nvGrpSpPr>
            <p:grpSpPr>
              <a:xfrm rot="0">
                <a:off x="392680" y="1495425"/>
                <a:ext cx="150738" cy="119909"/>
                <a:chOff x="6124" y="305"/>
                <a:chExt cx="841" cy="669"/>
              </a:xfrm>
              <a:solidFill>
                <a:srgbClr val="fed8c3"/>
              </a:solidFill>
            </p:grpSpPr>
            <p:sp>
              <p:nvSpPr>
                <p:cNvPr id="18" name="Freeform 13"/>
                <p:cNvSpPr/>
                <p:nvPr/>
              </p:nvSpPr>
              <p:spPr>
                <a:xfrm>
                  <a:off x="6244" y="440"/>
                  <a:ext cx="601" cy="534"/>
                </a:xfrm>
                <a:custGeom>
                  <a:avLst/>
                  <a:gdLst>
                    <a:gd name="T0" fmla="*/ 902 w 1802"/>
                    <a:gd name="T1" fmla="*/ 0 h 1602"/>
                    <a:gd name="T2" fmla="*/ 2 w 1802"/>
                    <a:gd name="T3" fmla="*/ 742 h 1602"/>
                    <a:gd name="T4" fmla="*/ 2 w 1802"/>
                    <a:gd name="T5" fmla="*/ 743 h 1602"/>
                    <a:gd name="T6" fmla="*/ 2 w 1802"/>
                    <a:gd name="T7" fmla="*/ 746 h 1602"/>
                    <a:gd name="T8" fmla="*/ 0 w 1802"/>
                    <a:gd name="T9" fmla="*/ 749 h 1602"/>
                    <a:gd name="T10" fmla="*/ 0 w 1802"/>
                    <a:gd name="T11" fmla="*/ 751 h 1602"/>
                    <a:gd name="T12" fmla="*/ 0 w 1802"/>
                    <a:gd name="T13" fmla="*/ 1501 h 1602"/>
                    <a:gd name="T14" fmla="*/ 2 w 1802"/>
                    <a:gd name="T15" fmla="*/ 1521 h 1602"/>
                    <a:gd name="T16" fmla="*/ 16 w 1802"/>
                    <a:gd name="T17" fmla="*/ 1557 h 1602"/>
                    <a:gd name="T18" fmla="*/ 30 w 1802"/>
                    <a:gd name="T19" fmla="*/ 1572 h 1602"/>
                    <a:gd name="T20" fmla="*/ 45 w 1802"/>
                    <a:gd name="T21" fmla="*/ 1586 h 1602"/>
                    <a:gd name="T22" fmla="*/ 81 w 1802"/>
                    <a:gd name="T23" fmla="*/ 1601 h 1602"/>
                    <a:gd name="T24" fmla="*/ 100 w 1802"/>
                    <a:gd name="T25" fmla="*/ 1602 h 1602"/>
                    <a:gd name="T26" fmla="*/ 702 w 1802"/>
                    <a:gd name="T27" fmla="*/ 1602 h 1602"/>
                    <a:gd name="T28" fmla="*/ 702 w 1802"/>
                    <a:gd name="T29" fmla="*/ 1001 h 1602"/>
                    <a:gd name="T30" fmla="*/ 1102 w 1802"/>
                    <a:gd name="T31" fmla="*/ 1001 h 1602"/>
                    <a:gd name="T32" fmla="*/ 1102 w 1802"/>
                    <a:gd name="T33" fmla="*/ 1602 h 1602"/>
                    <a:gd name="T34" fmla="*/ 1703 w 1802"/>
                    <a:gd name="T35" fmla="*/ 1602 h 1602"/>
                    <a:gd name="T36" fmla="*/ 1723 w 1802"/>
                    <a:gd name="T37" fmla="*/ 1601 h 1602"/>
                    <a:gd name="T38" fmla="*/ 1758 w 1802"/>
                    <a:gd name="T39" fmla="*/ 1586 h 1602"/>
                    <a:gd name="T40" fmla="*/ 1773 w 1802"/>
                    <a:gd name="T41" fmla="*/ 1572 h 1602"/>
                    <a:gd name="T42" fmla="*/ 1786 w 1802"/>
                    <a:gd name="T43" fmla="*/ 1557 h 1602"/>
                    <a:gd name="T44" fmla="*/ 1802 w 1802"/>
                    <a:gd name="T45" fmla="*/ 1521 h 1602"/>
                    <a:gd name="T46" fmla="*/ 1802 w 1802"/>
                    <a:gd name="T47" fmla="*/ 1501 h 1602"/>
                    <a:gd name="T48" fmla="*/ 1802 w 1802"/>
                    <a:gd name="T49" fmla="*/ 751 h 1602"/>
                    <a:gd name="T50" fmla="*/ 1802 w 1802"/>
                    <a:gd name="T51" fmla="*/ 745 h 1602"/>
                    <a:gd name="T52" fmla="*/ 1801 w 1802"/>
                    <a:gd name="T53" fmla="*/ 742 h 1602"/>
                    <a:gd name="T54" fmla="*/ 902 w 1802"/>
                    <a:gd name="T55" fmla="*/ 0 h 1602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802" h="1602">
                      <a:moveTo>
                        <a:pt x="902" y="0"/>
                      </a:moveTo>
                      <a:lnTo>
                        <a:pt x="2" y="742"/>
                      </a:lnTo>
                      <a:lnTo>
                        <a:pt x="2" y="743"/>
                      </a:lnTo>
                      <a:lnTo>
                        <a:pt x="2" y="746"/>
                      </a:lnTo>
                      <a:lnTo>
                        <a:pt x="0" y="749"/>
                      </a:lnTo>
                      <a:lnTo>
                        <a:pt x="0" y="751"/>
                      </a:lnTo>
                      <a:lnTo>
                        <a:pt x="0" y="1501"/>
                      </a:lnTo>
                      <a:lnTo>
                        <a:pt x="2" y="1521"/>
                      </a:lnTo>
                      <a:lnTo>
                        <a:pt x="16" y="1557"/>
                      </a:lnTo>
                      <a:lnTo>
                        <a:pt x="30" y="1572"/>
                      </a:lnTo>
                      <a:lnTo>
                        <a:pt x="45" y="1586"/>
                      </a:lnTo>
                      <a:lnTo>
                        <a:pt x="81" y="1601"/>
                      </a:lnTo>
                      <a:lnTo>
                        <a:pt x="100" y="1602"/>
                      </a:lnTo>
                      <a:lnTo>
                        <a:pt x="702" y="1602"/>
                      </a:lnTo>
                      <a:lnTo>
                        <a:pt x="702" y="1001"/>
                      </a:lnTo>
                      <a:lnTo>
                        <a:pt x="1102" y="1001"/>
                      </a:lnTo>
                      <a:lnTo>
                        <a:pt x="1102" y="1602"/>
                      </a:lnTo>
                      <a:lnTo>
                        <a:pt x="1703" y="1602"/>
                      </a:lnTo>
                      <a:lnTo>
                        <a:pt x="1723" y="1601"/>
                      </a:lnTo>
                      <a:lnTo>
                        <a:pt x="1758" y="1586"/>
                      </a:lnTo>
                      <a:lnTo>
                        <a:pt x="1773" y="1572"/>
                      </a:lnTo>
                      <a:lnTo>
                        <a:pt x="1786" y="1557"/>
                      </a:lnTo>
                      <a:lnTo>
                        <a:pt x="1802" y="1521"/>
                      </a:lnTo>
                      <a:lnTo>
                        <a:pt x="1802" y="1501"/>
                      </a:lnTo>
                      <a:lnTo>
                        <a:pt x="1802" y="751"/>
                      </a:lnTo>
                      <a:lnTo>
                        <a:pt x="1802" y="745"/>
                      </a:lnTo>
                      <a:lnTo>
                        <a:pt x="1801" y="742"/>
                      </a:lnTo>
                      <a:lnTo>
                        <a:pt x="90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lvl="0"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9" name="Freeform 14"/>
                <p:cNvSpPr/>
                <p:nvPr/>
              </p:nvSpPr>
              <p:spPr>
                <a:xfrm>
                  <a:off x="6124" y="305"/>
                  <a:ext cx="841" cy="394"/>
                </a:xfrm>
                <a:custGeom>
                  <a:avLst/>
                  <a:gdLst>
                    <a:gd name="T0" fmla="*/ 2505 w 2522"/>
                    <a:gd name="T1" fmla="*/ 978 h 1181"/>
                    <a:gd name="T2" fmla="*/ 2162 w 2522"/>
                    <a:gd name="T3" fmla="*/ 694 h 1181"/>
                    <a:gd name="T4" fmla="*/ 2162 w 2522"/>
                    <a:gd name="T5" fmla="*/ 54 h 1181"/>
                    <a:gd name="T6" fmla="*/ 2162 w 2522"/>
                    <a:gd name="T7" fmla="*/ 44 h 1181"/>
                    <a:gd name="T8" fmla="*/ 2155 w 2522"/>
                    <a:gd name="T9" fmla="*/ 26 h 1181"/>
                    <a:gd name="T10" fmla="*/ 2149 w 2522"/>
                    <a:gd name="T11" fmla="*/ 18 h 1181"/>
                    <a:gd name="T12" fmla="*/ 2141 w 2522"/>
                    <a:gd name="T13" fmla="*/ 13 h 1181"/>
                    <a:gd name="T14" fmla="*/ 2123 w 2522"/>
                    <a:gd name="T15" fmla="*/ 5 h 1181"/>
                    <a:gd name="T16" fmla="*/ 2113 w 2522"/>
                    <a:gd name="T17" fmla="*/ 5 h 1181"/>
                    <a:gd name="T18" fmla="*/ 1812 w 2522"/>
                    <a:gd name="T19" fmla="*/ 5 h 1181"/>
                    <a:gd name="T20" fmla="*/ 1802 w 2522"/>
                    <a:gd name="T21" fmla="*/ 5 h 1181"/>
                    <a:gd name="T22" fmla="*/ 1783 w 2522"/>
                    <a:gd name="T23" fmla="*/ 13 h 1181"/>
                    <a:gd name="T24" fmla="*/ 1776 w 2522"/>
                    <a:gd name="T25" fmla="*/ 18 h 1181"/>
                    <a:gd name="T26" fmla="*/ 1770 w 2522"/>
                    <a:gd name="T27" fmla="*/ 26 h 1181"/>
                    <a:gd name="T28" fmla="*/ 1763 w 2522"/>
                    <a:gd name="T29" fmla="*/ 44 h 1181"/>
                    <a:gd name="T30" fmla="*/ 1762 w 2522"/>
                    <a:gd name="T31" fmla="*/ 54 h 1181"/>
                    <a:gd name="T32" fmla="*/ 1762 w 2522"/>
                    <a:gd name="T33" fmla="*/ 360 h 1181"/>
                    <a:gd name="T34" fmla="*/ 1380 w 2522"/>
                    <a:gd name="T35" fmla="*/ 41 h 1181"/>
                    <a:gd name="T36" fmla="*/ 1354 w 2522"/>
                    <a:gd name="T37" fmla="*/ 23 h 1181"/>
                    <a:gd name="T38" fmla="*/ 1295 w 2522"/>
                    <a:gd name="T39" fmla="*/ 1 h 1181"/>
                    <a:gd name="T40" fmla="*/ 1262 w 2522"/>
                    <a:gd name="T41" fmla="*/ 0 h 1181"/>
                    <a:gd name="T42" fmla="*/ 1227 w 2522"/>
                    <a:gd name="T43" fmla="*/ 1 h 1181"/>
                    <a:gd name="T44" fmla="*/ 1168 w 2522"/>
                    <a:gd name="T45" fmla="*/ 23 h 1181"/>
                    <a:gd name="T46" fmla="*/ 1142 w 2522"/>
                    <a:gd name="T47" fmla="*/ 41 h 1181"/>
                    <a:gd name="T48" fmla="*/ 17 w 2522"/>
                    <a:gd name="T49" fmla="*/ 978 h 1181"/>
                    <a:gd name="T50" fmla="*/ 10 w 2522"/>
                    <a:gd name="T51" fmla="*/ 985 h 1181"/>
                    <a:gd name="T52" fmla="*/ 1 w 2522"/>
                    <a:gd name="T53" fmla="*/ 1001 h 1181"/>
                    <a:gd name="T54" fmla="*/ 0 w 2522"/>
                    <a:gd name="T55" fmla="*/ 1012 h 1181"/>
                    <a:gd name="T56" fmla="*/ 0 w 2522"/>
                    <a:gd name="T57" fmla="*/ 1023 h 1181"/>
                    <a:gd name="T58" fmla="*/ 6 w 2522"/>
                    <a:gd name="T59" fmla="*/ 1040 h 1181"/>
                    <a:gd name="T60" fmla="*/ 12 w 2522"/>
                    <a:gd name="T61" fmla="*/ 1048 h 1181"/>
                    <a:gd name="T62" fmla="*/ 108 w 2522"/>
                    <a:gd name="T63" fmla="*/ 1164 h 1181"/>
                    <a:gd name="T64" fmla="*/ 122 w 2522"/>
                    <a:gd name="T65" fmla="*/ 1177 h 1181"/>
                    <a:gd name="T66" fmla="*/ 141 w 2522"/>
                    <a:gd name="T67" fmla="*/ 1181 h 1181"/>
                    <a:gd name="T68" fmla="*/ 160 w 2522"/>
                    <a:gd name="T69" fmla="*/ 1181 h 1181"/>
                    <a:gd name="T70" fmla="*/ 179 w 2522"/>
                    <a:gd name="T71" fmla="*/ 1171 h 1181"/>
                    <a:gd name="T72" fmla="*/ 1262 w 2522"/>
                    <a:gd name="T73" fmla="*/ 268 h 1181"/>
                    <a:gd name="T74" fmla="*/ 2344 w 2522"/>
                    <a:gd name="T75" fmla="*/ 1171 h 1181"/>
                    <a:gd name="T76" fmla="*/ 2358 w 2522"/>
                    <a:gd name="T77" fmla="*/ 1180 h 1181"/>
                    <a:gd name="T78" fmla="*/ 2377 w 2522"/>
                    <a:gd name="T79" fmla="*/ 1181 h 1181"/>
                    <a:gd name="T80" fmla="*/ 2383 w 2522"/>
                    <a:gd name="T81" fmla="*/ 1181 h 1181"/>
                    <a:gd name="T82" fmla="*/ 2401 w 2522"/>
                    <a:gd name="T83" fmla="*/ 1177 h 1181"/>
                    <a:gd name="T84" fmla="*/ 2414 w 2522"/>
                    <a:gd name="T85" fmla="*/ 1164 h 1181"/>
                    <a:gd name="T86" fmla="*/ 2512 w 2522"/>
                    <a:gd name="T87" fmla="*/ 1048 h 1181"/>
                    <a:gd name="T88" fmla="*/ 2518 w 2522"/>
                    <a:gd name="T89" fmla="*/ 1040 h 1181"/>
                    <a:gd name="T90" fmla="*/ 2522 w 2522"/>
                    <a:gd name="T91" fmla="*/ 1023 h 1181"/>
                    <a:gd name="T92" fmla="*/ 2522 w 2522"/>
                    <a:gd name="T93" fmla="*/ 1012 h 1181"/>
                    <a:gd name="T94" fmla="*/ 2521 w 2522"/>
                    <a:gd name="T95" fmla="*/ 1001 h 1181"/>
                    <a:gd name="T96" fmla="*/ 2512 w 2522"/>
                    <a:gd name="T97" fmla="*/ 985 h 1181"/>
                    <a:gd name="T98" fmla="*/ 2505 w 2522"/>
                    <a:gd name="T99" fmla="*/ 978 h 1181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2522" h="1181">
                      <a:moveTo>
                        <a:pt x="2505" y="978"/>
                      </a:moveTo>
                      <a:lnTo>
                        <a:pt x="2162" y="694"/>
                      </a:lnTo>
                      <a:lnTo>
                        <a:pt x="2162" y="54"/>
                      </a:lnTo>
                      <a:lnTo>
                        <a:pt x="2162" y="44"/>
                      </a:lnTo>
                      <a:lnTo>
                        <a:pt x="2155" y="26"/>
                      </a:lnTo>
                      <a:lnTo>
                        <a:pt x="2149" y="18"/>
                      </a:lnTo>
                      <a:lnTo>
                        <a:pt x="2141" y="13"/>
                      </a:lnTo>
                      <a:lnTo>
                        <a:pt x="2123" y="5"/>
                      </a:lnTo>
                      <a:lnTo>
                        <a:pt x="2113" y="5"/>
                      </a:lnTo>
                      <a:lnTo>
                        <a:pt x="1812" y="5"/>
                      </a:lnTo>
                      <a:lnTo>
                        <a:pt x="1802" y="5"/>
                      </a:lnTo>
                      <a:lnTo>
                        <a:pt x="1783" y="13"/>
                      </a:lnTo>
                      <a:lnTo>
                        <a:pt x="1776" y="18"/>
                      </a:lnTo>
                      <a:lnTo>
                        <a:pt x="1770" y="26"/>
                      </a:lnTo>
                      <a:lnTo>
                        <a:pt x="1763" y="44"/>
                      </a:lnTo>
                      <a:lnTo>
                        <a:pt x="1762" y="54"/>
                      </a:lnTo>
                      <a:lnTo>
                        <a:pt x="1762" y="360"/>
                      </a:lnTo>
                      <a:lnTo>
                        <a:pt x="1380" y="41"/>
                      </a:lnTo>
                      <a:lnTo>
                        <a:pt x="1354" y="23"/>
                      </a:lnTo>
                      <a:lnTo>
                        <a:pt x="1295" y="1"/>
                      </a:lnTo>
                      <a:lnTo>
                        <a:pt x="1262" y="0"/>
                      </a:lnTo>
                      <a:lnTo>
                        <a:pt x="1227" y="1"/>
                      </a:lnTo>
                      <a:lnTo>
                        <a:pt x="1168" y="23"/>
                      </a:lnTo>
                      <a:lnTo>
                        <a:pt x="1142" y="41"/>
                      </a:lnTo>
                      <a:lnTo>
                        <a:pt x="17" y="978"/>
                      </a:lnTo>
                      <a:lnTo>
                        <a:pt x="10" y="985"/>
                      </a:lnTo>
                      <a:lnTo>
                        <a:pt x="1" y="1001"/>
                      </a:lnTo>
                      <a:lnTo>
                        <a:pt x="0" y="1012"/>
                      </a:lnTo>
                      <a:lnTo>
                        <a:pt x="0" y="1023"/>
                      </a:lnTo>
                      <a:lnTo>
                        <a:pt x="6" y="1040"/>
                      </a:lnTo>
                      <a:lnTo>
                        <a:pt x="12" y="1048"/>
                      </a:lnTo>
                      <a:lnTo>
                        <a:pt x="108" y="1164"/>
                      </a:lnTo>
                      <a:lnTo>
                        <a:pt x="122" y="1177"/>
                      </a:lnTo>
                      <a:lnTo>
                        <a:pt x="141" y="1181"/>
                      </a:lnTo>
                      <a:lnTo>
                        <a:pt x="160" y="1181"/>
                      </a:lnTo>
                      <a:lnTo>
                        <a:pt x="179" y="1171"/>
                      </a:lnTo>
                      <a:lnTo>
                        <a:pt x="1262" y="268"/>
                      </a:lnTo>
                      <a:lnTo>
                        <a:pt x="2344" y="1171"/>
                      </a:lnTo>
                      <a:lnTo>
                        <a:pt x="2358" y="1180"/>
                      </a:lnTo>
                      <a:lnTo>
                        <a:pt x="2377" y="1181"/>
                      </a:lnTo>
                      <a:lnTo>
                        <a:pt x="2383" y="1181"/>
                      </a:lnTo>
                      <a:lnTo>
                        <a:pt x="2401" y="1177"/>
                      </a:lnTo>
                      <a:lnTo>
                        <a:pt x="2414" y="1164"/>
                      </a:lnTo>
                      <a:lnTo>
                        <a:pt x="2512" y="1048"/>
                      </a:lnTo>
                      <a:lnTo>
                        <a:pt x="2518" y="1040"/>
                      </a:lnTo>
                      <a:lnTo>
                        <a:pt x="2522" y="1023"/>
                      </a:lnTo>
                      <a:lnTo>
                        <a:pt x="2522" y="1012"/>
                      </a:lnTo>
                      <a:lnTo>
                        <a:pt x="2521" y="1001"/>
                      </a:lnTo>
                      <a:lnTo>
                        <a:pt x="2512" y="985"/>
                      </a:lnTo>
                      <a:lnTo>
                        <a:pt x="2505" y="97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lvl="0"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12" name="자유형 11"/>
              <p:cNvSpPr/>
              <p:nvPr/>
            </p:nvSpPr>
            <p:spPr>
              <a:xfrm>
                <a:off x="411947" y="3025934"/>
                <a:ext cx="112204" cy="98201"/>
              </a:xfrm>
              <a:custGeom>
                <a:avLst/>
                <a:gdLst>
                  <a:gd name="connsiteX0" fmla="*/ 149021 w 448462"/>
                  <a:gd name="connsiteY0" fmla="*/ 328125 h 392491"/>
                  <a:gd name="connsiteX1" fmla="*/ 210588 w 448462"/>
                  <a:gd name="connsiteY1" fmla="*/ 357224 h 392491"/>
                  <a:gd name="connsiteX2" fmla="*/ 160375 w 448462"/>
                  <a:gd name="connsiteY2" fmla="*/ 391211 h 392491"/>
                  <a:gd name="connsiteX3" fmla="*/ 158502 w 448462"/>
                  <a:gd name="connsiteY3" fmla="*/ 392025 h 392491"/>
                  <a:gd name="connsiteX4" fmla="*/ 156629 w 448462"/>
                  <a:gd name="connsiteY4" fmla="*/ 392491 h 392491"/>
                  <a:gd name="connsiteX5" fmla="*/ 154757 w 448462"/>
                  <a:gd name="connsiteY5" fmla="*/ 392375 h 392491"/>
                  <a:gd name="connsiteX6" fmla="*/ 153001 w 448462"/>
                  <a:gd name="connsiteY6" fmla="*/ 391676 h 392491"/>
                  <a:gd name="connsiteX7" fmla="*/ 151362 w 448462"/>
                  <a:gd name="connsiteY7" fmla="*/ 390396 h 392491"/>
                  <a:gd name="connsiteX8" fmla="*/ 150075 w 448462"/>
                  <a:gd name="connsiteY8" fmla="*/ 388883 h 392491"/>
                  <a:gd name="connsiteX9" fmla="*/ 149255 w 448462"/>
                  <a:gd name="connsiteY9" fmla="*/ 387137 h 392491"/>
                  <a:gd name="connsiteX10" fmla="*/ 149021 w 448462"/>
                  <a:gd name="connsiteY10" fmla="*/ 385158 h 392491"/>
                  <a:gd name="connsiteX11" fmla="*/ 441235 w 448462"/>
                  <a:gd name="connsiteY11" fmla="*/ 0 h 392491"/>
                  <a:gd name="connsiteX12" fmla="*/ 442983 w 448462"/>
                  <a:gd name="connsiteY12" fmla="*/ 233 h 392491"/>
                  <a:gd name="connsiteX13" fmla="*/ 444615 w 448462"/>
                  <a:gd name="connsiteY13" fmla="*/ 816 h 392491"/>
                  <a:gd name="connsiteX14" fmla="*/ 446131 w 448462"/>
                  <a:gd name="connsiteY14" fmla="*/ 1866 h 392491"/>
                  <a:gd name="connsiteX15" fmla="*/ 447530 w 448462"/>
                  <a:gd name="connsiteY15" fmla="*/ 3615 h 392491"/>
                  <a:gd name="connsiteX16" fmla="*/ 448346 w 448462"/>
                  <a:gd name="connsiteY16" fmla="*/ 5714 h 392491"/>
                  <a:gd name="connsiteX17" fmla="*/ 448462 w 448462"/>
                  <a:gd name="connsiteY17" fmla="*/ 7696 h 392491"/>
                  <a:gd name="connsiteX18" fmla="*/ 447879 w 448462"/>
                  <a:gd name="connsiteY18" fmla="*/ 9911 h 392491"/>
                  <a:gd name="connsiteX19" fmla="*/ 307990 w 448462"/>
                  <a:gd name="connsiteY19" fmla="*/ 362641 h 392491"/>
                  <a:gd name="connsiteX20" fmla="*/ 306708 w 448462"/>
                  <a:gd name="connsiteY20" fmla="*/ 364973 h 392491"/>
                  <a:gd name="connsiteX21" fmla="*/ 305076 w 448462"/>
                  <a:gd name="connsiteY21" fmla="*/ 366955 h 392491"/>
                  <a:gd name="connsiteX22" fmla="*/ 303094 w 448462"/>
                  <a:gd name="connsiteY22" fmla="*/ 368588 h 392491"/>
                  <a:gd name="connsiteX23" fmla="*/ 300646 w 448462"/>
                  <a:gd name="connsiteY23" fmla="*/ 369870 h 392491"/>
                  <a:gd name="connsiteX24" fmla="*/ 298314 w 448462"/>
                  <a:gd name="connsiteY24" fmla="*/ 370570 h 392491"/>
                  <a:gd name="connsiteX25" fmla="*/ 295983 w 448462"/>
                  <a:gd name="connsiteY25" fmla="*/ 370803 h 392491"/>
                  <a:gd name="connsiteX26" fmla="*/ 293068 w 448462"/>
                  <a:gd name="connsiteY26" fmla="*/ 370453 h 392491"/>
                  <a:gd name="connsiteX27" fmla="*/ 290387 w 448462"/>
                  <a:gd name="connsiteY27" fmla="*/ 369404 h 392491"/>
                  <a:gd name="connsiteX28" fmla="*/ 148982 w 448462"/>
                  <a:gd name="connsiteY28" fmla="*/ 302123 h 392491"/>
                  <a:gd name="connsiteX29" fmla="*/ 347858 w 448462"/>
                  <a:gd name="connsiteY29" fmla="*/ 102379 h 392491"/>
                  <a:gd name="connsiteX30" fmla="*/ 120771 w 448462"/>
                  <a:gd name="connsiteY30" fmla="*/ 288830 h 392491"/>
                  <a:gd name="connsiteX31" fmla="*/ 7344 w 448462"/>
                  <a:gd name="connsiteY31" fmla="*/ 234842 h 392491"/>
                  <a:gd name="connsiteX32" fmla="*/ 4896 w 448462"/>
                  <a:gd name="connsiteY32" fmla="*/ 233209 h 392491"/>
                  <a:gd name="connsiteX33" fmla="*/ 2798 w 448462"/>
                  <a:gd name="connsiteY33" fmla="*/ 231227 h 392491"/>
                  <a:gd name="connsiteX34" fmla="*/ 1282 w 448462"/>
                  <a:gd name="connsiteY34" fmla="*/ 228895 h 392491"/>
                  <a:gd name="connsiteX35" fmla="*/ 349 w 448462"/>
                  <a:gd name="connsiteY35" fmla="*/ 226213 h 392491"/>
                  <a:gd name="connsiteX36" fmla="*/ 0 w 448462"/>
                  <a:gd name="connsiteY36" fmla="*/ 223298 h 392491"/>
                  <a:gd name="connsiteX37" fmla="*/ 233 w 448462"/>
                  <a:gd name="connsiteY37" fmla="*/ 220499 h 392491"/>
                  <a:gd name="connsiteX38" fmla="*/ 1165 w 448462"/>
                  <a:gd name="connsiteY38" fmla="*/ 217701 h 392491"/>
                  <a:gd name="connsiteX39" fmla="*/ 2681 w 448462"/>
                  <a:gd name="connsiteY39" fmla="*/ 215252 h 392491"/>
                  <a:gd name="connsiteX40" fmla="*/ 4779 w 448462"/>
                  <a:gd name="connsiteY40" fmla="*/ 213270 h 392491"/>
                  <a:gd name="connsiteX41" fmla="*/ 7227 w 448462"/>
                  <a:gd name="connsiteY41" fmla="*/ 211754 h 392491"/>
                  <a:gd name="connsiteX42" fmla="*/ 437971 w 448462"/>
                  <a:gd name="connsiteY42" fmla="*/ 583 h 392491"/>
                  <a:gd name="connsiteX43" fmla="*/ 439603 w 448462"/>
                  <a:gd name="connsiteY43" fmla="*/ 117 h 39249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448462" h="392491">
                    <a:moveTo>
                      <a:pt x="149021" y="328125"/>
                    </a:moveTo>
                    <a:lnTo>
                      <a:pt x="210588" y="357224"/>
                    </a:lnTo>
                    <a:lnTo>
                      <a:pt x="160375" y="391211"/>
                    </a:lnTo>
                    <a:lnTo>
                      <a:pt x="158502" y="392025"/>
                    </a:lnTo>
                    <a:lnTo>
                      <a:pt x="156629" y="392491"/>
                    </a:lnTo>
                    <a:lnTo>
                      <a:pt x="154757" y="392375"/>
                    </a:lnTo>
                    <a:lnTo>
                      <a:pt x="153001" y="391676"/>
                    </a:lnTo>
                    <a:lnTo>
                      <a:pt x="151362" y="390396"/>
                    </a:lnTo>
                    <a:lnTo>
                      <a:pt x="150075" y="388883"/>
                    </a:lnTo>
                    <a:lnTo>
                      <a:pt x="149255" y="387137"/>
                    </a:lnTo>
                    <a:lnTo>
                      <a:pt x="149021" y="385158"/>
                    </a:lnTo>
                    <a:close/>
                    <a:moveTo>
                      <a:pt x="441235" y="0"/>
                    </a:moveTo>
                    <a:lnTo>
                      <a:pt x="442983" y="233"/>
                    </a:lnTo>
                    <a:lnTo>
                      <a:pt x="444615" y="816"/>
                    </a:lnTo>
                    <a:lnTo>
                      <a:pt x="446131" y="1866"/>
                    </a:lnTo>
                    <a:lnTo>
                      <a:pt x="447530" y="3615"/>
                    </a:lnTo>
                    <a:lnTo>
                      <a:pt x="448346" y="5714"/>
                    </a:lnTo>
                    <a:lnTo>
                      <a:pt x="448462" y="7696"/>
                    </a:lnTo>
                    <a:lnTo>
                      <a:pt x="447879" y="9911"/>
                    </a:lnTo>
                    <a:lnTo>
                      <a:pt x="307990" y="362641"/>
                    </a:lnTo>
                    <a:lnTo>
                      <a:pt x="306708" y="364973"/>
                    </a:lnTo>
                    <a:lnTo>
                      <a:pt x="305076" y="366955"/>
                    </a:lnTo>
                    <a:lnTo>
                      <a:pt x="303094" y="368588"/>
                    </a:lnTo>
                    <a:lnTo>
                      <a:pt x="300646" y="369870"/>
                    </a:lnTo>
                    <a:lnTo>
                      <a:pt x="298314" y="370570"/>
                    </a:lnTo>
                    <a:lnTo>
                      <a:pt x="295983" y="370803"/>
                    </a:lnTo>
                    <a:lnTo>
                      <a:pt x="293068" y="370453"/>
                    </a:lnTo>
                    <a:lnTo>
                      <a:pt x="290387" y="369404"/>
                    </a:lnTo>
                    <a:lnTo>
                      <a:pt x="148982" y="302123"/>
                    </a:lnTo>
                    <a:lnTo>
                      <a:pt x="347858" y="102379"/>
                    </a:lnTo>
                    <a:lnTo>
                      <a:pt x="120771" y="288830"/>
                    </a:lnTo>
                    <a:lnTo>
                      <a:pt x="7344" y="234842"/>
                    </a:lnTo>
                    <a:lnTo>
                      <a:pt x="4896" y="233209"/>
                    </a:lnTo>
                    <a:lnTo>
                      <a:pt x="2798" y="231227"/>
                    </a:lnTo>
                    <a:lnTo>
                      <a:pt x="1282" y="228895"/>
                    </a:lnTo>
                    <a:lnTo>
                      <a:pt x="349" y="226213"/>
                    </a:lnTo>
                    <a:lnTo>
                      <a:pt x="0" y="223298"/>
                    </a:lnTo>
                    <a:lnTo>
                      <a:pt x="233" y="220499"/>
                    </a:lnTo>
                    <a:lnTo>
                      <a:pt x="1165" y="217701"/>
                    </a:lnTo>
                    <a:lnTo>
                      <a:pt x="2681" y="215252"/>
                    </a:lnTo>
                    <a:lnTo>
                      <a:pt x="4779" y="213270"/>
                    </a:lnTo>
                    <a:lnTo>
                      <a:pt x="7227" y="211754"/>
                    </a:lnTo>
                    <a:lnTo>
                      <a:pt x="437971" y="583"/>
                    </a:lnTo>
                    <a:lnTo>
                      <a:pt x="439603" y="117"/>
                    </a:lnTo>
                    <a:close/>
                  </a:path>
                </a:pathLst>
              </a:custGeom>
              <a:solidFill>
                <a:srgbClr val="fed8c3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  <a:noAutofit/>
              </a:bodyPr>
              <a:lstStyle/>
              <a:p>
                <a:pPr lvl="0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Freeform 6"/>
              <p:cNvSpPr/>
              <p:nvPr/>
            </p:nvSpPr>
            <p:spPr>
              <a:xfrm rot="10800000" flipH="1" flipV="1">
                <a:off x="411361" y="2648749"/>
                <a:ext cx="113377" cy="100520"/>
              </a:xfrm>
              <a:custGeom>
                <a:avLst/>
                <a:gdLst>
                  <a:gd name="T0" fmla="*/ 2689 w 3491"/>
                  <a:gd name="T1" fmla="*/ 15 h 3097"/>
                  <a:gd name="T2" fmla="*/ 2963 w 3491"/>
                  <a:gd name="T3" fmla="*/ 108 h 3097"/>
                  <a:gd name="T4" fmla="*/ 3204 w 3491"/>
                  <a:gd name="T5" fmla="*/ 281 h 3097"/>
                  <a:gd name="T6" fmla="*/ 3382 w 3491"/>
                  <a:gd name="T7" fmla="*/ 518 h 3097"/>
                  <a:gd name="T8" fmla="*/ 3475 w 3491"/>
                  <a:gd name="T9" fmla="*/ 786 h 3097"/>
                  <a:gd name="T10" fmla="*/ 3486 w 3491"/>
                  <a:gd name="T11" fmla="*/ 1066 h 3097"/>
                  <a:gd name="T12" fmla="*/ 3413 w 3491"/>
                  <a:gd name="T13" fmla="*/ 1339 h 3097"/>
                  <a:gd name="T14" fmla="*/ 3256 w 3491"/>
                  <a:gd name="T15" fmla="*/ 1586 h 3097"/>
                  <a:gd name="T16" fmla="*/ 1965 w 3491"/>
                  <a:gd name="T17" fmla="*/ 2838 h 3097"/>
                  <a:gd name="T18" fmla="*/ 1873 w 3491"/>
                  <a:gd name="T19" fmla="*/ 2828 h 3097"/>
                  <a:gd name="T20" fmla="*/ 1821 w 3491"/>
                  <a:gd name="T21" fmla="*/ 2749 h 3097"/>
                  <a:gd name="T22" fmla="*/ 1853 w 3491"/>
                  <a:gd name="T23" fmla="*/ 2662 h 3097"/>
                  <a:gd name="T24" fmla="*/ 3153 w 3491"/>
                  <a:gd name="T25" fmla="*/ 1355 h 3097"/>
                  <a:gd name="T26" fmla="*/ 3242 w 3491"/>
                  <a:gd name="T27" fmla="*/ 1126 h 3097"/>
                  <a:gd name="T28" fmla="*/ 3253 w 3491"/>
                  <a:gd name="T29" fmla="*/ 885 h 3097"/>
                  <a:gd name="T30" fmla="*/ 3183 w 3491"/>
                  <a:gd name="T31" fmla="*/ 653 h 3097"/>
                  <a:gd name="T32" fmla="*/ 3035 w 3491"/>
                  <a:gd name="T33" fmla="*/ 448 h 3097"/>
                  <a:gd name="T34" fmla="*/ 2825 w 3491"/>
                  <a:gd name="T35" fmla="*/ 301 h 3097"/>
                  <a:gd name="T36" fmla="*/ 2586 w 3491"/>
                  <a:gd name="T37" fmla="*/ 234 h 3097"/>
                  <a:gd name="T38" fmla="*/ 2340 w 3491"/>
                  <a:gd name="T39" fmla="*/ 243 h 3097"/>
                  <a:gd name="T40" fmla="*/ 2108 w 3491"/>
                  <a:gd name="T41" fmla="*/ 331 h 3097"/>
                  <a:gd name="T42" fmla="*/ 378 w 3491"/>
                  <a:gd name="T43" fmla="*/ 1972 h 3097"/>
                  <a:gd name="T44" fmla="*/ 258 w 3491"/>
                  <a:gd name="T45" fmla="*/ 2149 h 3097"/>
                  <a:gd name="T46" fmla="*/ 218 w 3491"/>
                  <a:gd name="T47" fmla="*/ 2350 h 3097"/>
                  <a:gd name="T48" fmla="*/ 258 w 3491"/>
                  <a:gd name="T49" fmla="*/ 2551 h 3097"/>
                  <a:gd name="T50" fmla="*/ 378 w 3491"/>
                  <a:gd name="T51" fmla="*/ 2728 h 3097"/>
                  <a:gd name="T52" fmla="*/ 558 w 3491"/>
                  <a:gd name="T53" fmla="*/ 2846 h 3097"/>
                  <a:gd name="T54" fmla="*/ 763 w 3491"/>
                  <a:gd name="T55" fmla="*/ 2885 h 3097"/>
                  <a:gd name="T56" fmla="*/ 968 w 3491"/>
                  <a:gd name="T57" fmla="*/ 2846 h 3097"/>
                  <a:gd name="T58" fmla="*/ 1149 w 3491"/>
                  <a:gd name="T59" fmla="*/ 2728 h 3097"/>
                  <a:gd name="T60" fmla="*/ 2809 w 3491"/>
                  <a:gd name="T61" fmla="*/ 1091 h 3097"/>
                  <a:gd name="T62" fmla="*/ 2837 w 3491"/>
                  <a:gd name="T63" fmla="*/ 942 h 3097"/>
                  <a:gd name="T64" fmla="*/ 2791 w 3491"/>
                  <a:gd name="T65" fmla="*/ 797 h 3097"/>
                  <a:gd name="T66" fmla="*/ 2677 w 3491"/>
                  <a:gd name="T67" fmla="*/ 685 h 3097"/>
                  <a:gd name="T68" fmla="*/ 2528 w 3491"/>
                  <a:gd name="T69" fmla="*/ 641 h 3097"/>
                  <a:gd name="T70" fmla="*/ 2377 w 3491"/>
                  <a:gd name="T71" fmla="*/ 668 h 3097"/>
                  <a:gd name="T72" fmla="*/ 1082 w 3491"/>
                  <a:gd name="T73" fmla="*/ 1906 h 3097"/>
                  <a:gd name="T74" fmla="*/ 992 w 3491"/>
                  <a:gd name="T75" fmla="*/ 1937 h 3097"/>
                  <a:gd name="T76" fmla="*/ 911 w 3491"/>
                  <a:gd name="T77" fmla="*/ 1887 h 3097"/>
                  <a:gd name="T78" fmla="*/ 900 w 3491"/>
                  <a:gd name="T79" fmla="*/ 1796 h 3097"/>
                  <a:gd name="T80" fmla="*/ 2165 w 3491"/>
                  <a:gd name="T81" fmla="*/ 546 h 3097"/>
                  <a:gd name="T82" fmla="*/ 2354 w 3491"/>
                  <a:gd name="T83" fmla="*/ 449 h 3097"/>
                  <a:gd name="T84" fmla="*/ 2562 w 3491"/>
                  <a:gd name="T85" fmla="*/ 429 h 3097"/>
                  <a:gd name="T86" fmla="*/ 2763 w 3491"/>
                  <a:gd name="T87" fmla="*/ 488 h 3097"/>
                  <a:gd name="T88" fmla="*/ 2932 w 3491"/>
                  <a:gd name="T89" fmla="*/ 623 h 3097"/>
                  <a:gd name="T90" fmla="*/ 3032 w 3491"/>
                  <a:gd name="T91" fmla="*/ 809 h 3097"/>
                  <a:gd name="T92" fmla="*/ 3053 w 3491"/>
                  <a:gd name="T93" fmla="*/ 1012 h 3097"/>
                  <a:gd name="T94" fmla="*/ 2993 w 3491"/>
                  <a:gd name="T95" fmla="*/ 1209 h 3097"/>
                  <a:gd name="T96" fmla="*/ 1303 w 3491"/>
                  <a:gd name="T97" fmla="*/ 2879 h 3097"/>
                  <a:gd name="T98" fmla="*/ 1094 w 3491"/>
                  <a:gd name="T99" fmla="*/ 3025 h 3097"/>
                  <a:gd name="T100" fmla="*/ 855 w 3491"/>
                  <a:gd name="T101" fmla="*/ 3092 h 3097"/>
                  <a:gd name="T102" fmla="*/ 609 w 3491"/>
                  <a:gd name="T103" fmla="*/ 3083 h 3097"/>
                  <a:gd name="T104" fmla="*/ 377 w 3491"/>
                  <a:gd name="T105" fmla="*/ 2995 h 3097"/>
                  <a:gd name="T106" fmla="*/ 178 w 3491"/>
                  <a:gd name="T107" fmla="*/ 2832 h 3097"/>
                  <a:gd name="T108" fmla="*/ 51 w 3491"/>
                  <a:gd name="T109" fmla="*/ 2617 h 3097"/>
                  <a:gd name="T110" fmla="*/ 0 w 3491"/>
                  <a:gd name="T111" fmla="*/ 2381 h 3097"/>
                  <a:gd name="T112" fmla="*/ 30 w 3491"/>
                  <a:gd name="T113" fmla="*/ 2141 h 3097"/>
                  <a:gd name="T114" fmla="*/ 139 w 3491"/>
                  <a:gd name="T115" fmla="*/ 1920 h 3097"/>
                  <a:gd name="T116" fmla="*/ 1872 w 3491"/>
                  <a:gd name="T117" fmla="*/ 230 h 3097"/>
                  <a:gd name="T118" fmla="*/ 2123 w 3491"/>
                  <a:gd name="T119" fmla="*/ 76 h 3097"/>
                  <a:gd name="T120" fmla="*/ 2402 w 3491"/>
                  <a:gd name="T121" fmla="*/ 5 h 3097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491" h="3097">
                    <a:moveTo>
                      <a:pt x="2474" y="0"/>
                    </a:moveTo>
                    <a:lnTo>
                      <a:pt x="2546" y="0"/>
                    </a:lnTo>
                    <a:lnTo>
                      <a:pt x="2618" y="5"/>
                    </a:lnTo>
                    <a:lnTo>
                      <a:pt x="2689" y="15"/>
                    </a:lnTo>
                    <a:lnTo>
                      <a:pt x="2758" y="31"/>
                    </a:lnTo>
                    <a:lnTo>
                      <a:pt x="2828" y="51"/>
                    </a:lnTo>
                    <a:lnTo>
                      <a:pt x="2896" y="76"/>
                    </a:lnTo>
                    <a:lnTo>
                      <a:pt x="2963" y="108"/>
                    </a:lnTo>
                    <a:lnTo>
                      <a:pt x="3026" y="143"/>
                    </a:lnTo>
                    <a:lnTo>
                      <a:pt x="3088" y="183"/>
                    </a:lnTo>
                    <a:lnTo>
                      <a:pt x="3147" y="230"/>
                    </a:lnTo>
                    <a:lnTo>
                      <a:pt x="3204" y="281"/>
                    </a:lnTo>
                    <a:lnTo>
                      <a:pt x="3256" y="336"/>
                    </a:lnTo>
                    <a:lnTo>
                      <a:pt x="3303" y="394"/>
                    </a:lnTo>
                    <a:lnTo>
                      <a:pt x="3345" y="455"/>
                    </a:lnTo>
                    <a:lnTo>
                      <a:pt x="3382" y="518"/>
                    </a:lnTo>
                    <a:lnTo>
                      <a:pt x="3413" y="582"/>
                    </a:lnTo>
                    <a:lnTo>
                      <a:pt x="3439" y="650"/>
                    </a:lnTo>
                    <a:lnTo>
                      <a:pt x="3460" y="717"/>
                    </a:lnTo>
                    <a:lnTo>
                      <a:pt x="3475" y="786"/>
                    </a:lnTo>
                    <a:lnTo>
                      <a:pt x="3486" y="856"/>
                    </a:lnTo>
                    <a:lnTo>
                      <a:pt x="3491" y="926"/>
                    </a:lnTo>
                    <a:lnTo>
                      <a:pt x="3491" y="996"/>
                    </a:lnTo>
                    <a:lnTo>
                      <a:pt x="3486" y="1066"/>
                    </a:lnTo>
                    <a:lnTo>
                      <a:pt x="3475" y="1136"/>
                    </a:lnTo>
                    <a:lnTo>
                      <a:pt x="3460" y="1205"/>
                    </a:lnTo>
                    <a:lnTo>
                      <a:pt x="3439" y="1273"/>
                    </a:lnTo>
                    <a:lnTo>
                      <a:pt x="3413" y="1339"/>
                    </a:lnTo>
                    <a:lnTo>
                      <a:pt x="3382" y="1404"/>
                    </a:lnTo>
                    <a:lnTo>
                      <a:pt x="3345" y="1467"/>
                    </a:lnTo>
                    <a:lnTo>
                      <a:pt x="3303" y="1528"/>
                    </a:lnTo>
                    <a:lnTo>
                      <a:pt x="3256" y="1586"/>
                    </a:lnTo>
                    <a:lnTo>
                      <a:pt x="3204" y="1641"/>
                    </a:lnTo>
                    <a:lnTo>
                      <a:pt x="2007" y="2813"/>
                    </a:lnTo>
                    <a:lnTo>
                      <a:pt x="1988" y="2828"/>
                    </a:lnTo>
                    <a:lnTo>
                      <a:pt x="1965" y="2838"/>
                    </a:lnTo>
                    <a:lnTo>
                      <a:pt x="1942" y="2844"/>
                    </a:lnTo>
                    <a:lnTo>
                      <a:pt x="1918" y="2844"/>
                    </a:lnTo>
                    <a:lnTo>
                      <a:pt x="1894" y="2838"/>
                    </a:lnTo>
                    <a:lnTo>
                      <a:pt x="1873" y="2828"/>
                    </a:lnTo>
                    <a:lnTo>
                      <a:pt x="1853" y="2813"/>
                    </a:lnTo>
                    <a:lnTo>
                      <a:pt x="1837" y="2793"/>
                    </a:lnTo>
                    <a:lnTo>
                      <a:pt x="1827" y="2772"/>
                    </a:lnTo>
                    <a:lnTo>
                      <a:pt x="1821" y="2749"/>
                    </a:lnTo>
                    <a:lnTo>
                      <a:pt x="1821" y="2726"/>
                    </a:lnTo>
                    <a:lnTo>
                      <a:pt x="1827" y="2703"/>
                    </a:lnTo>
                    <a:lnTo>
                      <a:pt x="1837" y="2681"/>
                    </a:lnTo>
                    <a:lnTo>
                      <a:pt x="1853" y="2662"/>
                    </a:lnTo>
                    <a:lnTo>
                      <a:pt x="3035" y="1505"/>
                    </a:lnTo>
                    <a:lnTo>
                      <a:pt x="3079" y="1458"/>
                    </a:lnTo>
                    <a:lnTo>
                      <a:pt x="3118" y="1407"/>
                    </a:lnTo>
                    <a:lnTo>
                      <a:pt x="3153" y="1355"/>
                    </a:lnTo>
                    <a:lnTo>
                      <a:pt x="3183" y="1300"/>
                    </a:lnTo>
                    <a:lnTo>
                      <a:pt x="3208" y="1243"/>
                    </a:lnTo>
                    <a:lnTo>
                      <a:pt x="3228" y="1185"/>
                    </a:lnTo>
                    <a:lnTo>
                      <a:pt x="3242" y="1126"/>
                    </a:lnTo>
                    <a:lnTo>
                      <a:pt x="3253" y="1066"/>
                    </a:lnTo>
                    <a:lnTo>
                      <a:pt x="3257" y="1006"/>
                    </a:lnTo>
                    <a:lnTo>
                      <a:pt x="3257" y="946"/>
                    </a:lnTo>
                    <a:lnTo>
                      <a:pt x="3253" y="885"/>
                    </a:lnTo>
                    <a:lnTo>
                      <a:pt x="3242" y="826"/>
                    </a:lnTo>
                    <a:lnTo>
                      <a:pt x="3228" y="766"/>
                    </a:lnTo>
                    <a:lnTo>
                      <a:pt x="3208" y="709"/>
                    </a:lnTo>
                    <a:lnTo>
                      <a:pt x="3183" y="653"/>
                    </a:lnTo>
                    <a:lnTo>
                      <a:pt x="3153" y="598"/>
                    </a:lnTo>
                    <a:lnTo>
                      <a:pt x="3118" y="545"/>
                    </a:lnTo>
                    <a:lnTo>
                      <a:pt x="3079" y="495"/>
                    </a:lnTo>
                    <a:lnTo>
                      <a:pt x="3035" y="448"/>
                    </a:lnTo>
                    <a:lnTo>
                      <a:pt x="2985" y="403"/>
                    </a:lnTo>
                    <a:lnTo>
                      <a:pt x="2935" y="364"/>
                    </a:lnTo>
                    <a:lnTo>
                      <a:pt x="2881" y="331"/>
                    </a:lnTo>
                    <a:lnTo>
                      <a:pt x="2825" y="301"/>
                    </a:lnTo>
                    <a:lnTo>
                      <a:pt x="2767" y="277"/>
                    </a:lnTo>
                    <a:lnTo>
                      <a:pt x="2708" y="258"/>
                    </a:lnTo>
                    <a:lnTo>
                      <a:pt x="2648" y="243"/>
                    </a:lnTo>
                    <a:lnTo>
                      <a:pt x="2586" y="234"/>
                    </a:lnTo>
                    <a:lnTo>
                      <a:pt x="2525" y="229"/>
                    </a:lnTo>
                    <a:lnTo>
                      <a:pt x="2464" y="229"/>
                    </a:lnTo>
                    <a:lnTo>
                      <a:pt x="2402" y="234"/>
                    </a:lnTo>
                    <a:lnTo>
                      <a:pt x="2340" y="243"/>
                    </a:lnTo>
                    <a:lnTo>
                      <a:pt x="2280" y="258"/>
                    </a:lnTo>
                    <a:lnTo>
                      <a:pt x="2221" y="277"/>
                    </a:lnTo>
                    <a:lnTo>
                      <a:pt x="2164" y="301"/>
                    </a:lnTo>
                    <a:lnTo>
                      <a:pt x="2108" y="331"/>
                    </a:lnTo>
                    <a:lnTo>
                      <a:pt x="2055" y="364"/>
                    </a:lnTo>
                    <a:lnTo>
                      <a:pt x="2003" y="403"/>
                    </a:lnTo>
                    <a:lnTo>
                      <a:pt x="1955" y="448"/>
                    </a:lnTo>
                    <a:lnTo>
                      <a:pt x="378" y="1972"/>
                    </a:lnTo>
                    <a:lnTo>
                      <a:pt x="341" y="2013"/>
                    </a:lnTo>
                    <a:lnTo>
                      <a:pt x="307" y="2057"/>
                    </a:lnTo>
                    <a:lnTo>
                      <a:pt x="280" y="2102"/>
                    </a:lnTo>
                    <a:lnTo>
                      <a:pt x="258" y="2149"/>
                    </a:lnTo>
                    <a:lnTo>
                      <a:pt x="241" y="2199"/>
                    </a:lnTo>
                    <a:lnTo>
                      <a:pt x="228" y="2248"/>
                    </a:lnTo>
                    <a:lnTo>
                      <a:pt x="220" y="2299"/>
                    </a:lnTo>
                    <a:lnTo>
                      <a:pt x="218" y="2350"/>
                    </a:lnTo>
                    <a:lnTo>
                      <a:pt x="220" y="2402"/>
                    </a:lnTo>
                    <a:lnTo>
                      <a:pt x="228" y="2452"/>
                    </a:lnTo>
                    <a:lnTo>
                      <a:pt x="241" y="2503"/>
                    </a:lnTo>
                    <a:lnTo>
                      <a:pt x="258" y="2551"/>
                    </a:lnTo>
                    <a:lnTo>
                      <a:pt x="280" y="2599"/>
                    </a:lnTo>
                    <a:lnTo>
                      <a:pt x="307" y="2644"/>
                    </a:lnTo>
                    <a:lnTo>
                      <a:pt x="341" y="2687"/>
                    </a:lnTo>
                    <a:lnTo>
                      <a:pt x="378" y="2728"/>
                    </a:lnTo>
                    <a:lnTo>
                      <a:pt x="419" y="2765"/>
                    </a:lnTo>
                    <a:lnTo>
                      <a:pt x="463" y="2796"/>
                    </a:lnTo>
                    <a:lnTo>
                      <a:pt x="509" y="2824"/>
                    </a:lnTo>
                    <a:lnTo>
                      <a:pt x="558" y="2846"/>
                    </a:lnTo>
                    <a:lnTo>
                      <a:pt x="608" y="2863"/>
                    </a:lnTo>
                    <a:lnTo>
                      <a:pt x="660" y="2874"/>
                    </a:lnTo>
                    <a:lnTo>
                      <a:pt x="711" y="2882"/>
                    </a:lnTo>
                    <a:lnTo>
                      <a:pt x="763" y="2885"/>
                    </a:lnTo>
                    <a:lnTo>
                      <a:pt x="816" y="2882"/>
                    </a:lnTo>
                    <a:lnTo>
                      <a:pt x="867" y="2874"/>
                    </a:lnTo>
                    <a:lnTo>
                      <a:pt x="919" y="2863"/>
                    </a:lnTo>
                    <a:lnTo>
                      <a:pt x="968" y="2846"/>
                    </a:lnTo>
                    <a:lnTo>
                      <a:pt x="1018" y="2824"/>
                    </a:lnTo>
                    <a:lnTo>
                      <a:pt x="1064" y="2796"/>
                    </a:lnTo>
                    <a:lnTo>
                      <a:pt x="1108" y="2765"/>
                    </a:lnTo>
                    <a:lnTo>
                      <a:pt x="1149" y="2728"/>
                    </a:lnTo>
                    <a:lnTo>
                      <a:pt x="2741" y="1187"/>
                    </a:lnTo>
                    <a:lnTo>
                      <a:pt x="2768" y="1158"/>
                    </a:lnTo>
                    <a:lnTo>
                      <a:pt x="2791" y="1125"/>
                    </a:lnTo>
                    <a:lnTo>
                      <a:pt x="2809" y="1091"/>
                    </a:lnTo>
                    <a:lnTo>
                      <a:pt x="2823" y="1055"/>
                    </a:lnTo>
                    <a:lnTo>
                      <a:pt x="2831" y="1018"/>
                    </a:lnTo>
                    <a:lnTo>
                      <a:pt x="2837" y="980"/>
                    </a:lnTo>
                    <a:lnTo>
                      <a:pt x="2837" y="942"/>
                    </a:lnTo>
                    <a:lnTo>
                      <a:pt x="2831" y="904"/>
                    </a:lnTo>
                    <a:lnTo>
                      <a:pt x="2823" y="867"/>
                    </a:lnTo>
                    <a:lnTo>
                      <a:pt x="2809" y="832"/>
                    </a:lnTo>
                    <a:lnTo>
                      <a:pt x="2791" y="797"/>
                    </a:lnTo>
                    <a:lnTo>
                      <a:pt x="2768" y="764"/>
                    </a:lnTo>
                    <a:lnTo>
                      <a:pt x="2741" y="734"/>
                    </a:lnTo>
                    <a:lnTo>
                      <a:pt x="2710" y="707"/>
                    </a:lnTo>
                    <a:lnTo>
                      <a:pt x="2677" y="685"/>
                    </a:lnTo>
                    <a:lnTo>
                      <a:pt x="2642" y="668"/>
                    </a:lnTo>
                    <a:lnTo>
                      <a:pt x="2605" y="654"/>
                    </a:lnTo>
                    <a:lnTo>
                      <a:pt x="2567" y="645"/>
                    </a:lnTo>
                    <a:lnTo>
                      <a:pt x="2528" y="641"/>
                    </a:lnTo>
                    <a:lnTo>
                      <a:pt x="2490" y="641"/>
                    </a:lnTo>
                    <a:lnTo>
                      <a:pt x="2452" y="645"/>
                    </a:lnTo>
                    <a:lnTo>
                      <a:pt x="2415" y="654"/>
                    </a:lnTo>
                    <a:lnTo>
                      <a:pt x="2377" y="668"/>
                    </a:lnTo>
                    <a:lnTo>
                      <a:pt x="2343" y="685"/>
                    </a:lnTo>
                    <a:lnTo>
                      <a:pt x="2309" y="707"/>
                    </a:lnTo>
                    <a:lnTo>
                      <a:pt x="2278" y="734"/>
                    </a:lnTo>
                    <a:lnTo>
                      <a:pt x="1082" y="1906"/>
                    </a:lnTo>
                    <a:lnTo>
                      <a:pt x="1062" y="1922"/>
                    </a:lnTo>
                    <a:lnTo>
                      <a:pt x="1040" y="1931"/>
                    </a:lnTo>
                    <a:lnTo>
                      <a:pt x="1017" y="1937"/>
                    </a:lnTo>
                    <a:lnTo>
                      <a:pt x="992" y="1937"/>
                    </a:lnTo>
                    <a:lnTo>
                      <a:pt x="969" y="1931"/>
                    </a:lnTo>
                    <a:lnTo>
                      <a:pt x="947" y="1922"/>
                    </a:lnTo>
                    <a:lnTo>
                      <a:pt x="927" y="1906"/>
                    </a:lnTo>
                    <a:lnTo>
                      <a:pt x="911" y="1887"/>
                    </a:lnTo>
                    <a:lnTo>
                      <a:pt x="900" y="1865"/>
                    </a:lnTo>
                    <a:lnTo>
                      <a:pt x="896" y="1842"/>
                    </a:lnTo>
                    <a:lnTo>
                      <a:pt x="896" y="1819"/>
                    </a:lnTo>
                    <a:lnTo>
                      <a:pt x="900" y="1796"/>
                    </a:lnTo>
                    <a:lnTo>
                      <a:pt x="911" y="1775"/>
                    </a:lnTo>
                    <a:lnTo>
                      <a:pt x="927" y="1755"/>
                    </a:lnTo>
                    <a:lnTo>
                      <a:pt x="2123" y="583"/>
                    </a:lnTo>
                    <a:lnTo>
                      <a:pt x="2165" y="546"/>
                    </a:lnTo>
                    <a:lnTo>
                      <a:pt x="2209" y="515"/>
                    </a:lnTo>
                    <a:lnTo>
                      <a:pt x="2255" y="488"/>
                    </a:lnTo>
                    <a:lnTo>
                      <a:pt x="2304" y="465"/>
                    </a:lnTo>
                    <a:lnTo>
                      <a:pt x="2354" y="449"/>
                    </a:lnTo>
                    <a:lnTo>
                      <a:pt x="2405" y="436"/>
                    </a:lnTo>
                    <a:lnTo>
                      <a:pt x="2457" y="429"/>
                    </a:lnTo>
                    <a:lnTo>
                      <a:pt x="2509" y="427"/>
                    </a:lnTo>
                    <a:lnTo>
                      <a:pt x="2562" y="429"/>
                    </a:lnTo>
                    <a:lnTo>
                      <a:pt x="2613" y="436"/>
                    </a:lnTo>
                    <a:lnTo>
                      <a:pt x="2665" y="449"/>
                    </a:lnTo>
                    <a:lnTo>
                      <a:pt x="2714" y="465"/>
                    </a:lnTo>
                    <a:lnTo>
                      <a:pt x="2763" y="488"/>
                    </a:lnTo>
                    <a:lnTo>
                      <a:pt x="2810" y="515"/>
                    </a:lnTo>
                    <a:lnTo>
                      <a:pt x="2854" y="546"/>
                    </a:lnTo>
                    <a:lnTo>
                      <a:pt x="2895" y="583"/>
                    </a:lnTo>
                    <a:lnTo>
                      <a:pt x="2932" y="623"/>
                    </a:lnTo>
                    <a:lnTo>
                      <a:pt x="2965" y="666"/>
                    </a:lnTo>
                    <a:lnTo>
                      <a:pt x="2993" y="713"/>
                    </a:lnTo>
                    <a:lnTo>
                      <a:pt x="3015" y="760"/>
                    </a:lnTo>
                    <a:lnTo>
                      <a:pt x="3032" y="809"/>
                    </a:lnTo>
                    <a:lnTo>
                      <a:pt x="3045" y="859"/>
                    </a:lnTo>
                    <a:lnTo>
                      <a:pt x="3053" y="910"/>
                    </a:lnTo>
                    <a:lnTo>
                      <a:pt x="3055" y="961"/>
                    </a:lnTo>
                    <a:lnTo>
                      <a:pt x="3053" y="1012"/>
                    </a:lnTo>
                    <a:lnTo>
                      <a:pt x="3045" y="1063"/>
                    </a:lnTo>
                    <a:lnTo>
                      <a:pt x="3032" y="1113"/>
                    </a:lnTo>
                    <a:lnTo>
                      <a:pt x="3015" y="1162"/>
                    </a:lnTo>
                    <a:lnTo>
                      <a:pt x="2993" y="1209"/>
                    </a:lnTo>
                    <a:lnTo>
                      <a:pt x="2965" y="1255"/>
                    </a:lnTo>
                    <a:lnTo>
                      <a:pt x="2932" y="1298"/>
                    </a:lnTo>
                    <a:lnTo>
                      <a:pt x="2895" y="1339"/>
                    </a:lnTo>
                    <a:lnTo>
                      <a:pt x="1303" y="2879"/>
                    </a:lnTo>
                    <a:lnTo>
                      <a:pt x="1255" y="2923"/>
                    </a:lnTo>
                    <a:lnTo>
                      <a:pt x="1203" y="2962"/>
                    </a:lnTo>
                    <a:lnTo>
                      <a:pt x="1150" y="2995"/>
                    </a:lnTo>
                    <a:lnTo>
                      <a:pt x="1094" y="3025"/>
                    </a:lnTo>
                    <a:lnTo>
                      <a:pt x="1036" y="3049"/>
                    </a:lnTo>
                    <a:lnTo>
                      <a:pt x="977" y="3068"/>
                    </a:lnTo>
                    <a:lnTo>
                      <a:pt x="917" y="3083"/>
                    </a:lnTo>
                    <a:lnTo>
                      <a:pt x="855" y="3092"/>
                    </a:lnTo>
                    <a:lnTo>
                      <a:pt x="794" y="3097"/>
                    </a:lnTo>
                    <a:lnTo>
                      <a:pt x="733" y="3097"/>
                    </a:lnTo>
                    <a:lnTo>
                      <a:pt x="671" y="3092"/>
                    </a:lnTo>
                    <a:lnTo>
                      <a:pt x="609" y="3083"/>
                    </a:lnTo>
                    <a:lnTo>
                      <a:pt x="549" y="3068"/>
                    </a:lnTo>
                    <a:lnTo>
                      <a:pt x="490" y="3049"/>
                    </a:lnTo>
                    <a:lnTo>
                      <a:pt x="433" y="3025"/>
                    </a:lnTo>
                    <a:lnTo>
                      <a:pt x="377" y="2995"/>
                    </a:lnTo>
                    <a:lnTo>
                      <a:pt x="323" y="2962"/>
                    </a:lnTo>
                    <a:lnTo>
                      <a:pt x="272" y="2923"/>
                    </a:lnTo>
                    <a:lnTo>
                      <a:pt x="224" y="2879"/>
                    </a:lnTo>
                    <a:lnTo>
                      <a:pt x="178" y="2832"/>
                    </a:lnTo>
                    <a:lnTo>
                      <a:pt x="139" y="2782"/>
                    </a:lnTo>
                    <a:lnTo>
                      <a:pt x="104" y="2729"/>
                    </a:lnTo>
                    <a:lnTo>
                      <a:pt x="75" y="2674"/>
                    </a:lnTo>
                    <a:lnTo>
                      <a:pt x="51" y="2617"/>
                    </a:lnTo>
                    <a:lnTo>
                      <a:pt x="30" y="2560"/>
                    </a:lnTo>
                    <a:lnTo>
                      <a:pt x="15" y="2501"/>
                    </a:lnTo>
                    <a:lnTo>
                      <a:pt x="5" y="2441"/>
                    </a:lnTo>
                    <a:lnTo>
                      <a:pt x="0" y="2381"/>
                    </a:lnTo>
                    <a:lnTo>
                      <a:pt x="0" y="2321"/>
                    </a:lnTo>
                    <a:lnTo>
                      <a:pt x="5" y="2260"/>
                    </a:lnTo>
                    <a:lnTo>
                      <a:pt x="15" y="2200"/>
                    </a:lnTo>
                    <a:lnTo>
                      <a:pt x="30" y="2141"/>
                    </a:lnTo>
                    <a:lnTo>
                      <a:pt x="51" y="2083"/>
                    </a:lnTo>
                    <a:lnTo>
                      <a:pt x="75" y="2027"/>
                    </a:lnTo>
                    <a:lnTo>
                      <a:pt x="104" y="1972"/>
                    </a:lnTo>
                    <a:lnTo>
                      <a:pt x="139" y="1920"/>
                    </a:lnTo>
                    <a:lnTo>
                      <a:pt x="178" y="1869"/>
                    </a:lnTo>
                    <a:lnTo>
                      <a:pt x="224" y="1822"/>
                    </a:lnTo>
                    <a:lnTo>
                      <a:pt x="1815" y="281"/>
                    </a:lnTo>
                    <a:lnTo>
                      <a:pt x="1872" y="230"/>
                    </a:lnTo>
                    <a:lnTo>
                      <a:pt x="1931" y="183"/>
                    </a:lnTo>
                    <a:lnTo>
                      <a:pt x="1992" y="143"/>
                    </a:lnTo>
                    <a:lnTo>
                      <a:pt x="2057" y="108"/>
                    </a:lnTo>
                    <a:lnTo>
                      <a:pt x="2123" y="76"/>
                    </a:lnTo>
                    <a:lnTo>
                      <a:pt x="2191" y="51"/>
                    </a:lnTo>
                    <a:lnTo>
                      <a:pt x="2261" y="31"/>
                    </a:lnTo>
                    <a:lnTo>
                      <a:pt x="2331" y="15"/>
                    </a:lnTo>
                    <a:lnTo>
                      <a:pt x="2402" y="5"/>
                    </a:lnTo>
                    <a:lnTo>
                      <a:pt x="2474" y="0"/>
                    </a:lnTo>
                    <a:close/>
                  </a:path>
                </a:pathLst>
              </a:custGeom>
              <a:solidFill>
                <a:srgbClr val="fed8c3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20" name="Group 20"/>
              <p:cNvGrpSpPr>
                <a:grpSpLocks noChangeAspect="1"/>
              </p:cNvGrpSpPr>
              <p:nvPr/>
            </p:nvGrpSpPr>
            <p:grpSpPr>
              <a:xfrm rot="0">
                <a:off x="411361" y="2237725"/>
                <a:ext cx="110025" cy="150079"/>
                <a:chOff x="2597" y="4163"/>
                <a:chExt cx="217" cy="296"/>
              </a:xfrm>
              <a:solidFill>
                <a:srgbClr val="fed8c3"/>
              </a:solidFill>
            </p:grpSpPr>
            <p:sp>
              <p:nvSpPr>
                <p:cNvPr id="21" name="Freeform 22"/>
                <p:cNvSpPr>
                  <a:spLocks noEditPoints="1"/>
                </p:cNvSpPr>
                <p:nvPr/>
              </p:nvSpPr>
              <p:spPr>
                <a:xfrm>
                  <a:off x="2630" y="4163"/>
                  <a:ext cx="151" cy="176"/>
                </a:xfrm>
                <a:custGeom>
                  <a:avLst/>
                  <a:gdLst>
                    <a:gd name="T0" fmla="*/ 410 w 1662"/>
                    <a:gd name="T1" fmla="*/ 645 h 1942"/>
                    <a:gd name="T2" fmla="*/ 309 w 1662"/>
                    <a:gd name="T3" fmla="*/ 847 h 1942"/>
                    <a:gd name="T4" fmla="*/ 255 w 1662"/>
                    <a:gd name="T5" fmla="*/ 1023 h 1942"/>
                    <a:gd name="T6" fmla="*/ 263 w 1662"/>
                    <a:gd name="T7" fmla="*/ 1206 h 1942"/>
                    <a:gd name="T8" fmla="*/ 347 w 1662"/>
                    <a:gd name="T9" fmla="*/ 1429 h 1942"/>
                    <a:gd name="T10" fmla="*/ 476 w 1662"/>
                    <a:gd name="T11" fmla="*/ 1620 h 1942"/>
                    <a:gd name="T12" fmla="*/ 638 w 1662"/>
                    <a:gd name="T13" fmla="*/ 1753 h 1942"/>
                    <a:gd name="T14" fmla="*/ 825 w 1662"/>
                    <a:gd name="T15" fmla="*/ 1803 h 1942"/>
                    <a:gd name="T16" fmla="*/ 1013 w 1662"/>
                    <a:gd name="T17" fmla="*/ 1753 h 1942"/>
                    <a:gd name="T18" fmla="*/ 1176 w 1662"/>
                    <a:gd name="T19" fmla="*/ 1619 h 1942"/>
                    <a:gd name="T20" fmla="*/ 1305 w 1662"/>
                    <a:gd name="T21" fmla="*/ 1428 h 1942"/>
                    <a:gd name="T22" fmla="*/ 1388 w 1662"/>
                    <a:gd name="T23" fmla="*/ 1205 h 1942"/>
                    <a:gd name="T24" fmla="*/ 1418 w 1662"/>
                    <a:gd name="T25" fmla="*/ 974 h 1942"/>
                    <a:gd name="T26" fmla="*/ 1266 w 1662"/>
                    <a:gd name="T27" fmla="*/ 836 h 1942"/>
                    <a:gd name="T28" fmla="*/ 1012 w 1662"/>
                    <a:gd name="T29" fmla="*/ 794 h 1942"/>
                    <a:gd name="T30" fmla="*/ 806 w 1662"/>
                    <a:gd name="T31" fmla="*/ 713 h 1942"/>
                    <a:gd name="T32" fmla="*/ 646 w 1662"/>
                    <a:gd name="T33" fmla="*/ 610 h 1942"/>
                    <a:gd name="T34" fmla="*/ 526 w 1662"/>
                    <a:gd name="T35" fmla="*/ 499 h 1942"/>
                    <a:gd name="T36" fmla="*/ 944 w 1662"/>
                    <a:gd name="T37" fmla="*/ 23 h 1942"/>
                    <a:gd name="T38" fmla="*/ 1152 w 1662"/>
                    <a:gd name="T39" fmla="*/ 118 h 1942"/>
                    <a:gd name="T40" fmla="*/ 1271 w 1662"/>
                    <a:gd name="T41" fmla="*/ 205 h 1942"/>
                    <a:gd name="T42" fmla="*/ 1388 w 1662"/>
                    <a:gd name="T43" fmla="*/ 323 h 1942"/>
                    <a:gd name="T44" fmla="*/ 1455 w 1662"/>
                    <a:gd name="T45" fmla="*/ 429 h 1942"/>
                    <a:gd name="T46" fmla="*/ 1524 w 1662"/>
                    <a:gd name="T47" fmla="*/ 626 h 1942"/>
                    <a:gd name="T48" fmla="*/ 1555 w 1662"/>
                    <a:gd name="T49" fmla="*/ 892 h 1942"/>
                    <a:gd name="T50" fmla="*/ 1619 w 1662"/>
                    <a:gd name="T51" fmla="*/ 939 h 1942"/>
                    <a:gd name="T52" fmla="*/ 1657 w 1662"/>
                    <a:gd name="T53" fmla="*/ 1032 h 1942"/>
                    <a:gd name="T54" fmla="*/ 1655 w 1662"/>
                    <a:gd name="T55" fmla="*/ 1183 h 1942"/>
                    <a:gd name="T56" fmla="*/ 1611 w 1662"/>
                    <a:gd name="T57" fmla="*/ 1304 h 1942"/>
                    <a:gd name="T58" fmla="*/ 1537 w 1662"/>
                    <a:gd name="T59" fmla="*/ 1372 h 1942"/>
                    <a:gd name="T60" fmla="*/ 1445 w 1662"/>
                    <a:gd name="T61" fmla="*/ 1454 h 1942"/>
                    <a:gd name="T62" fmla="*/ 1313 w 1662"/>
                    <a:gd name="T63" fmla="*/ 1670 h 1942"/>
                    <a:gd name="T64" fmla="*/ 1141 w 1662"/>
                    <a:gd name="T65" fmla="*/ 1836 h 1942"/>
                    <a:gd name="T66" fmla="*/ 937 w 1662"/>
                    <a:gd name="T67" fmla="*/ 1930 h 1942"/>
                    <a:gd name="T68" fmla="*/ 714 w 1662"/>
                    <a:gd name="T69" fmla="*/ 1930 h 1942"/>
                    <a:gd name="T70" fmla="*/ 510 w 1662"/>
                    <a:gd name="T71" fmla="*/ 1836 h 1942"/>
                    <a:gd name="T72" fmla="*/ 337 w 1662"/>
                    <a:gd name="T73" fmla="*/ 1669 h 1942"/>
                    <a:gd name="T74" fmla="*/ 205 w 1662"/>
                    <a:gd name="T75" fmla="*/ 1452 h 1942"/>
                    <a:gd name="T76" fmla="*/ 111 w 1662"/>
                    <a:gd name="T77" fmla="*/ 1364 h 1942"/>
                    <a:gd name="T78" fmla="*/ 39 w 1662"/>
                    <a:gd name="T79" fmla="*/ 1284 h 1942"/>
                    <a:gd name="T80" fmla="*/ 2 w 1662"/>
                    <a:gd name="T81" fmla="*/ 1143 h 1942"/>
                    <a:gd name="T82" fmla="*/ 9 w 1662"/>
                    <a:gd name="T83" fmla="*/ 1009 h 1942"/>
                    <a:gd name="T84" fmla="*/ 50 w 1662"/>
                    <a:gd name="T85" fmla="*/ 930 h 1942"/>
                    <a:gd name="T86" fmla="*/ 98 w 1662"/>
                    <a:gd name="T87" fmla="*/ 851 h 1942"/>
                    <a:gd name="T88" fmla="*/ 85 w 1662"/>
                    <a:gd name="T89" fmla="*/ 643 h 1942"/>
                    <a:gd name="T90" fmla="*/ 120 w 1662"/>
                    <a:gd name="T91" fmla="*/ 487 h 1942"/>
                    <a:gd name="T92" fmla="*/ 183 w 1662"/>
                    <a:gd name="T93" fmla="*/ 377 h 1942"/>
                    <a:gd name="T94" fmla="*/ 257 w 1662"/>
                    <a:gd name="T95" fmla="*/ 305 h 1942"/>
                    <a:gd name="T96" fmla="*/ 319 w 1662"/>
                    <a:gd name="T97" fmla="*/ 266 h 1942"/>
                    <a:gd name="T98" fmla="*/ 352 w 1662"/>
                    <a:gd name="T99" fmla="*/ 246 h 1942"/>
                    <a:gd name="T100" fmla="*/ 390 w 1662"/>
                    <a:gd name="T101" fmla="*/ 196 h 1942"/>
                    <a:gd name="T102" fmla="*/ 459 w 1662"/>
                    <a:gd name="T103" fmla="*/ 127 h 1942"/>
                    <a:gd name="T104" fmla="*/ 559 w 1662"/>
                    <a:gd name="T105" fmla="*/ 57 h 1942"/>
                    <a:gd name="T106" fmla="*/ 690 w 1662"/>
                    <a:gd name="T107" fmla="*/ 10 h 1942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662" h="1942">
                      <a:moveTo>
                        <a:pt x="526" y="499"/>
                      </a:moveTo>
                      <a:lnTo>
                        <a:pt x="484" y="546"/>
                      </a:lnTo>
                      <a:lnTo>
                        <a:pt x="445" y="595"/>
                      </a:lnTo>
                      <a:lnTo>
                        <a:pt x="410" y="645"/>
                      </a:lnTo>
                      <a:lnTo>
                        <a:pt x="379" y="696"/>
                      </a:lnTo>
                      <a:lnTo>
                        <a:pt x="352" y="747"/>
                      </a:lnTo>
                      <a:lnTo>
                        <a:pt x="329" y="797"/>
                      </a:lnTo>
                      <a:lnTo>
                        <a:pt x="309" y="847"/>
                      </a:lnTo>
                      <a:lnTo>
                        <a:pt x="291" y="895"/>
                      </a:lnTo>
                      <a:lnTo>
                        <a:pt x="277" y="941"/>
                      </a:lnTo>
                      <a:lnTo>
                        <a:pt x="264" y="984"/>
                      </a:lnTo>
                      <a:lnTo>
                        <a:pt x="255" y="1023"/>
                      </a:lnTo>
                      <a:lnTo>
                        <a:pt x="247" y="1059"/>
                      </a:lnTo>
                      <a:lnTo>
                        <a:pt x="241" y="1091"/>
                      </a:lnTo>
                      <a:lnTo>
                        <a:pt x="250" y="1148"/>
                      </a:lnTo>
                      <a:lnTo>
                        <a:pt x="263" y="1206"/>
                      </a:lnTo>
                      <a:lnTo>
                        <a:pt x="280" y="1263"/>
                      </a:lnTo>
                      <a:lnTo>
                        <a:pt x="299" y="1320"/>
                      </a:lnTo>
                      <a:lnTo>
                        <a:pt x="322" y="1375"/>
                      </a:lnTo>
                      <a:lnTo>
                        <a:pt x="347" y="1429"/>
                      </a:lnTo>
                      <a:lnTo>
                        <a:pt x="375" y="1480"/>
                      </a:lnTo>
                      <a:lnTo>
                        <a:pt x="406" y="1530"/>
                      </a:lnTo>
                      <a:lnTo>
                        <a:pt x="440" y="1576"/>
                      </a:lnTo>
                      <a:lnTo>
                        <a:pt x="476" y="1620"/>
                      </a:lnTo>
                      <a:lnTo>
                        <a:pt x="513" y="1659"/>
                      </a:lnTo>
                      <a:lnTo>
                        <a:pt x="553" y="1695"/>
                      </a:lnTo>
                      <a:lnTo>
                        <a:pt x="594" y="1726"/>
                      </a:lnTo>
                      <a:lnTo>
                        <a:pt x="638" y="1753"/>
                      </a:lnTo>
                      <a:lnTo>
                        <a:pt x="683" y="1774"/>
                      </a:lnTo>
                      <a:lnTo>
                        <a:pt x="729" y="1789"/>
                      </a:lnTo>
                      <a:lnTo>
                        <a:pt x="777" y="1800"/>
                      </a:lnTo>
                      <a:lnTo>
                        <a:pt x="825" y="1803"/>
                      </a:lnTo>
                      <a:lnTo>
                        <a:pt x="875" y="1800"/>
                      </a:lnTo>
                      <a:lnTo>
                        <a:pt x="922" y="1789"/>
                      </a:lnTo>
                      <a:lnTo>
                        <a:pt x="968" y="1774"/>
                      </a:lnTo>
                      <a:lnTo>
                        <a:pt x="1013" y="1753"/>
                      </a:lnTo>
                      <a:lnTo>
                        <a:pt x="1056" y="1726"/>
                      </a:lnTo>
                      <a:lnTo>
                        <a:pt x="1099" y="1695"/>
                      </a:lnTo>
                      <a:lnTo>
                        <a:pt x="1139" y="1659"/>
                      </a:lnTo>
                      <a:lnTo>
                        <a:pt x="1176" y="1619"/>
                      </a:lnTo>
                      <a:lnTo>
                        <a:pt x="1212" y="1576"/>
                      </a:lnTo>
                      <a:lnTo>
                        <a:pt x="1245" y="1529"/>
                      </a:lnTo>
                      <a:lnTo>
                        <a:pt x="1276" y="1480"/>
                      </a:lnTo>
                      <a:lnTo>
                        <a:pt x="1305" y="1428"/>
                      </a:lnTo>
                      <a:lnTo>
                        <a:pt x="1330" y="1374"/>
                      </a:lnTo>
                      <a:lnTo>
                        <a:pt x="1353" y="1319"/>
                      </a:lnTo>
                      <a:lnTo>
                        <a:pt x="1372" y="1262"/>
                      </a:lnTo>
                      <a:lnTo>
                        <a:pt x="1388" y="1205"/>
                      </a:lnTo>
                      <a:lnTo>
                        <a:pt x="1401" y="1147"/>
                      </a:lnTo>
                      <a:lnTo>
                        <a:pt x="1411" y="1089"/>
                      </a:lnTo>
                      <a:lnTo>
                        <a:pt x="1416" y="1032"/>
                      </a:lnTo>
                      <a:lnTo>
                        <a:pt x="1418" y="974"/>
                      </a:lnTo>
                      <a:lnTo>
                        <a:pt x="1417" y="904"/>
                      </a:lnTo>
                      <a:lnTo>
                        <a:pt x="1414" y="838"/>
                      </a:lnTo>
                      <a:lnTo>
                        <a:pt x="1339" y="839"/>
                      </a:lnTo>
                      <a:lnTo>
                        <a:pt x="1266" y="836"/>
                      </a:lnTo>
                      <a:lnTo>
                        <a:pt x="1198" y="830"/>
                      </a:lnTo>
                      <a:lnTo>
                        <a:pt x="1133" y="820"/>
                      </a:lnTo>
                      <a:lnTo>
                        <a:pt x="1070" y="808"/>
                      </a:lnTo>
                      <a:lnTo>
                        <a:pt x="1012" y="794"/>
                      </a:lnTo>
                      <a:lnTo>
                        <a:pt x="956" y="777"/>
                      </a:lnTo>
                      <a:lnTo>
                        <a:pt x="903" y="757"/>
                      </a:lnTo>
                      <a:lnTo>
                        <a:pt x="853" y="737"/>
                      </a:lnTo>
                      <a:lnTo>
                        <a:pt x="806" y="713"/>
                      </a:lnTo>
                      <a:lnTo>
                        <a:pt x="762" y="690"/>
                      </a:lnTo>
                      <a:lnTo>
                        <a:pt x="721" y="664"/>
                      </a:lnTo>
                      <a:lnTo>
                        <a:pt x="682" y="638"/>
                      </a:lnTo>
                      <a:lnTo>
                        <a:pt x="646" y="610"/>
                      </a:lnTo>
                      <a:lnTo>
                        <a:pt x="612" y="583"/>
                      </a:lnTo>
                      <a:lnTo>
                        <a:pt x="581" y="555"/>
                      </a:lnTo>
                      <a:lnTo>
                        <a:pt x="552" y="527"/>
                      </a:lnTo>
                      <a:lnTo>
                        <a:pt x="526" y="499"/>
                      </a:lnTo>
                      <a:close/>
                      <a:moveTo>
                        <a:pt x="808" y="0"/>
                      </a:moveTo>
                      <a:lnTo>
                        <a:pt x="851" y="3"/>
                      </a:lnTo>
                      <a:lnTo>
                        <a:pt x="897" y="11"/>
                      </a:lnTo>
                      <a:lnTo>
                        <a:pt x="944" y="23"/>
                      </a:lnTo>
                      <a:lnTo>
                        <a:pt x="993" y="39"/>
                      </a:lnTo>
                      <a:lnTo>
                        <a:pt x="1044" y="60"/>
                      </a:lnTo>
                      <a:lnTo>
                        <a:pt x="1097" y="86"/>
                      </a:lnTo>
                      <a:lnTo>
                        <a:pt x="1152" y="118"/>
                      </a:lnTo>
                      <a:lnTo>
                        <a:pt x="1179" y="135"/>
                      </a:lnTo>
                      <a:lnTo>
                        <a:pt x="1208" y="155"/>
                      </a:lnTo>
                      <a:lnTo>
                        <a:pt x="1239" y="179"/>
                      </a:lnTo>
                      <a:lnTo>
                        <a:pt x="1271" y="205"/>
                      </a:lnTo>
                      <a:lnTo>
                        <a:pt x="1304" y="233"/>
                      </a:lnTo>
                      <a:lnTo>
                        <a:pt x="1334" y="261"/>
                      </a:lnTo>
                      <a:lnTo>
                        <a:pt x="1363" y="292"/>
                      </a:lnTo>
                      <a:lnTo>
                        <a:pt x="1388" y="323"/>
                      </a:lnTo>
                      <a:lnTo>
                        <a:pt x="1409" y="353"/>
                      </a:lnTo>
                      <a:lnTo>
                        <a:pt x="1409" y="353"/>
                      </a:lnTo>
                      <a:lnTo>
                        <a:pt x="1433" y="389"/>
                      </a:lnTo>
                      <a:lnTo>
                        <a:pt x="1455" y="429"/>
                      </a:lnTo>
                      <a:lnTo>
                        <a:pt x="1475" y="472"/>
                      </a:lnTo>
                      <a:lnTo>
                        <a:pt x="1493" y="519"/>
                      </a:lnTo>
                      <a:lnTo>
                        <a:pt x="1509" y="570"/>
                      </a:lnTo>
                      <a:lnTo>
                        <a:pt x="1524" y="626"/>
                      </a:lnTo>
                      <a:lnTo>
                        <a:pt x="1535" y="685"/>
                      </a:lnTo>
                      <a:lnTo>
                        <a:pt x="1545" y="749"/>
                      </a:lnTo>
                      <a:lnTo>
                        <a:pt x="1551" y="817"/>
                      </a:lnTo>
                      <a:lnTo>
                        <a:pt x="1555" y="892"/>
                      </a:lnTo>
                      <a:lnTo>
                        <a:pt x="1573" y="900"/>
                      </a:lnTo>
                      <a:lnTo>
                        <a:pt x="1590" y="910"/>
                      </a:lnTo>
                      <a:lnTo>
                        <a:pt x="1605" y="922"/>
                      </a:lnTo>
                      <a:lnTo>
                        <a:pt x="1619" y="939"/>
                      </a:lnTo>
                      <a:lnTo>
                        <a:pt x="1632" y="957"/>
                      </a:lnTo>
                      <a:lnTo>
                        <a:pt x="1642" y="979"/>
                      </a:lnTo>
                      <a:lnTo>
                        <a:pt x="1651" y="1003"/>
                      </a:lnTo>
                      <a:lnTo>
                        <a:pt x="1657" y="1032"/>
                      </a:lnTo>
                      <a:lnTo>
                        <a:pt x="1661" y="1064"/>
                      </a:lnTo>
                      <a:lnTo>
                        <a:pt x="1662" y="1102"/>
                      </a:lnTo>
                      <a:lnTo>
                        <a:pt x="1660" y="1143"/>
                      </a:lnTo>
                      <a:lnTo>
                        <a:pt x="1655" y="1183"/>
                      </a:lnTo>
                      <a:lnTo>
                        <a:pt x="1648" y="1218"/>
                      </a:lnTo>
                      <a:lnTo>
                        <a:pt x="1638" y="1250"/>
                      </a:lnTo>
                      <a:lnTo>
                        <a:pt x="1625" y="1278"/>
                      </a:lnTo>
                      <a:lnTo>
                        <a:pt x="1611" y="1304"/>
                      </a:lnTo>
                      <a:lnTo>
                        <a:pt x="1595" y="1325"/>
                      </a:lnTo>
                      <a:lnTo>
                        <a:pt x="1577" y="1344"/>
                      </a:lnTo>
                      <a:lnTo>
                        <a:pt x="1558" y="1360"/>
                      </a:lnTo>
                      <a:lnTo>
                        <a:pt x="1537" y="1372"/>
                      </a:lnTo>
                      <a:lnTo>
                        <a:pt x="1515" y="1382"/>
                      </a:lnTo>
                      <a:lnTo>
                        <a:pt x="1493" y="1390"/>
                      </a:lnTo>
                      <a:lnTo>
                        <a:pt x="1471" y="1395"/>
                      </a:lnTo>
                      <a:lnTo>
                        <a:pt x="1445" y="1454"/>
                      </a:lnTo>
                      <a:lnTo>
                        <a:pt x="1416" y="1512"/>
                      </a:lnTo>
                      <a:lnTo>
                        <a:pt x="1385" y="1567"/>
                      </a:lnTo>
                      <a:lnTo>
                        <a:pt x="1350" y="1620"/>
                      </a:lnTo>
                      <a:lnTo>
                        <a:pt x="1313" y="1670"/>
                      </a:lnTo>
                      <a:lnTo>
                        <a:pt x="1273" y="1717"/>
                      </a:lnTo>
                      <a:lnTo>
                        <a:pt x="1231" y="1761"/>
                      </a:lnTo>
                      <a:lnTo>
                        <a:pt x="1187" y="1801"/>
                      </a:lnTo>
                      <a:lnTo>
                        <a:pt x="1141" y="1836"/>
                      </a:lnTo>
                      <a:lnTo>
                        <a:pt x="1092" y="1868"/>
                      </a:lnTo>
                      <a:lnTo>
                        <a:pt x="1042" y="1893"/>
                      </a:lnTo>
                      <a:lnTo>
                        <a:pt x="990" y="1915"/>
                      </a:lnTo>
                      <a:lnTo>
                        <a:pt x="937" y="1930"/>
                      </a:lnTo>
                      <a:lnTo>
                        <a:pt x="882" y="1939"/>
                      </a:lnTo>
                      <a:lnTo>
                        <a:pt x="825" y="1942"/>
                      </a:lnTo>
                      <a:lnTo>
                        <a:pt x="769" y="1939"/>
                      </a:lnTo>
                      <a:lnTo>
                        <a:pt x="714" y="1930"/>
                      </a:lnTo>
                      <a:lnTo>
                        <a:pt x="661" y="1915"/>
                      </a:lnTo>
                      <a:lnTo>
                        <a:pt x="608" y="1893"/>
                      </a:lnTo>
                      <a:lnTo>
                        <a:pt x="558" y="1867"/>
                      </a:lnTo>
                      <a:lnTo>
                        <a:pt x="510" y="1836"/>
                      </a:lnTo>
                      <a:lnTo>
                        <a:pt x="464" y="1800"/>
                      </a:lnTo>
                      <a:lnTo>
                        <a:pt x="419" y="1760"/>
                      </a:lnTo>
                      <a:lnTo>
                        <a:pt x="377" y="1716"/>
                      </a:lnTo>
                      <a:lnTo>
                        <a:pt x="337" y="1669"/>
                      </a:lnTo>
                      <a:lnTo>
                        <a:pt x="300" y="1618"/>
                      </a:lnTo>
                      <a:lnTo>
                        <a:pt x="266" y="1565"/>
                      </a:lnTo>
                      <a:lnTo>
                        <a:pt x="234" y="1510"/>
                      </a:lnTo>
                      <a:lnTo>
                        <a:pt x="205" y="1452"/>
                      </a:lnTo>
                      <a:lnTo>
                        <a:pt x="179" y="1392"/>
                      </a:lnTo>
                      <a:lnTo>
                        <a:pt x="156" y="1386"/>
                      </a:lnTo>
                      <a:lnTo>
                        <a:pt x="133" y="1376"/>
                      </a:lnTo>
                      <a:lnTo>
                        <a:pt x="111" y="1364"/>
                      </a:lnTo>
                      <a:lnTo>
                        <a:pt x="91" y="1349"/>
                      </a:lnTo>
                      <a:lnTo>
                        <a:pt x="72" y="1330"/>
                      </a:lnTo>
                      <a:lnTo>
                        <a:pt x="55" y="1309"/>
                      </a:lnTo>
                      <a:lnTo>
                        <a:pt x="39" y="1284"/>
                      </a:lnTo>
                      <a:lnTo>
                        <a:pt x="26" y="1254"/>
                      </a:lnTo>
                      <a:lnTo>
                        <a:pt x="15" y="1221"/>
                      </a:lnTo>
                      <a:lnTo>
                        <a:pt x="7" y="1184"/>
                      </a:lnTo>
                      <a:lnTo>
                        <a:pt x="2" y="1143"/>
                      </a:lnTo>
                      <a:lnTo>
                        <a:pt x="0" y="1104"/>
                      </a:lnTo>
                      <a:lnTo>
                        <a:pt x="1" y="1068"/>
                      </a:lnTo>
                      <a:lnTo>
                        <a:pt x="4" y="1038"/>
                      </a:lnTo>
                      <a:lnTo>
                        <a:pt x="9" y="1009"/>
                      </a:lnTo>
                      <a:lnTo>
                        <a:pt x="17" y="985"/>
                      </a:lnTo>
                      <a:lnTo>
                        <a:pt x="27" y="964"/>
                      </a:lnTo>
                      <a:lnTo>
                        <a:pt x="38" y="946"/>
                      </a:lnTo>
                      <a:lnTo>
                        <a:pt x="50" y="930"/>
                      </a:lnTo>
                      <a:lnTo>
                        <a:pt x="65" y="916"/>
                      </a:lnTo>
                      <a:lnTo>
                        <a:pt x="80" y="906"/>
                      </a:lnTo>
                      <a:lnTo>
                        <a:pt x="96" y="897"/>
                      </a:lnTo>
                      <a:lnTo>
                        <a:pt x="98" y="851"/>
                      </a:lnTo>
                      <a:lnTo>
                        <a:pt x="89" y="794"/>
                      </a:lnTo>
                      <a:lnTo>
                        <a:pt x="85" y="740"/>
                      </a:lnTo>
                      <a:lnTo>
                        <a:pt x="83" y="690"/>
                      </a:lnTo>
                      <a:lnTo>
                        <a:pt x="85" y="643"/>
                      </a:lnTo>
                      <a:lnTo>
                        <a:pt x="90" y="599"/>
                      </a:lnTo>
                      <a:lnTo>
                        <a:pt x="98" y="559"/>
                      </a:lnTo>
                      <a:lnTo>
                        <a:pt x="108" y="522"/>
                      </a:lnTo>
                      <a:lnTo>
                        <a:pt x="120" y="487"/>
                      </a:lnTo>
                      <a:lnTo>
                        <a:pt x="134" y="455"/>
                      </a:lnTo>
                      <a:lnTo>
                        <a:pt x="149" y="427"/>
                      </a:lnTo>
                      <a:lnTo>
                        <a:pt x="166" y="400"/>
                      </a:lnTo>
                      <a:lnTo>
                        <a:pt x="183" y="377"/>
                      </a:lnTo>
                      <a:lnTo>
                        <a:pt x="202" y="355"/>
                      </a:lnTo>
                      <a:lnTo>
                        <a:pt x="220" y="337"/>
                      </a:lnTo>
                      <a:lnTo>
                        <a:pt x="239" y="320"/>
                      </a:lnTo>
                      <a:lnTo>
                        <a:pt x="257" y="305"/>
                      </a:lnTo>
                      <a:lnTo>
                        <a:pt x="274" y="293"/>
                      </a:lnTo>
                      <a:lnTo>
                        <a:pt x="290" y="282"/>
                      </a:lnTo>
                      <a:lnTo>
                        <a:pt x="305" y="273"/>
                      </a:lnTo>
                      <a:lnTo>
                        <a:pt x="319" y="266"/>
                      </a:lnTo>
                      <a:lnTo>
                        <a:pt x="331" y="260"/>
                      </a:lnTo>
                      <a:lnTo>
                        <a:pt x="341" y="255"/>
                      </a:lnTo>
                      <a:lnTo>
                        <a:pt x="348" y="253"/>
                      </a:lnTo>
                      <a:lnTo>
                        <a:pt x="352" y="246"/>
                      </a:lnTo>
                      <a:lnTo>
                        <a:pt x="359" y="237"/>
                      </a:lnTo>
                      <a:lnTo>
                        <a:pt x="367" y="225"/>
                      </a:lnTo>
                      <a:lnTo>
                        <a:pt x="377" y="212"/>
                      </a:lnTo>
                      <a:lnTo>
                        <a:pt x="390" y="196"/>
                      </a:lnTo>
                      <a:lnTo>
                        <a:pt x="404" y="180"/>
                      </a:lnTo>
                      <a:lnTo>
                        <a:pt x="421" y="163"/>
                      </a:lnTo>
                      <a:lnTo>
                        <a:pt x="439" y="145"/>
                      </a:lnTo>
                      <a:lnTo>
                        <a:pt x="459" y="127"/>
                      </a:lnTo>
                      <a:lnTo>
                        <a:pt x="481" y="108"/>
                      </a:lnTo>
                      <a:lnTo>
                        <a:pt x="505" y="91"/>
                      </a:lnTo>
                      <a:lnTo>
                        <a:pt x="531" y="74"/>
                      </a:lnTo>
                      <a:lnTo>
                        <a:pt x="559" y="57"/>
                      </a:lnTo>
                      <a:lnTo>
                        <a:pt x="589" y="43"/>
                      </a:lnTo>
                      <a:lnTo>
                        <a:pt x="620" y="30"/>
                      </a:lnTo>
                      <a:lnTo>
                        <a:pt x="655" y="19"/>
                      </a:lnTo>
                      <a:lnTo>
                        <a:pt x="690" y="10"/>
                      </a:lnTo>
                      <a:lnTo>
                        <a:pt x="728" y="3"/>
                      </a:lnTo>
                      <a:lnTo>
                        <a:pt x="767" y="0"/>
                      </a:lnTo>
                      <a:lnTo>
                        <a:pt x="80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lvl="0">
                    <a:defRPr/>
                  </a:pPr>
                  <a:endParaRPr lang="ko-KR" altLang="en-US" sz="16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2" name="Freeform 23"/>
                <p:cNvSpPr>
                  <a:spLocks noEditPoints="1"/>
                </p:cNvSpPr>
                <p:nvPr/>
              </p:nvSpPr>
              <p:spPr>
                <a:xfrm>
                  <a:off x="2664" y="4250"/>
                  <a:ext cx="83" cy="27"/>
                </a:xfrm>
                <a:custGeom>
                  <a:avLst/>
                  <a:gdLst>
                    <a:gd name="T0" fmla="*/ 613 w 916"/>
                    <a:gd name="T1" fmla="*/ 78 h 300"/>
                    <a:gd name="T2" fmla="*/ 561 w 916"/>
                    <a:gd name="T3" fmla="*/ 109 h 300"/>
                    <a:gd name="T4" fmla="*/ 554 w 916"/>
                    <a:gd name="T5" fmla="*/ 165 h 300"/>
                    <a:gd name="T6" fmla="*/ 579 w 916"/>
                    <a:gd name="T7" fmla="*/ 210 h 300"/>
                    <a:gd name="T8" fmla="*/ 665 w 916"/>
                    <a:gd name="T9" fmla="*/ 229 h 300"/>
                    <a:gd name="T10" fmla="*/ 787 w 916"/>
                    <a:gd name="T11" fmla="*/ 223 h 300"/>
                    <a:gd name="T12" fmla="*/ 839 w 916"/>
                    <a:gd name="T13" fmla="*/ 191 h 300"/>
                    <a:gd name="T14" fmla="*/ 846 w 916"/>
                    <a:gd name="T15" fmla="*/ 135 h 300"/>
                    <a:gd name="T16" fmla="*/ 820 w 916"/>
                    <a:gd name="T17" fmla="*/ 90 h 300"/>
                    <a:gd name="T18" fmla="*/ 734 w 916"/>
                    <a:gd name="T19" fmla="*/ 72 h 300"/>
                    <a:gd name="T20" fmla="*/ 153 w 916"/>
                    <a:gd name="T21" fmla="*/ 74 h 300"/>
                    <a:gd name="T22" fmla="*/ 85 w 916"/>
                    <a:gd name="T23" fmla="*/ 99 h 300"/>
                    <a:gd name="T24" fmla="*/ 70 w 916"/>
                    <a:gd name="T25" fmla="*/ 150 h 300"/>
                    <a:gd name="T26" fmla="*/ 85 w 916"/>
                    <a:gd name="T27" fmla="*/ 201 h 300"/>
                    <a:gd name="T28" fmla="*/ 153 w 916"/>
                    <a:gd name="T29" fmla="*/ 227 h 300"/>
                    <a:gd name="T30" fmla="*/ 280 w 916"/>
                    <a:gd name="T31" fmla="*/ 227 h 300"/>
                    <a:gd name="T32" fmla="*/ 348 w 916"/>
                    <a:gd name="T33" fmla="*/ 201 h 300"/>
                    <a:gd name="T34" fmla="*/ 363 w 916"/>
                    <a:gd name="T35" fmla="*/ 150 h 300"/>
                    <a:gd name="T36" fmla="*/ 348 w 916"/>
                    <a:gd name="T37" fmla="*/ 99 h 300"/>
                    <a:gd name="T38" fmla="*/ 280 w 916"/>
                    <a:gd name="T39" fmla="*/ 74 h 300"/>
                    <a:gd name="T40" fmla="*/ 234 w 916"/>
                    <a:gd name="T41" fmla="*/ 0 h 300"/>
                    <a:gd name="T42" fmla="*/ 321 w 916"/>
                    <a:gd name="T43" fmla="*/ 9 h 300"/>
                    <a:gd name="T44" fmla="*/ 400 w 916"/>
                    <a:gd name="T45" fmla="*/ 53 h 300"/>
                    <a:gd name="T46" fmla="*/ 574 w 916"/>
                    <a:gd name="T47" fmla="*/ 17 h 300"/>
                    <a:gd name="T48" fmla="*/ 662 w 916"/>
                    <a:gd name="T49" fmla="*/ 1 h 300"/>
                    <a:gd name="T50" fmla="*/ 732 w 916"/>
                    <a:gd name="T51" fmla="*/ 0 h 300"/>
                    <a:gd name="T52" fmla="*/ 806 w 916"/>
                    <a:gd name="T53" fmla="*/ 10 h 300"/>
                    <a:gd name="T54" fmla="*/ 875 w 916"/>
                    <a:gd name="T55" fmla="*/ 45 h 300"/>
                    <a:gd name="T56" fmla="*/ 914 w 916"/>
                    <a:gd name="T57" fmla="*/ 123 h 300"/>
                    <a:gd name="T58" fmla="*/ 900 w 916"/>
                    <a:gd name="T59" fmla="*/ 223 h 300"/>
                    <a:gd name="T60" fmla="*/ 843 w 916"/>
                    <a:gd name="T61" fmla="*/ 277 h 300"/>
                    <a:gd name="T62" fmla="*/ 768 w 916"/>
                    <a:gd name="T63" fmla="*/ 297 h 300"/>
                    <a:gd name="T64" fmla="*/ 699 w 916"/>
                    <a:gd name="T65" fmla="*/ 300 h 300"/>
                    <a:gd name="T66" fmla="*/ 632 w 916"/>
                    <a:gd name="T67" fmla="*/ 297 h 300"/>
                    <a:gd name="T68" fmla="*/ 557 w 916"/>
                    <a:gd name="T69" fmla="*/ 277 h 300"/>
                    <a:gd name="T70" fmla="*/ 500 w 916"/>
                    <a:gd name="T71" fmla="*/ 224 h 300"/>
                    <a:gd name="T72" fmla="*/ 485 w 916"/>
                    <a:gd name="T73" fmla="*/ 137 h 300"/>
                    <a:gd name="T74" fmla="*/ 432 w 916"/>
                    <a:gd name="T75" fmla="*/ 150 h 300"/>
                    <a:gd name="T76" fmla="*/ 405 w 916"/>
                    <a:gd name="T77" fmla="*/ 241 h 300"/>
                    <a:gd name="T78" fmla="*/ 342 w 916"/>
                    <a:gd name="T79" fmla="*/ 284 h 300"/>
                    <a:gd name="T80" fmla="*/ 266 w 916"/>
                    <a:gd name="T81" fmla="*/ 298 h 300"/>
                    <a:gd name="T82" fmla="*/ 201 w 916"/>
                    <a:gd name="T83" fmla="*/ 299 h 300"/>
                    <a:gd name="T84" fmla="*/ 129 w 916"/>
                    <a:gd name="T85" fmla="*/ 294 h 300"/>
                    <a:gd name="T86" fmla="*/ 57 w 916"/>
                    <a:gd name="T87" fmla="*/ 267 h 300"/>
                    <a:gd name="T88" fmla="*/ 7 w 916"/>
                    <a:gd name="T89" fmla="*/ 202 h 300"/>
                    <a:gd name="T90" fmla="*/ 7 w 916"/>
                    <a:gd name="T91" fmla="*/ 98 h 300"/>
                    <a:gd name="T92" fmla="*/ 57 w 916"/>
                    <a:gd name="T93" fmla="*/ 33 h 300"/>
                    <a:gd name="T94" fmla="*/ 129 w 916"/>
                    <a:gd name="T95" fmla="*/ 6 h 300"/>
                    <a:gd name="T96" fmla="*/ 201 w 916"/>
                    <a:gd name="T97" fmla="*/ 0 h 300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916" h="300">
                      <a:moveTo>
                        <a:pt x="699" y="71"/>
                      </a:moveTo>
                      <a:lnTo>
                        <a:pt x="665" y="72"/>
                      </a:lnTo>
                      <a:lnTo>
                        <a:pt x="636" y="74"/>
                      </a:lnTo>
                      <a:lnTo>
                        <a:pt x="613" y="78"/>
                      </a:lnTo>
                      <a:lnTo>
                        <a:pt x="594" y="83"/>
                      </a:lnTo>
                      <a:lnTo>
                        <a:pt x="579" y="90"/>
                      </a:lnTo>
                      <a:lnTo>
                        <a:pt x="569" y="99"/>
                      </a:lnTo>
                      <a:lnTo>
                        <a:pt x="561" y="109"/>
                      </a:lnTo>
                      <a:lnTo>
                        <a:pt x="556" y="122"/>
                      </a:lnTo>
                      <a:lnTo>
                        <a:pt x="554" y="135"/>
                      </a:lnTo>
                      <a:lnTo>
                        <a:pt x="553" y="150"/>
                      </a:lnTo>
                      <a:lnTo>
                        <a:pt x="554" y="165"/>
                      </a:lnTo>
                      <a:lnTo>
                        <a:pt x="556" y="179"/>
                      </a:lnTo>
                      <a:lnTo>
                        <a:pt x="561" y="191"/>
                      </a:lnTo>
                      <a:lnTo>
                        <a:pt x="569" y="201"/>
                      </a:lnTo>
                      <a:lnTo>
                        <a:pt x="579" y="210"/>
                      </a:lnTo>
                      <a:lnTo>
                        <a:pt x="594" y="216"/>
                      </a:lnTo>
                      <a:lnTo>
                        <a:pt x="613" y="223"/>
                      </a:lnTo>
                      <a:lnTo>
                        <a:pt x="636" y="227"/>
                      </a:lnTo>
                      <a:lnTo>
                        <a:pt x="665" y="229"/>
                      </a:lnTo>
                      <a:lnTo>
                        <a:pt x="699" y="230"/>
                      </a:lnTo>
                      <a:lnTo>
                        <a:pt x="734" y="229"/>
                      </a:lnTo>
                      <a:lnTo>
                        <a:pt x="763" y="227"/>
                      </a:lnTo>
                      <a:lnTo>
                        <a:pt x="787" y="223"/>
                      </a:lnTo>
                      <a:lnTo>
                        <a:pt x="805" y="216"/>
                      </a:lnTo>
                      <a:lnTo>
                        <a:pt x="820" y="210"/>
                      </a:lnTo>
                      <a:lnTo>
                        <a:pt x="831" y="201"/>
                      </a:lnTo>
                      <a:lnTo>
                        <a:pt x="839" y="191"/>
                      </a:lnTo>
                      <a:lnTo>
                        <a:pt x="843" y="179"/>
                      </a:lnTo>
                      <a:lnTo>
                        <a:pt x="846" y="165"/>
                      </a:lnTo>
                      <a:lnTo>
                        <a:pt x="847" y="150"/>
                      </a:lnTo>
                      <a:lnTo>
                        <a:pt x="846" y="135"/>
                      </a:lnTo>
                      <a:lnTo>
                        <a:pt x="843" y="122"/>
                      </a:lnTo>
                      <a:lnTo>
                        <a:pt x="839" y="109"/>
                      </a:lnTo>
                      <a:lnTo>
                        <a:pt x="831" y="99"/>
                      </a:lnTo>
                      <a:lnTo>
                        <a:pt x="820" y="90"/>
                      </a:lnTo>
                      <a:lnTo>
                        <a:pt x="805" y="83"/>
                      </a:lnTo>
                      <a:lnTo>
                        <a:pt x="787" y="78"/>
                      </a:lnTo>
                      <a:lnTo>
                        <a:pt x="763" y="74"/>
                      </a:lnTo>
                      <a:lnTo>
                        <a:pt x="734" y="72"/>
                      </a:lnTo>
                      <a:lnTo>
                        <a:pt x="699" y="71"/>
                      </a:lnTo>
                      <a:close/>
                      <a:moveTo>
                        <a:pt x="216" y="71"/>
                      </a:moveTo>
                      <a:lnTo>
                        <a:pt x="182" y="72"/>
                      </a:lnTo>
                      <a:lnTo>
                        <a:pt x="153" y="74"/>
                      </a:lnTo>
                      <a:lnTo>
                        <a:pt x="130" y="78"/>
                      </a:lnTo>
                      <a:lnTo>
                        <a:pt x="111" y="83"/>
                      </a:lnTo>
                      <a:lnTo>
                        <a:pt x="96" y="90"/>
                      </a:lnTo>
                      <a:lnTo>
                        <a:pt x="85" y="99"/>
                      </a:lnTo>
                      <a:lnTo>
                        <a:pt x="78" y="109"/>
                      </a:lnTo>
                      <a:lnTo>
                        <a:pt x="73" y="122"/>
                      </a:lnTo>
                      <a:lnTo>
                        <a:pt x="70" y="135"/>
                      </a:lnTo>
                      <a:lnTo>
                        <a:pt x="70" y="150"/>
                      </a:lnTo>
                      <a:lnTo>
                        <a:pt x="70" y="165"/>
                      </a:lnTo>
                      <a:lnTo>
                        <a:pt x="73" y="179"/>
                      </a:lnTo>
                      <a:lnTo>
                        <a:pt x="78" y="191"/>
                      </a:lnTo>
                      <a:lnTo>
                        <a:pt x="85" y="201"/>
                      </a:lnTo>
                      <a:lnTo>
                        <a:pt x="96" y="210"/>
                      </a:lnTo>
                      <a:lnTo>
                        <a:pt x="111" y="216"/>
                      </a:lnTo>
                      <a:lnTo>
                        <a:pt x="130" y="223"/>
                      </a:lnTo>
                      <a:lnTo>
                        <a:pt x="153" y="227"/>
                      </a:lnTo>
                      <a:lnTo>
                        <a:pt x="182" y="229"/>
                      </a:lnTo>
                      <a:lnTo>
                        <a:pt x="216" y="230"/>
                      </a:lnTo>
                      <a:lnTo>
                        <a:pt x="250" y="229"/>
                      </a:lnTo>
                      <a:lnTo>
                        <a:pt x="280" y="227"/>
                      </a:lnTo>
                      <a:lnTo>
                        <a:pt x="304" y="223"/>
                      </a:lnTo>
                      <a:lnTo>
                        <a:pt x="322" y="216"/>
                      </a:lnTo>
                      <a:lnTo>
                        <a:pt x="337" y="210"/>
                      </a:lnTo>
                      <a:lnTo>
                        <a:pt x="348" y="201"/>
                      </a:lnTo>
                      <a:lnTo>
                        <a:pt x="355" y="191"/>
                      </a:lnTo>
                      <a:lnTo>
                        <a:pt x="360" y="179"/>
                      </a:lnTo>
                      <a:lnTo>
                        <a:pt x="363" y="165"/>
                      </a:lnTo>
                      <a:lnTo>
                        <a:pt x="363" y="150"/>
                      </a:lnTo>
                      <a:lnTo>
                        <a:pt x="363" y="135"/>
                      </a:lnTo>
                      <a:lnTo>
                        <a:pt x="360" y="122"/>
                      </a:lnTo>
                      <a:lnTo>
                        <a:pt x="355" y="109"/>
                      </a:lnTo>
                      <a:lnTo>
                        <a:pt x="348" y="99"/>
                      </a:lnTo>
                      <a:lnTo>
                        <a:pt x="337" y="90"/>
                      </a:lnTo>
                      <a:lnTo>
                        <a:pt x="322" y="83"/>
                      </a:lnTo>
                      <a:lnTo>
                        <a:pt x="304" y="78"/>
                      </a:lnTo>
                      <a:lnTo>
                        <a:pt x="280" y="74"/>
                      </a:lnTo>
                      <a:lnTo>
                        <a:pt x="250" y="72"/>
                      </a:lnTo>
                      <a:lnTo>
                        <a:pt x="216" y="71"/>
                      </a:lnTo>
                      <a:close/>
                      <a:moveTo>
                        <a:pt x="216" y="0"/>
                      </a:moveTo>
                      <a:lnTo>
                        <a:pt x="234" y="0"/>
                      </a:lnTo>
                      <a:lnTo>
                        <a:pt x="254" y="1"/>
                      </a:lnTo>
                      <a:lnTo>
                        <a:pt x="276" y="2"/>
                      </a:lnTo>
                      <a:lnTo>
                        <a:pt x="298" y="5"/>
                      </a:lnTo>
                      <a:lnTo>
                        <a:pt x="321" y="9"/>
                      </a:lnTo>
                      <a:lnTo>
                        <a:pt x="343" y="17"/>
                      </a:lnTo>
                      <a:lnTo>
                        <a:pt x="364" y="26"/>
                      </a:lnTo>
                      <a:lnTo>
                        <a:pt x="383" y="37"/>
                      </a:lnTo>
                      <a:lnTo>
                        <a:pt x="400" y="53"/>
                      </a:lnTo>
                      <a:lnTo>
                        <a:pt x="516" y="53"/>
                      </a:lnTo>
                      <a:lnTo>
                        <a:pt x="533" y="37"/>
                      </a:lnTo>
                      <a:lnTo>
                        <a:pt x="553" y="26"/>
                      </a:lnTo>
                      <a:lnTo>
                        <a:pt x="574" y="17"/>
                      </a:lnTo>
                      <a:lnTo>
                        <a:pt x="596" y="9"/>
                      </a:lnTo>
                      <a:lnTo>
                        <a:pt x="618" y="5"/>
                      </a:lnTo>
                      <a:lnTo>
                        <a:pt x="640" y="2"/>
                      </a:lnTo>
                      <a:lnTo>
                        <a:pt x="662" y="1"/>
                      </a:lnTo>
                      <a:lnTo>
                        <a:pt x="682" y="0"/>
                      </a:lnTo>
                      <a:lnTo>
                        <a:pt x="699" y="0"/>
                      </a:lnTo>
                      <a:lnTo>
                        <a:pt x="715" y="0"/>
                      </a:lnTo>
                      <a:lnTo>
                        <a:pt x="732" y="0"/>
                      </a:lnTo>
                      <a:lnTo>
                        <a:pt x="749" y="1"/>
                      </a:lnTo>
                      <a:lnTo>
                        <a:pt x="768" y="3"/>
                      </a:lnTo>
                      <a:lnTo>
                        <a:pt x="787" y="6"/>
                      </a:lnTo>
                      <a:lnTo>
                        <a:pt x="806" y="10"/>
                      </a:lnTo>
                      <a:lnTo>
                        <a:pt x="825" y="16"/>
                      </a:lnTo>
                      <a:lnTo>
                        <a:pt x="843" y="24"/>
                      </a:lnTo>
                      <a:lnTo>
                        <a:pt x="860" y="33"/>
                      </a:lnTo>
                      <a:lnTo>
                        <a:pt x="875" y="45"/>
                      </a:lnTo>
                      <a:lnTo>
                        <a:pt x="889" y="59"/>
                      </a:lnTo>
                      <a:lnTo>
                        <a:pt x="900" y="77"/>
                      </a:lnTo>
                      <a:lnTo>
                        <a:pt x="908" y="98"/>
                      </a:lnTo>
                      <a:lnTo>
                        <a:pt x="914" y="123"/>
                      </a:lnTo>
                      <a:lnTo>
                        <a:pt x="916" y="150"/>
                      </a:lnTo>
                      <a:lnTo>
                        <a:pt x="914" y="178"/>
                      </a:lnTo>
                      <a:lnTo>
                        <a:pt x="908" y="202"/>
                      </a:lnTo>
                      <a:lnTo>
                        <a:pt x="900" y="223"/>
                      </a:lnTo>
                      <a:lnTo>
                        <a:pt x="889" y="241"/>
                      </a:lnTo>
                      <a:lnTo>
                        <a:pt x="875" y="255"/>
                      </a:lnTo>
                      <a:lnTo>
                        <a:pt x="860" y="267"/>
                      </a:lnTo>
                      <a:lnTo>
                        <a:pt x="843" y="277"/>
                      </a:lnTo>
                      <a:lnTo>
                        <a:pt x="825" y="285"/>
                      </a:lnTo>
                      <a:lnTo>
                        <a:pt x="806" y="290"/>
                      </a:lnTo>
                      <a:lnTo>
                        <a:pt x="787" y="294"/>
                      </a:lnTo>
                      <a:lnTo>
                        <a:pt x="768" y="297"/>
                      </a:lnTo>
                      <a:lnTo>
                        <a:pt x="749" y="298"/>
                      </a:lnTo>
                      <a:lnTo>
                        <a:pt x="732" y="299"/>
                      </a:lnTo>
                      <a:lnTo>
                        <a:pt x="715" y="299"/>
                      </a:lnTo>
                      <a:lnTo>
                        <a:pt x="699" y="300"/>
                      </a:lnTo>
                      <a:lnTo>
                        <a:pt x="685" y="299"/>
                      </a:lnTo>
                      <a:lnTo>
                        <a:pt x="668" y="299"/>
                      </a:lnTo>
                      <a:lnTo>
                        <a:pt x="650" y="298"/>
                      </a:lnTo>
                      <a:lnTo>
                        <a:pt x="632" y="297"/>
                      </a:lnTo>
                      <a:lnTo>
                        <a:pt x="613" y="294"/>
                      </a:lnTo>
                      <a:lnTo>
                        <a:pt x="593" y="290"/>
                      </a:lnTo>
                      <a:lnTo>
                        <a:pt x="575" y="285"/>
                      </a:lnTo>
                      <a:lnTo>
                        <a:pt x="557" y="277"/>
                      </a:lnTo>
                      <a:lnTo>
                        <a:pt x="540" y="267"/>
                      </a:lnTo>
                      <a:lnTo>
                        <a:pt x="524" y="255"/>
                      </a:lnTo>
                      <a:lnTo>
                        <a:pt x="511" y="241"/>
                      </a:lnTo>
                      <a:lnTo>
                        <a:pt x="500" y="224"/>
                      </a:lnTo>
                      <a:lnTo>
                        <a:pt x="491" y="202"/>
                      </a:lnTo>
                      <a:lnTo>
                        <a:pt x="486" y="179"/>
                      </a:lnTo>
                      <a:lnTo>
                        <a:pt x="484" y="150"/>
                      </a:lnTo>
                      <a:lnTo>
                        <a:pt x="485" y="137"/>
                      </a:lnTo>
                      <a:lnTo>
                        <a:pt x="486" y="125"/>
                      </a:lnTo>
                      <a:lnTo>
                        <a:pt x="430" y="125"/>
                      </a:lnTo>
                      <a:lnTo>
                        <a:pt x="432" y="137"/>
                      </a:lnTo>
                      <a:lnTo>
                        <a:pt x="432" y="150"/>
                      </a:lnTo>
                      <a:lnTo>
                        <a:pt x="430" y="179"/>
                      </a:lnTo>
                      <a:lnTo>
                        <a:pt x="425" y="202"/>
                      </a:lnTo>
                      <a:lnTo>
                        <a:pt x="416" y="224"/>
                      </a:lnTo>
                      <a:lnTo>
                        <a:pt x="405" y="241"/>
                      </a:lnTo>
                      <a:lnTo>
                        <a:pt x="392" y="255"/>
                      </a:lnTo>
                      <a:lnTo>
                        <a:pt x="377" y="267"/>
                      </a:lnTo>
                      <a:lnTo>
                        <a:pt x="360" y="277"/>
                      </a:lnTo>
                      <a:lnTo>
                        <a:pt x="342" y="284"/>
                      </a:lnTo>
                      <a:lnTo>
                        <a:pt x="323" y="290"/>
                      </a:lnTo>
                      <a:lnTo>
                        <a:pt x="304" y="294"/>
                      </a:lnTo>
                      <a:lnTo>
                        <a:pt x="285" y="296"/>
                      </a:lnTo>
                      <a:lnTo>
                        <a:pt x="266" y="298"/>
                      </a:lnTo>
                      <a:lnTo>
                        <a:pt x="248" y="299"/>
                      </a:lnTo>
                      <a:lnTo>
                        <a:pt x="231" y="299"/>
                      </a:lnTo>
                      <a:lnTo>
                        <a:pt x="216" y="299"/>
                      </a:lnTo>
                      <a:lnTo>
                        <a:pt x="201" y="299"/>
                      </a:lnTo>
                      <a:lnTo>
                        <a:pt x="185" y="299"/>
                      </a:lnTo>
                      <a:lnTo>
                        <a:pt x="167" y="298"/>
                      </a:lnTo>
                      <a:lnTo>
                        <a:pt x="148" y="296"/>
                      </a:lnTo>
                      <a:lnTo>
                        <a:pt x="129" y="294"/>
                      </a:lnTo>
                      <a:lnTo>
                        <a:pt x="110" y="290"/>
                      </a:lnTo>
                      <a:lnTo>
                        <a:pt x="91" y="284"/>
                      </a:lnTo>
                      <a:lnTo>
                        <a:pt x="73" y="277"/>
                      </a:lnTo>
                      <a:lnTo>
                        <a:pt x="57" y="267"/>
                      </a:lnTo>
                      <a:lnTo>
                        <a:pt x="41" y="255"/>
                      </a:lnTo>
                      <a:lnTo>
                        <a:pt x="27" y="240"/>
                      </a:lnTo>
                      <a:lnTo>
                        <a:pt x="16" y="223"/>
                      </a:lnTo>
                      <a:lnTo>
                        <a:pt x="7" y="202"/>
                      </a:lnTo>
                      <a:lnTo>
                        <a:pt x="2" y="178"/>
                      </a:lnTo>
                      <a:lnTo>
                        <a:pt x="0" y="150"/>
                      </a:lnTo>
                      <a:lnTo>
                        <a:pt x="2" y="122"/>
                      </a:lnTo>
                      <a:lnTo>
                        <a:pt x="7" y="98"/>
                      </a:lnTo>
                      <a:lnTo>
                        <a:pt x="16" y="77"/>
                      </a:lnTo>
                      <a:lnTo>
                        <a:pt x="27" y="59"/>
                      </a:lnTo>
                      <a:lnTo>
                        <a:pt x="41" y="45"/>
                      </a:lnTo>
                      <a:lnTo>
                        <a:pt x="57" y="33"/>
                      </a:lnTo>
                      <a:lnTo>
                        <a:pt x="73" y="23"/>
                      </a:lnTo>
                      <a:lnTo>
                        <a:pt x="91" y="16"/>
                      </a:lnTo>
                      <a:lnTo>
                        <a:pt x="110" y="10"/>
                      </a:lnTo>
                      <a:lnTo>
                        <a:pt x="129" y="6"/>
                      </a:lnTo>
                      <a:lnTo>
                        <a:pt x="148" y="3"/>
                      </a:lnTo>
                      <a:lnTo>
                        <a:pt x="167" y="1"/>
                      </a:lnTo>
                      <a:lnTo>
                        <a:pt x="185" y="0"/>
                      </a:lnTo>
                      <a:lnTo>
                        <a:pt x="201" y="0"/>
                      </a:lnTo>
                      <a:lnTo>
                        <a:pt x="21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lvl="0">
                    <a:defRPr/>
                  </a:pPr>
                  <a:endParaRPr lang="ko-KR" altLang="en-US" sz="16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" name="Freeform 24"/>
                <p:cNvSpPr>
                  <a:spLocks noEditPoints="1"/>
                </p:cNvSpPr>
                <p:nvPr/>
              </p:nvSpPr>
              <p:spPr>
                <a:xfrm>
                  <a:off x="2597" y="4335"/>
                  <a:ext cx="217" cy="124"/>
                </a:xfrm>
                <a:custGeom>
                  <a:avLst/>
                  <a:gdLst>
                    <a:gd name="T0" fmla="*/ 1796 w 2393"/>
                    <a:gd name="T1" fmla="*/ 704 h 1360"/>
                    <a:gd name="T2" fmla="*/ 1761 w 2393"/>
                    <a:gd name="T3" fmla="*/ 720 h 1360"/>
                    <a:gd name="T4" fmla="*/ 1590 w 2393"/>
                    <a:gd name="T5" fmla="*/ 904 h 1360"/>
                    <a:gd name="T6" fmla="*/ 1882 w 2393"/>
                    <a:gd name="T7" fmla="*/ 733 h 1360"/>
                    <a:gd name="T8" fmla="*/ 1851 w 2393"/>
                    <a:gd name="T9" fmla="*/ 709 h 1360"/>
                    <a:gd name="T10" fmla="*/ 1814 w 2393"/>
                    <a:gd name="T11" fmla="*/ 702 h 1360"/>
                    <a:gd name="T12" fmla="*/ 1831 w 2393"/>
                    <a:gd name="T13" fmla="*/ 20 h 1360"/>
                    <a:gd name="T14" fmla="*/ 1950 w 2393"/>
                    <a:gd name="T15" fmla="*/ 61 h 1360"/>
                    <a:gd name="T16" fmla="*/ 2057 w 2393"/>
                    <a:gd name="T17" fmla="*/ 121 h 1360"/>
                    <a:gd name="T18" fmla="*/ 2154 w 2393"/>
                    <a:gd name="T19" fmla="*/ 196 h 1360"/>
                    <a:gd name="T20" fmla="*/ 2235 w 2393"/>
                    <a:gd name="T21" fmla="*/ 286 h 1360"/>
                    <a:gd name="T22" fmla="*/ 2301 w 2393"/>
                    <a:gd name="T23" fmla="*/ 388 h 1360"/>
                    <a:gd name="T24" fmla="*/ 2352 w 2393"/>
                    <a:gd name="T25" fmla="*/ 501 h 1360"/>
                    <a:gd name="T26" fmla="*/ 2382 w 2393"/>
                    <a:gd name="T27" fmla="*/ 622 h 1360"/>
                    <a:gd name="T28" fmla="*/ 2393 w 2393"/>
                    <a:gd name="T29" fmla="*/ 748 h 1360"/>
                    <a:gd name="T30" fmla="*/ 2390 w 2393"/>
                    <a:gd name="T31" fmla="*/ 1230 h 1360"/>
                    <a:gd name="T32" fmla="*/ 2370 w 2393"/>
                    <a:gd name="T33" fmla="*/ 1282 h 1360"/>
                    <a:gd name="T34" fmla="*/ 2335 w 2393"/>
                    <a:gd name="T35" fmla="*/ 1324 h 1360"/>
                    <a:gd name="T36" fmla="*/ 2286 w 2393"/>
                    <a:gd name="T37" fmla="*/ 1351 h 1360"/>
                    <a:gd name="T38" fmla="*/ 2230 w 2393"/>
                    <a:gd name="T39" fmla="*/ 1360 h 1360"/>
                    <a:gd name="T40" fmla="*/ 129 w 2393"/>
                    <a:gd name="T41" fmla="*/ 1358 h 1360"/>
                    <a:gd name="T42" fmla="*/ 77 w 2393"/>
                    <a:gd name="T43" fmla="*/ 1339 h 1360"/>
                    <a:gd name="T44" fmla="*/ 36 w 2393"/>
                    <a:gd name="T45" fmla="*/ 1304 h 1360"/>
                    <a:gd name="T46" fmla="*/ 10 w 2393"/>
                    <a:gd name="T47" fmla="*/ 1256 h 1360"/>
                    <a:gd name="T48" fmla="*/ 0 w 2393"/>
                    <a:gd name="T49" fmla="*/ 1200 h 1360"/>
                    <a:gd name="T50" fmla="*/ 3 w 2393"/>
                    <a:gd name="T51" fmla="*/ 684 h 1360"/>
                    <a:gd name="T52" fmla="*/ 23 w 2393"/>
                    <a:gd name="T53" fmla="*/ 561 h 1360"/>
                    <a:gd name="T54" fmla="*/ 63 w 2393"/>
                    <a:gd name="T55" fmla="*/ 443 h 1360"/>
                    <a:gd name="T56" fmla="*/ 122 w 2393"/>
                    <a:gd name="T57" fmla="*/ 336 h 1360"/>
                    <a:gd name="T58" fmla="*/ 195 w 2393"/>
                    <a:gd name="T59" fmla="*/ 240 h 1360"/>
                    <a:gd name="T60" fmla="*/ 283 w 2393"/>
                    <a:gd name="T61" fmla="*/ 157 h 1360"/>
                    <a:gd name="T62" fmla="*/ 385 w 2393"/>
                    <a:gd name="T63" fmla="*/ 89 h 1360"/>
                    <a:gd name="T64" fmla="*/ 498 w 2393"/>
                    <a:gd name="T65" fmla="*/ 38 h 1360"/>
                    <a:gd name="T66" fmla="*/ 640 w 2393"/>
                    <a:gd name="T67" fmla="*/ 0 h 1360"/>
                    <a:gd name="T68" fmla="*/ 1748 w 2393"/>
                    <a:gd name="T69" fmla="*/ 0 h 1360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2393" h="1360">
                      <a:moveTo>
                        <a:pt x="1814" y="702"/>
                      </a:moveTo>
                      <a:lnTo>
                        <a:pt x="1796" y="704"/>
                      </a:lnTo>
                      <a:lnTo>
                        <a:pt x="1778" y="709"/>
                      </a:lnTo>
                      <a:lnTo>
                        <a:pt x="1761" y="720"/>
                      </a:lnTo>
                      <a:lnTo>
                        <a:pt x="1746" y="733"/>
                      </a:lnTo>
                      <a:lnTo>
                        <a:pt x="1590" y="904"/>
                      </a:lnTo>
                      <a:lnTo>
                        <a:pt x="2038" y="904"/>
                      </a:lnTo>
                      <a:lnTo>
                        <a:pt x="1882" y="733"/>
                      </a:lnTo>
                      <a:lnTo>
                        <a:pt x="1867" y="719"/>
                      </a:lnTo>
                      <a:lnTo>
                        <a:pt x="1851" y="709"/>
                      </a:lnTo>
                      <a:lnTo>
                        <a:pt x="1833" y="703"/>
                      </a:lnTo>
                      <a:lnTo>
                        <a:pt x="1814" y="702"/>
                      </a:lnTo>
                      <a:close/>
                      <a:moveTo>
                        <a:pt x="1748" y="0"/>
                      </a:moveTo>
                      <a:lnTo>
                        <a:pt x="1831" y="20"/>
                      </a:lnTo>
                      <a:lnTo>
                        <a:pt x="1892" y="38"/>
                      </a:lnTo>
                      <a:lnTo>
                        <a:pt x="1950" y="61"/>
                      </a:lnTo>
                      <a:lnTo>
                        <a:pt x="2005" y="88"/>
                      </a:lnTo>
                      <a:lnTo>
                        <a:pt x="2057" y="121"/>
                      </a:lnTo>
                      <a:lnTo>
                        <a:pt x="2107" y="157"/>
                      </a:lnTo>
                      <a:lnTo>
                        <a:pt x="2154" y="196"/>
                      </a:lnTo>
                      <a:lnTo>
                        <a:pt x="2196" y="239"/>
                      </a:lnTo>
                      <a:lnTo>
                        <a:pt x="2235" y="286"/>
                      </a:lnTo>
                      <a:lnTo>
                        <a:pt x="2270" y="336"/>
                      </a:lnTo>
                      <a:lnTo>
                        <a:pt x="2301" y="388"/>
                      </a:lnTo>
                      <a:lnTo>
                        <a:pt x="2328" y="443"/>
                      </a:lnTo>
                      <a:lnTo>
                        <a:pt x="2352" y="501"/>
                      </a:lnTo>
                      <a:lnTo>
                        <a:pt x="2369" y="561"/>
                      </a:lnTo>
                      <a:lnTo>
                        <a:pt x="2382" y="622"/>
                      </a:lnTo>
                      <a:lnTo>
                        <a:pt x="2390" y="684"/>
                      </a:lnTo>
                      <a:lnTo>
                        <a:pt x="2393" y="748"/>
                      </a:lnTo>
                      <a:lnTo>
                        <a:pt x="2393" y="1200"/>
                      </a:lnTo>
                      <a:lnTo>
                        <a:pt x="2390" y="1230"/>
                      </a:lnTo>
                      <a:lnTo>
                        <a:pt x="2383" y="1256"/>
                      </a:lnTo>
                      <a:lnTo>
                        <a:pt x="2370" y="1282"/>
                      </a:lnTo>
                      <a:lnTo>
                        <a:pt x="2354" y="1304"/>
                      </a:lnTo>
                      <a:lnTo>
                        <a:pt x="2335" y="1324"/>
                      </a:lnTo>
                      <a:lnTo>
                        <a:pt x="2311" y="1339"/>
                      </a:lnTo>
                      <a:lnTo>
                        <a:pt x="2286" y="1351"/>
                      </a:lnTo>
                      <a:lnTo>
                        <a:pt x="2259" y="1358"/>
                      </a:lnTo>
                      <a:lnTo>
                        <a:pt x="2230" y="1360"/>
                      </a:lnTo>
                      <a:lnTo>
                        <a:pt x="157" y="1360"/>
                      </a:lnTo>
                      <a:lnTo>
                        <a:pt x="129" y="1358"/>
                      </a:lnTo>
                      <a:lnTo>
                        <a:pt x="101" y="1351"/>
                      </a:lnTo>
                      <a:lnTo>
                        <a:pt x="77" y="1339"/>
                      </a:lnTo>
                      <a:lnTo>
                        <a:pt x="55" y="1324"/>
                      </a:lnTo>
                      <a:lnTo>
                        <a:pt x="36" y="1304"/>
                      </a:lnTo>
                      <a:lnTo>
                        <a:pt x="21" y="1282"/>
                      </a:lnTo>
                      <a:lnTo>
                        <a:pt x="10" y="1256"/>
                      </a:lnTo>
                      <a:lnTo>
                        <a:pt x="3" y="1230"/>
                      </a:lnTo>
                      <a:lnTo>
                        <a:pt x="0" y="1200"/>
                      </a:lnTo>
                      <a:lnTo>
                        <a:pt x="0" y="748"/>
                      </a:lnTo>
                      <a:lnTo>
                        <a:pt x="3" y="684"/>
                      </a:lnTo>
                      <a:lnTo>
                        <a:pt x="11" y="622"/>
                      </a:lnTo>
                      <a:lnTo>
                        <a:pt x="23" y="561"/>
                      </a:lnTo>
                      <a:lnTo>
                        <a:pt x="41" y="501"/>
                      </a:lnTo>
                      <a:lnTo>
                        <a:pt x="63" y="443"/>
                      </a:lnTo>
                      <a:lnTo>
                        <a:pt x="90" y="389"/>
                      </a:lnTo>
                      <a:lnTo>
                        <a:pt x="122" y="336"/>
                      </a:lnTo>
                      <a:lnTo>
                        <a:pt x="156" y="286"/>
                      </a:lnTo>
                      <a:lnTo>
                        <a:pt x="195" y="240"/>
                      </a:lnTo>
                      <a:lnTo>
                        <a:pt x="237" y="196"/>
                      </a:lnTo>
                      <a:lnTo>
                        <a:pt x="283" y="157"/>
                      </a:lnTo>
                      <a:lnTo>
                        <a:pt x="332" y="121"/>
                      </a:lnTo>
                      <a:lnTo>
                        <a:pt x="385" y="89"/>
                      </a:lnTo>
                      <a:lnTo>
                        <a:pt x="440" y="62"/>
                      </a:lnTo>
                      <a:lnTo>
                        <a:pt x="498" y="38"/>
                      </a:lnTo>
                      <a:lnTo>
                        <a:pt x="559" y="20"/>
                      </a:lnTo>
                      <a:lnTo>
                        <a:pt x="640" y="0"/>
                      </a:lnTo>
                      <a:lnTo>
                        <a:pt x="1193" y="1280"/>
                      </a:lnTo>
                      <a:lnTo>
                        <a:pt x="174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lvl="0">
                    <a:defRPr/>
                  </a:pPr>
                  <a:endParaRPr lang="ko-KR" altLang="en-US" sz="16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4" name="Freeform 25"/>
                <p:cNvSpPr/>
                <p:nvPr/>
              </p:nvSpPr>
              <p:spPr>
                <a:xfrm>
                  <a:off x="2689" y="4347"/>
                  <a:ext cx="34" cy="83"/>
                </a:xfrm>
                <a:custGeom>
                  <a:avLst/>
                  <a:gdLst>
                    <a:gd name="T0" fmla="*/ 135 w 373"/>
                    <a:gd name="T1" fmla="*/ 0 h 915"/>
                    <a:gd name="T2" fmla="*/ 237 w 373"/>
                    <a:gd name="T3" fmla="*/ 0 h 915"/>
                    <a:gd name="T4" fmla="*/ 258 w 373"/>
                    <a:gd name="T5" fmla="*/ 2 h 915"/>
                    <a:gd name="T6" fmla="*/ 278 w 373"/>
                    <a:gd name="T7" fmla="*/ 9 h 915"/>
                    <a:gd name="T8" fmla="*/ 295 w 373"/>
                    <a:gd name="T9" fmla="*/ 21 h 915"/>
                    <a:gd name="T10" fmla="*/ 310 w 373"/>
                    <a:gd name="T11" fmla="*/ 36 h 915"/>
                    <a:gd name="T12" fmla="*/ 321 w 373"/>
                    <a:gd name="T13" fmla="*/ 53 h 915"/>
                    <a:gd name="T14" fmla="*/ 328 w 373"/>
                    <a:gd name="T15" fmla="*/ 74 h 915"/>
                    <a:gd name="T16" fmla="*/ 366 w 373"/>
                    <a:gd name="T17" fmla="*/ 234 h 915"/>
                    <a:gd name="T18" fmla="*/ 368 w 373"/>
                    <a:gd name="T19" fmla="*/ 257 h 915"/>
                    <a:gd name="T20" fmla="*/ 365 w 373"/>
                    <a:gd name="T21" fmla="*/ 281 h 915"/>
                    <a:gd name="T22" fmla="*/ 357 w 373"/>
                    <a:gd name="T23" fmla="*/ 301 h 915"/>
                    <a:gd name="T24" fmla="*/ 345 w 373"/>
                    <a:gd name="T25" fmla="*/ 319 h 915"/>
                    <a:gd name="T26" fmla="*/ 329 w 373"/>
                    <a:gd name="T27" fmla="*/ 334 h 915"/>
                    <a:gd name="T28" fmla="*/ 309 w 373"/>
                    <a:gd name="T29" fmla="*/ 345 h 915"/>
                    <a:gd name="T30" fmla="*/ 287 w 373"/>
                    <a:gd name="T31" fmla="*/ 351 h 915"/>
                    <a:gd name="T32" fmla="*/ 373 w 373"/>
                    <a:gd name="T33" fmla="*/ 438 h 915"/>
                    <a:gd name="T34" fmla="*/ 187 w 373"/>
                    <a:gd name="T35" fmla="*/ 915 h 915"/>
                    <a:gd name="T36" fmla="*/ 0 w 373"/>
                    <a:gd name="T37" fmla="*/ 438 h 915"/>
                    <a:gd name="T38" fmla="*/ 85 w 373"/>
                    <a:gd name="T39" fmla="*/ 351 h 915"/>
                    <a:gd name="T40" fmla="*/ 63 w 373"/>
                    <a:gd name="T41" fmla="*/ 345 h 915"/>
                    <a:gd name="T42" fmla="*/ 44 w 373"/>
                    <a:gd name="T43" fmla="*/ 334 h 915"/>
                    <a:gd name="T44" fmla="*/ 27 w 373"/>
                    <a:gd name="T45" fmla="*/ 319 h 915"/>
                    <a:gd name="T46" fmla="*/ 15 w 373"/>
                    <a:gd name="T47" fmla="*/ 301 h 915"/>
                    <a:gd name="T48" fmla="*/ 7 w 373"/>
                    <a:gd name="T49" fmla="*/ 281 h 915"/>
                    <a:gd name="T50" fmla="*/ 4 w 373"/>
                    <a:gd name="T51" fmla="*/ 257 h 915"/>
                    <a:gd name="T52" fmla="*/ 6 w 373"/>
                    <a:gd name="T53" fmla="*/ 234 h 915"/>
                    <a:gd name="T54" fmla="*/ 44 w 373"/>
                    <a:gd name="T55" fmla="*/ 74 h 915"/>
                    <a:gd name="T56" fmla="*/ 52 w 373"/>
                    <a:gd name="T57" fmla="*/ 53 h 915"/>
                    <a:gd name="T58" fmla="*/ 63 w 373"/>
                    <a:gd name="T59" fmla="*/ 36 h 915"/>
                    <a:gd name="T60" fmla="*/ 77 w 373"/>
                    <a:gd name="T61" fmla="*/ 21 h 915"/>
                    <a:gd name="T62" fmla="*/ 95 w 373"/>
                    <a:gd name="T63" fmla="*/ 9 h 915"/>
                    <a:gd name="T64" fmla="*/ 114 w 373"/>
                    <a:gd name="T65" fmla="*/ 2 h 915"/>
                    <a:gd name="T66" fmla="*/ 135 w 373"/>
                    <a:gd name="T67" fmla="*/ 0 h 915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373" h="915">
                      <a:moveTo>
                        <a:pt x="135" y="0"/>
                      </a:moveTo>
                      <a:lnTo>
                        <a:pt x="237" y="0"/>
                      </a:lnTo>
                      <a:lnTo>
                        <a:pt x="258" y="2"/>
                      </a:lnTo>
                      <a:lnTo>
                        <a:pt x="278" y="9"/>
                      </a:lnTo>
                      <a:lnTo>
                        <a:pt x="295" y="21"/>
                      </a:lnTo>
                      <a:lnTo>
                        <a:pt x="310" y="36"/>
                      </a:lnTo>
                      <a:lnTo>
                        <a:pt x="321" y="53"/>
                      </a:lnTo>
                      <a:lnTo>
                        <a:pt x="328" y="74"/>
                      </a:lnTo>
                      <a:lnTo>
                        <a:pt x="366" y="234"/>
                      </a:lnTo>
                      <a:lnTo>
                        <a:pt x="368" y="257"/>
                      </a:lnTo>
                      <a:lnTo>
                        <a:pt x="365" y="281"/>
                      </a:lnTo>
                      <a:lnTo>
                        <a:pt x="357" y="301"/>
                      </a:lnTo>
                      <a:lnTo>
                        <a:pt x="345" y="319"/>
                      </a:lnTo>
                      <a:lnTo>
                        <a:pt x="329" y="334"/>
                      </a:lnTo>
                      <a:lnTo>
                        <a:pt x="309" y="345"/>
                      </a:lnTo>
                      <a:lnTo>
                        <a:pt x="287" y="351"/>
                      </a:lnTo>
                      <a:lnTo>
                        <a:pt x="373" y="438"/>
                      </a:lnTo>
                      <a:lnTo>
                        <a:pt x="187" y="915"/>
                      </a:lnTo>
                      <a:lnTo>
                        <a:pt x="0" y="438"/>
                      </a:lnTo>
                      <a:lnTo>
                        <a:pt x="85" y="351"/>
                      </a:lnTo>
                      <a:lnTo>
                        <a:pt x="63" y="345"/>
                      </a:lnTo>
                      <a:lnTo>
                        <a:pt x="44" y="334"/>
                      </a:lnTo>
                      <a:lnTo>
                        <a:pt x="27" y="319"/>
                      </a:lnTo>
                      <a:lnTo>
                        <a:pt x="15" y="301"/>
                      </a:lnTo>
                      <a:lnTo>
                        <a:pt x="7" y="281"/>
                      </a:lnTo>
                      <a:lnTo>
                        <a:pt x="4" y="257"/>
                      </a:lnTo>
                      <a:lnTo>
                        <a:pt x="6" y="234"/>
                      </a:lnTo>
                      <a:lnTo>
                        <a:pt x="44" y="74"/>
                      </a:lnTo>
                      <a:lnTo>
                        <a:pt x="52" y="53"/>
                      </a:lnTo>
                      <a:lnTo>
                        <a:pt x="63" y="36"/>
                      </a:lnTo>
                      <a:lnTo>
                        <a:pt x="77" y="21"/>
                      </a:lnTo>
                      <a:lnTo>
                        <a:pt x="95" y="9"/>
                      </a:lnTo>
                      <a:lnTo>
                        <a:pt x="114" y="2"/>
                      </a:lnTo>
                      <a:lnTo>
                        <a:pt x="135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lvl="0">
                    <a:defRPr/>
                  </a:pPr>
                  <a:endParaRPr lang="ko-KR" altLang="en-US" sz="1600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29" name="그룹 28"/>
            <p:cNvGrpSpPr/>
            <p:nvPr/>
          </p:nvGrpSpPr>
          <p:grpSpPr>
            <a:xfrm rot="0">
              <a:off x="467102" y="539420"/>
              <a:ext cx="706334" cy="563575"/>
              <a:chOff x="467102" y="539420"/>
              <a:chExt cx="706334" cy="563575"/>
            </a:xfrm>
          </p:grpSpPr>
          <p:sp>
            <p:nvSpPr>
              <p:cNvPr id="26" name="타원 25"/>
              <p:cNvSpPr/>
              <p:nvPr/>
            </p:nvSpPr>
            <p:spPr>
              <a:xfrm>
                <a:off x="652176" y="539420"/>
                <a:ext cx="350330" cy="3503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7" name="그림 26"/>
              <p:cNvPicPr>
                <a:picLocks noChangeAspect="1"/>
              </p:cNvPicPr>
              <p:nvPr/>
            </p:nvPicPr>
            <p:blipFill rotWithShape="1">
              <a:blip r:embed="rId2"/>
              <a:stretch>
                <a:fillRect/>
              </a:stretch>
            </p:blipFill>
            <p:spPr>
              <a:xfrm>
                <a:off x="704808" y="591912"/>
                <a:ext cx="254385" cy="254385"/>
              </a:xfrm>
              <a:prstGeom prst="rect">
                <a:avLst/>
              </a:prstGeom>
            </p:spPr>
          </p:pic>
          <p:sp>
            <p:nvSpPr>
              <p:cNvPr id="28" name="직사각형 27"/>
              <p:cNvSpPr/>
              <p:nvPr/>
            </p:nvSpPr>
            <p:spPr>
              <a:xfrm>
                <a:off x="467102" y="915925"/>
                <a:ext cx="706334" cy="1870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altLang="ko-KR" sz="700" b="1">
                    <a:solidFill>
                      <a:prstClr val="white"/>
                    </a:solidFill>
                  </a:rPr>
                  <a:t>PPTBIZCAM</a:t>
                </a:r>
                <a:endParaRPr lang="ko-KR" altLang="en-US" sz="700" b="1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43" name="그룹 42"/>
          <p:cNvGrpSpPr/>
          <p:nvPr/>
        </p:nvGrpSpPr>
        <p:grpSpPr>
          <a:xfrm rot="0">
            <a:off x="6698453" y="5059218"/>
            <a:ext cx="4198020" cy="1409668"/>
            <a:chOff x="-216114" y="2013739"/>
            <a:chExt cx="5838137" cy="1960410"/>
          </a:xfrm>
        </p:grpSpPr>
        <p:sp>
          <p:nvSpPr>
            <p:cNvPr id="44" name="사각형: 둥근 모서리 13"/>
            <p:cNvSpPr/>
            <p:nvPr/>
          </p:nvSpPr>
          <p:spPr>
            <a:xfrm>
              <a:off x="-216114" y="2746238"/>
              <a:ext cx="5838137" cy="122791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fe6b2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2">
                <a:lnSpc>
                  <a:spcPct val="150000"/>
                </a:lnSpc>
                <a:defRPr/>
              </a:pPr>
              <a:r>
                <a:rPr lang="en-US" altLang="ko-KR" sz="1200" b="1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fill</a:t>
              </a:r>
              <a:endParaRPr lang="en-US" altLang="ko-KR" sz="1200" b="1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  <a:p>
              <a:pPr lvl="2">
                <a:lnSpc>
                  <a:spcPct val="150000"/>
                </a:lnSpc>
                <a:defRPr/>
              </a:pPr>
              <a:r>
                <a:rPr lang="ko-KR" altLang="en-US" sz="110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결측치를 모두 0으로 나타내는 변경</a:t>
              </a:r>
              <a:r>
                <a:rPr lang="ko-KR" altLang="en-US" sz="80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 </a:t>
              </a:r>
              <a:endParaRPr lang="ko-KR" altLang="en-US" sz="80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</p:txBody>
        </p:sp>
        <p:sp>
          <p:nvSpPr>
            <p:cNvPr id="46" name="타원 45"/>
            <p:cNvSpPr/>
            <p:nvPr/>
          </p:nvSpPr>
          <p:spPr>
            <a:xfrm>
              <a:off x="776011" y="2013739"/>
              <a:ext cx="891409" cy="891409"/>
            </a:xfrm>
            <a:prstGeom prst="ellipse">
              <a:avLst/>
            </a:prstGeom>
            <a:solidFill>
              <a:srgbClr val="fe6b25"/>
            </a:solidFill>
            <a:ln>
              <a:solidFill>
                <a:srgbClr val="fe6b25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b="1">
                  <a:solidFill>
                    <a:prstClr val="white"/>
                  </a:solidFill>
                </a:rPr>
                <a:t>01</a:t>
              </a:r>
              <a:endParaRPr lang="ko-KR" altLang="en-US" b="1">
                <a:solidFill>
                  <a:prstClr val="white"/>
                </a:solidFill>
              </a:endParaRPr>
            </a:p>
          </p:txBody>
        </p:sp>
      </p:grpSp>
      <p:pic>
        <p:nvPicPr>
          <p:cNvPr id="8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5562" y="478154"/>
            <a:ext cx="5138364" cy="4528184"/>
          </a:xfrm>
          <a:prstGeom prst="rect">
            <a:avLst/>
          </a:prstGeom>
        </p:spPr>
      </p:pic>
      <p:sp>
        <p:nvSpPr>
          <p:cNvPr id="85" name="직사각형 29"/>
          <p:cNvSpPr/>
          <p:nvPr/>
        </p:nvSpPr>
        <p:spPr>
          <a:xfrm>
            <a:off x="1812909" y="369838"/>
            <a:ext cx="5624657" cy="13713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800" b="1" i="0" u="none" strike="noStrike" kern="0" cap="none" spc="0" normalizeH="0" baseline="0" mc:Ignorable="hp" hp:hslEmbossed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0" cap="none" spc="0" normalizeH="0" baseline="0" mc:Ignorable="hp" hp:hslEmbossed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변수선택</a:t>
            </a:r>
            <a:endParaRPr xmlns:mc="http://schemas.openxmlformats.org/markup-compatibility/2006" xmlns:hp="http://schemas.haansoft.com/office/presentation/8.0" kumimoji="0" lang="ko-KR" altLang="en-US" sz="2800" b="1" i="0" u="none" strike="noStrike" kern="0" cap="none" spc="0" normalizeH="0" baseline="0" mc:Ignorable="hp" hp:hslEmbossed="0">
              <a:solidFill>
                <a:srgbClr val="40404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2800" b="1" i="1" u="none" strike="noStrike" kern="0" cap="none" spc="0" normalizeH="0" baseline="0" mc:Ignorable="hp" hp:hslEmbossed="0">
              <a:solidFill>
                <a:srgbClr val="4040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2005012" y="1776412"/>
            <a:ext cx="3096578" cy="574358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1700"/>
              <a:t>변수설정의 기준</a:t>
            </a:r>
            <a:endParaRPr lang="ko-KR" altLang="en-US" sz="1700"/>
          </a:p>
          <a:p>
            <a:pPr>
              <a:defRPr/>
            </a:pPr>
            <a:r>
              <a:rPr lang="ko-KR" altLang="en-US" sz="1500"/>
              <a:t> 출력변수와의 상관계수 </a:t>
            </a:r>
            <a:r>
              <a:rPr lang="en-US" altLang="ko-KR" sz="1500"/>
              <a:t>0.65</a:t>
            </a:r>
            <a:r>
              <a:rPr lang="ko-KR" altLang="en-US" sz="1500"/>
              <a:t> 이상</a:t>
            </a:r>
            <a:endParaRPr lang="ko-KR" altLang="en-US" sz="1500"/>
          </a:p>
        </p:txBody>
      </p:sp>
      <p:graphicFrame>
        <p:nvGraphicFramePr>
          <p:cNvPr id="87" name="표 2"/>
          <p:cNvGraphicFramePr>
            <a:graphicFrameLocks noGrp="1"/>
          </p:cNvGraphicFramePr>
          <p:nvPr/>
        </p:nvGraphicFramePr>
        <p:xfrm>
          <a:off x="292100" y="1359017"/>
          <a:ext cx="1079500" cy="1908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/>
              </a:tblGrid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개요  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변수선택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모델생성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예측결과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활용방안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8" name="표 5"/>
          <p:cNvGraphicFramePr>
            <a:graphicFrameLocks noGrp="1"/>
          </p:cNvGraphicFramePr>
          <p:nvPr/>
        </p:nvGraphicFramePr>
        <p:xfrm>
          <a:off x="311150" y="1773303"/>
          <a:ext cx="1057276" cy="335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276"/>
              </a:tblGrid>
              <a:tr h="335914">
                <a:tc>
                  <a:txBody>
                    <a:bodyPr vert="horz" lIns="0" tIns="0" rIns="0" bIns="0" anchor="t" anchorCtr="0"/>
                    <a:p>
                      <a:pPr latinLnBrk="1">
                        <a:defRPr/>
                      </a:pPr>
                      <a:endParaRPr lang="ko-KR" altLang="en-US" sz="100"/>
                    </a:p>
                  </a:txBody>
                  <a:tcPr marL="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7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d8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그룹 30"/>
          <p:cNvGrpSpPr/>
          <p:nvPr/>
        </p:nvGrpSpPr>
        <p:grpSpPr>
          <a:xfrm rot="0">
            <a:off x="292100" y="252412"/>
            <a:ext cx="11506200" cy="6364288"/>
            <a:chOff x="292100" y="252412"/>
            <a:chExt cx="11506200" cy="6364288"/>
          </a:xfrm>
        </p:grpSpPr>
        <p:sp>
          <p:nvSpPr>
            <p:cNvPr id="111" name="모서리가 둥근 직사각형 1"/>
            <p:cNvSpPr/>
            <p:nvPr/>
          </p:nvSpPr>
          <p:spPr>
            <a:xfrm>
              <a:off x="292100" y="252412"/>
              <a:ext cx="11506200" cy="6364288"/>
            </a:xfrm>
            <a:prstGeom prst="roundRect">
              <a:avLst>
                <a:gd name="adj" fmla="val 5692"/>
              </a:avLst>
            </a:prstGeom>
            <a:solidFill>
              <a:srgbClr val="fe6b25">
                <a:alpha val="100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112" name="모서리가 둥근 직사각형 4"/>
            <p:cNvSpPr/>
            <p:nvPr/>
          </p:nvSpPr>
          <p:spPr>
            <a:xfrm>
              <a:off x="1371600" y="303212"/>
              <a:ext cx="10375900" cy="6262688"/>
            </a:xfrm>
            <a:prstGeom prst="roundRect">
              <a:avLst>
                <a:gd name="adj" fmla="val 4867"/>
              </a:avLst>
            </a:prstGeom>
            <a:solidFill>
              <a:srgbClr val="ffffff">
                <a:alpha val="100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grpSp>
          <p:nvGrpSpPr>
            <p:cNvPr id="113" name="그룹 24"/>
            <p:cNvGrpSpPr/>
            <p:nvPr/>
          </p:nvGrpSpPr>
          <p:grpSpPr>
            <a:xfrm rot="0">
              <a:off x="418080" y="1495425"/>
              <a:ext cx="150738" cy="1628710"/>
              <a:chOff x="392680" y="1495425"/>
              <a:chExt cx="150738" cy="1628710"/>
            </a:xfrm>
          </p:grpSpPr>
          <p:sp>
            <p:nvSpPr>
              <p:cNvPr id="114" name="Freeform 9"/>
              <p:cNvSpPr/>
              <p:nvPr/>
            </p:nvSpPr>
            <p:spPr>
              <a:xfrm>
                <a:off x="421490" y="1872946"/>
                <a:ext cx="93118" cy="122886"/>
              </a:xfrm>
              <a:custGeom>
                <a:avLst/>
                <a:gdLst>
                  <a:gd name="T0" fmla="*/ 1093 w 9310"/>
                  <a:gd name="T1" fmla="*/ 12245 h 12286"/>
                  <a:gd name="T2" fmla="*/ 582 w 9310"/>
                  <a:gd name="T3" fmla="*/ 12007 h 12286"/>
                  <a:gd name="T4" fmla="*/ 279 w 9310"/>
                  <a:gd name="T5" fmla="*/ 11710 h 12286"/>
                  <a:gd name="T6" fmla="*/ 42 w 9310"/>
                  <a:gd name="T7" fmla="*/ 11209 h 12286"/>
                  <a:gd name="T8" fmla="*/ 0 w 9310"/>
                  <a:gd name="T9" fmla="*/ 1919 h 12286"/>
                  <a:gd name="T10" fmla="*/ 117 w 9310"/>
                  <a:gd name="T11" fmla="*/ 1260 h 12286"/>
                  <a:gd name="T12" fmla="*/ 498 w 9310"/>
                  <a:gd name="T13" fmla="*/ 629 h 12286"/>
                  <a:gd name="T14" fmla="*/ 1088 w 9310"/>
                  <a:gd name="T15" fmla="*/ 189 h 12286"/>
                  <a:gd name="T16" fmla="*/ 1821 w 9310"/>
                  <a:gd name="T17" fmla="*/ 1 h 12286"/>
                  <a:gd name="T18" fmla="*/ 7682 w 9310"/>
                  <a:gd name="T19" fmla="*/ 22 h 12286"/>
                  <a:gd name="T20" fmla="*/ 8385 w 9310"/>
                  <a:gd name="T21" fmla="*/ 278 h 12286"/>
                  <a:gd name="T22" fmla="*/ 8929 w 9310"/>
                  <a:gd name="T23" fmla="*/ 772 h 12286"/>
                  <a:gd name="T24" fmla="*/ 9250 w 9310"/>
                  <a:gd name="T25" fmla="*/ 1440 h 12286"/>
                  <a:gd name="T26" fmla="*/ 9310 w 9310"/>
                  <a:gd name="T27" fmla="*/ 8471 h 12286"/>
                  <a:gd name="T28" fmla="*/ 9201 w 9310"/>
                  <a:gd name="T29" fmla="*/ 8777 h 12286"/>
                  <a:gd name="T30" fmla="*/ 8880 w 9310"/>
                  <a:gd name="T31" fmla="*/ 8949 h 12286"/>
                  <a:gd name="T32" fmla="*/ 8601 w 9310"/>
                  <a:gd name="T33" fmla="*/ 8894 h 12286"/>
                  <a:gd name="T34" fmla="*/ 8370 w 9310"/>
                  <a:gd name="T35" fmla="*/ 8615 h 12286"/>
                  <a:gd name="T36" fmla="*/ 8349 w 9310"/>
                  <a:gd name="T37" fmla="*/ 1870 h 12286"/>
                  <a:gd name="T38" fmla="*/ 8255 w 9310"/>
                  <a:gd name="T39" fmla="*/ 1503 h 12286"/>
                  <a:gd name="T40" fmla="*/ 8035 w 9310"/>
                  <a:gd name="T41" fmla="*/ 1209 h 12286"/>
                  <a:gd name="T42" fmla="*/ 7720 w 9310"/>
                  <a:gd name="T43" fmla="*/ 1018 h 12286"/>
                  <a:gd name="T44" fmla="*/ 7390 w 9310"/>
                  <a:gd name="T45" fmla="*/ 960 h 12286"/>
                  <a:gd name="T46" fmla="*/ 1680 w 9310"/>
                  <a:gd name="T47" fmla="*/ 989 h 12286"/>
                  <a:gd name="T48" fmla="*/ 1346 w 9310"/>
                  <a:gd name="T49" fmla="*/ 1150 h 12286"/>
                  <a:gd name="T50" fmla="*/ 1098 w 9310"/>
                  <a:gd name="T51" fmla="*/ 1423 h 12286"/>
                  <a:gd name="T52" fmla="*/ 970 w 9310"/>
                  <a:gd name="T53" fmla="*/ 1774 h 12286"/>
                  <a:gd name="T54" fmla="*/ 962 w 9310"/>
                  <a:gd name="T55" fmla="*/ 10904 h 12286"/>
                  <a:gd name="T56" fmla="*/ 1091 w 9310"/>
                  <a:gd name="T57" fmla="*/ 11185 h 12286"/>
                  <a:gd name="T58" fmla="*/ 1405 w 9310"/>
                  <a:gd name="T59" fmla="*/ 11326 h 12286"/>
                  <a:gd name="T60" fmla="*/ 1677 w 9310"/>
                  <a:gd name="T61" fmla="*/ 11273 h 12286"/>
                  <a:gd name="T62" fmla="*/ 4346 w 9310"/>
                  <a:gd name="T63" fmla="*/ 8559 h 12286"/>
                  <a:gd name="T64" fmla="*/ 4655 w 9310"/>
                  <a:gd name="T65" fmla="*/ 8448 h 12286"/>
                  <a:gd name="T66" fmla="*/ 4964 w 9310"/>
                  <a:gd name="T67" fmla="*/ 8559 h 12286"/>
                  <a:gd name="T68" fmla="*/ 7633 w 9310"/>
                  <a:gd name="T69" fmla="*/ 11273 h 12286"/>
                  <a:gd name="T70" fmla="*/ 7902 w 9310"/>
                  <a:gd name="T71" fmla="*/ 11326 h 12286"/>
                  <a:gd name="T72" fmla="*/ 8215 w 9310"/>
                  <a:gd name="T73" fmla="*/ 11182 h 12286"/>
                  <a:gd name="T74" fmla="*/ 8349 w 9310"/>
                  <a:gd name="T75" fmla="*/ 10897 h 12286"/>
                  <a:gd name="T76" fmla="*/ 8408 w 9310"/>
                  <a:gd name="T77" fmla="*/ 10618 h 12286"/>
                  <a:gd name="T78" fmla="*/ 8687 w 9310"/>
                  <a:gd name="T79" fmla="*/ 10387 h 12286"/>
                  <a:gd name="T80" fmla="*/ 8974 w 9310"/>
                  <a:gd name="T81" fmla="*/ 10387 h 12286"/>
                  <a:gd name="T82" fmla="*/ 9253 w 9310"/>
                  <a:gd name="T83" fmla="*/ 10618 h 12286"/>
                  <a:gd name="T84" fmla="*/ 9309 w 9310"/>
                  <a:gd name="T85" fmla="*/ 10920 h 12286"/>
                  <a:gd name="T86" fmla="*/ 9174 w 9310"/>
                  <a:gd name="T87" fmla="*/ 11466 h 12286"/>
                  <a:gd name="T88" fmla="*/ 8890 w 9310"/>
                  <a:gd name="T89" fmla="*/ 11865 h 12286"/>
                  <a:gd name="T90" fmla="*/ 8474 w 9310"/>
                  <a:gd name="T91" fmla="*/ 12151 h 12286"/>
                  <a:gd name="T92" fmla="*/ 7913 w 9310"/>
                  <a:gd name="T93" fmla="*/ 12286 h 12286"/>
                  <a:gd name="T94" fmla="*/ 7489 w 9310"/>
                  <a:gd name="T95" fmla="*/ 12242 h 12286"/>
                  <a:gd name="T96" fmla="*/ 6997 w 9310"/>
                  <a:gd name="T97" fmla="*/ 12001 h 12286"/>
                  <a:gd name="T98" fmla="*/ 2472 w 9310"/>
                  <a:gd name="T99" fmla="*/ 11859 h 12286"/>
                  <a:gd name="T100" fmla="*/ 2080 w 9310"/>
                  <a:gd name="T101" fmla="*/ 12145 h 12286"/>
                  <a:gd name="T102" fmla="*/ 1545 w 9310"/>
                  <a:gd name="T103" fmla="*/ 12285 h 1228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310" h="12286">
                    <a:moveTo>
                      <a:pt x="1447" y="12286"/>
                    </a:moveTo>
                    <a:lnTo>
                      <a:pt x="1375" y="12286"/>
                    </a:lnTo>
                    <a:lnTo>
                      <a:pt x="1232" y="12272"/>
                    </a:lnTo>
                    <a:lnTo>
                      <a:pt x="1093" y="12245"/>
                    </a:lnTo>
                    <a:lnTo>
                      <a:pt x="957" y="12203"/>
                    </a:lnTo>
                    <a:lnTo>
                      <a:pt x="826" y="12150"/>
                    </a:lnTo>
                    <a:lnTo>
                      <a:pt x="700" y="12085"/>
                    </a:lnTo>
                    <a:lnTo>
                      <a:pt x="582" y="12007"/>
                    </a:lnTo>
                    <a:lnTo>
                      <a:pt x="471" y="11918"/>
                    </a:lnTo>
                    <a:lnTo>
                      <a:pt x="419" y="11869"/>
                    </a:lnTo>
                    <a:lnTo>
                      <a:pt x="370" y="11818"/>
                    </a:lnTo>
                    <a:lnTo>
                      <a:pt x="279" y="11710"/>
                    </a:lnTo>
                    <a:lnTo>
                      <a:pt x="202" y="11595"/>
                    </a:lnTo>
                    <a:lnTo>
                      <a:pt x="135" y="11471"/>
                    </a:lnTo>
                    <a:lnTo>
                      <a:pt x="82" y="11343"/>
                    </a:lnTo>
                    <a:lnTo>
                      <a:pt x="42" y="11209"/>
                    </a:lnTo>
                    <a:lnTo>
                      <a:pt x="14" y="11070"/>
                    </a:lnTo>
                    <a:lnTo>
                      <a:pt x="1" y="10927"/>
                    </a:lnTo>
                    <a:lnTo>
                      <a:pt x="0" y="10855"/>
                    </a:lnTo>
                    <a:lnTo>
                      <a:pt x="0" y="1919"/>
                    </a:lnTo>
                    <a:lnTo>
                      <a:pt x="1" y="1821"/>
                    </a:lnTo>
                    <a:lnTo>
                      <a:pt x="22" y="1627"/>
                    </a:lnTo>
                    <a:lnTo>
                      <a:pt x="60" y="1440"/>
                    </a:lnTo>
                    <a:lnTo>
                      <a:pt x="117" y="1260"/>
                    </a:lnTo>
                    <a:lnTo>
                      <a:pt x="189" y="1089"/>
                    </a:lnTo>
                    <a:lnTo>
                      <a:pt x="278" y="924"/>
                    </a:lnTo>
                    <a:lnTo>
                      <a:pt x="382" y="772"/>
                    </a:lnTo>
                    <a:lnTo>
                      <a:pt x="498" y="629"/>
                    </a:lnTo>
                    <a:lnTo>
                      <a:pt x="629" y="498"/>
                    </a:lnTo>
                    <a:lnTo>
                      <a:pt x="772" y="382"/>
                    </a:lnTo>
                    <a:lnTo>
                      <a:pt x="924" y="278"/>
                    </a:lnTo>
                    <a:lnTo>
                      <a:pt x="1088" y="189"/>
                    </a:lnTo>
                    <a:lnTo>
                      <a:pt x="1260" y="117"/>
                    </a:lnTo>
                    <a:lnTo>
                      <a:pt x="1440" y="60"/>
                    </a:lnTo>
                    <a:lnTo>
                      <a:pt x="1627" y="22"/>
                    </a:lnTo>
                    <a:lnTo>
                      <a:pt x="1821" y="1"/>
                    </a:lnTo>
                    <a:lnTo>
                      <a:pt x="1919" y="0"/>
                    </a:lnTo>
                    <a:lnTo>
                      <a:pt x="7390" y="0"/>
                    </a:lnTo>
                    <a:lnTo>
                      <a:pt x="7489" y="1"/>
                    </a:lnTo>
                    <a:lnTo>
                      <a:pt x="7682" y="22"/>
                    </a:lnTo>
                    <a:lnTo>
                      <a:pt x="7869" y="60"/>
                    </a:lnTo>
                    <a:lnTo>
                      <a:pt x="8049" y="117"/>
                    </a:lnTo>
                    <a:lnTo>
                      <a:pt x="8222" y="189"/>
                    </a:lnTo>
                    <a:lnTo>
                      <a:pt x="8385" y="278"/>
                    </a:lnTo>
                    <a:lnTo>
                      <a:pt x="8539" y="382"/>
                    </a:lnTo>
                    <a:lnTo>
                      <a:pt x="8681" y="498"/>
                    </a:lnTo>
                    <a:lnTo>
                      <a:pt x="8811" y="629"/>
                    </a:lnTo>
                    <a:lnTo>
                      <a:pt x="8929" y="772"/>
                    </a:lnTo>
                    <a:lnTo>
                      <a:pt x="9033" y="924"/>
                    </a:lnTo>
                    <a:lnTo>
                      <a:pt x="9120" y="1089"/>
                    </a:lnTo>
                    <a:lnTo>
                      <a:pt x="9194" y="1260"/>
                    </a:lnTo>
                    <a:lnTo>
                      <a:pt x="9250" y="1440"/>
                    </a:lnTo>
                    <a:lnTo>
                      <a:pt x="9289" y="1627"/>
                    </a:lnTo>
                    <a:lnTo>
                      <a:pt x="9308" y="1821"/>
                    </a:lnTo>
                    <a:lnTo>
                      <a:pt x="9310" y="1919"/>
                    </a:lnTo>
                    <a:lnTo>
                      <a:pt x="9310" y="8471"/>
                    </a:lnTo>
                    <a:lnTo>
                      <a:pt x="9308" y="8521"/>
                    </a:lnTo>
                    <a:lnTo>
                      <a:pt x="9289" y="8615"/>
                    </a:lnTo>
                    <a:lnTo>
                      <a:pt x="9253" y="8700"/>
                    </a:lnTo>
                    <a:lnTo>
                      <a:pt x="9201" y="8777"/>
                    </a:lnTo>
                    <a:lnTo>
                      <a:pt x="9136" y="8842"/>
                    </a:lnTo>
                    <a:lnTo>
                      <a:pt x="9058" y="8894"/>
                    </a:lnTo>
                    <a:lnTo>
                      <a:pt x="8974" y="8930"/>
                    </a:lnTo>
                    <a:lnTo>
                      <a:pt x="8880" y="8949"/>
                    </a:lnTo>
                    <a:lnTo>
                      <a:pt x="8830" y="8952"/>
                    </a:lnTo>
                    <a:lnTo>
                      <a:pt x="8781" y="8949"/>
                    </a:lnTo>
                    <a:lnTo>
                      <a:pt x="8687" y="8930"/>
                    </a:lnTo>
                    <a:lnTo>
                      <a:pt x="8601" y="8894"/>
                    </a:lnTo>
                    <a:lnTo>
                      <a:pt x="8524" y="8842"/>
                    </a:lnTo>
                    <a:lnTo>
                      <a:pt x="8460" y="8777"/>
                    </a:lnTo>
                    <a:lnTo>
                      <a:pt x="8408" y="8700"/>
                    </a:lnTo>
                    <a:lnTo>
                      <a:pt x="8370" y="8615"/>
                    </a:lnTo>
                    <a:lnTo>
                      <a:pt x="8352" y="8521"/>
                    </a:lnTo>
                    <a:lnTo>
                      <a:pt x="8350" y="8471"/>
                    </a:lnTo>
                    <a:lnTo>
                      <a:pt x="8350" y="1919"/>
                    </a:lnTo>
                    <a:lnTo>
                      <a:pt x="8349" y="1870"/>
                    </a:lnTo>
                    <a:lnTo>
                      <a:pt x="8340" y="1774"/>
                    </a:lnTo>
                    <a:lnTo>
                      <a:pt x="8320" y="1680"/>
                    </a:lnTo>
                    <a:lnTo>
                      <a:pt x="8293" y="1590"/>
                    </a:lnTo>
                    <a:lnTo>
                      <a:pt x="8255" y="1503"/>
                    </a:lnTo>
                    <a:lnTo>
                      <a:pt x="8211" y="1423"/>
                    </a:lnTo>
                    <a:lnTo>
                      <a:pt x="8160" y="1346"/>
                    </a:lnTo>
                    <a:lnTo>
                      <a:pt x="8101" y="1274"/>
                    </a:lnTo>
                    <a:lnTo>
                      <a:pt x="8035" y="1209"/>
                    </a:lnTo>
                    <a:lnTo>
                      <a:pt x="7964" y="1150"/>
                    </a:lnTo>
                    <a:lnTo>
                      <a:pt x="7888" y="1099"/>
                    </a:lnTo>
                    <a:lnTo>
                      <a:pt x="7806" y="1054"/>
                    </a:lnTo>
                    <a:lnTo>
                      <a:pt x="7720" y="1018"/>
                    </a:lnTo>
                    <a:lnTo>
                      <a:pt x="7630" y="989"/>
                    </a:lnTo>
                    <a:lnTo>
                      <a:pt x="7537" y="970"/>
                    </a:lnTo>
                    <a:lnTo>
                      <a:pt x="7440" y="960"/>
                    </a:lnTo>
                    <a:lnTo>
                      <a:pt x="7390" y="960"/>
                    </a:lnTo>
                    <a:lnTo>
                      <a:pt x="1919" y="960"/>
                    </a:lnTo>
                    <a:lnTo>
                      <a:pt x="1870" y="960"/>
                    </a:lnTo>
                    <a:lnTo>
                      <a:pt x="1774" y="970"/>
                    </a:lnTo>
                    <a:lnTo>
                      <a:pt x="1680" y="989"/>
                    </a:lnTo>
                    <a:lnTo>
                      <a:pt x="1589" y="1018"/>
                    </a:lnTo>
                    <a:lnTo>
                      <a:pt x="1503" y="1054"/>
                    </a:lnTo>
                    <a:lnTo>
                      <a:pt x="1422" y="1099"/>
                    </a:lnTo>
                    <a:lnTo>
                      <a:pt x="1346" y="1150"/>
                    </a:lnTo>
                    <a:lnTo>
                      <a:pt x="1274" y="1209"/>
                    </a:lnTo>
                    <a:lnTo>
                      <a:pt x="1209" y="1274"/>
                    </a:lnTo>
                    <a:lnTo>
                      <a:pt x="1150" y="1346"/>
                    </a:lnTo>
                    <a:lnTo>
                      <a:pt x="1098" y="1423"/>
                    </a:lnTo>
                    <a:lnTo>
                      <a:pt x="1054" y="1503"/>
                    </a:lnTo>
                    <a:lnTo>
                      <a:pt x="1018" y="1590"/>
                    </a:lnTo>
                    <a:lnTo>
                      <a:pt x="989" y="1680"/>
                    </a:lnTo>
                    <a:lnTo>
                      <a:pt x="970" y="1774"/>
                    </a:lnTo>
                    <a:lnTo>
                      <a:pt x="960" y="1870"/>
                    </a:lnTo>
                    <a:lnTo>
                      <a:pt x="960" y="1919"/>
                    </a:lnTo>
                    <a:lnTo>
                      <a:pt x="960" y="10855"/>
                    </a:lnTo>
                    <a:lnTo>
                      <a:pt x="962" y="10904"/>
                    </a:lnTo>
                    <a:lnTo>
                      <a:pt x="978" y="10995"/>
                    </a:lnTo>
                    <a:lnTo>
                      <a:pt x="1011" y="11078"/>
                    </a:lnTo>
                    <a:lnTo>
                      <a:pt x="1061" y="11152"/>
                    </a:lnTo>
                    <a:lnTo>
                      <a:pt x="1091" y="11185"/>
                    </a:lnTo>
                    <a:lnTo>
                      <a:pt x="1129" y="11218"/>
                    </a:lnTo>
                    <a:lnTo>
                      <a:pt x="1212" y="11271"/>
                    </a:lnTo>
                    <a:lnTo>
                      <a:pt x="1306" y="11307"/>
                    </a:lnTo>
                    <a:lnTo>
                      <a:pt x="1405" y="11326"/>
                    </a:lnTo>
                    <a:lnTo>
                      <a:pt x="1456" y="11327"/>
                    </a:lnTo>
                    <a:lnTo>
                      <a:pt x="1504" y="11325"/>
                    </a:lnTo>
                    <a:lnTo>
                      <a:pt x="1595" y="11307"/>
                    </a:lnTo>
                    <a:lnTo>
                      <a:pt x="1677" y="11273"/>
                    </a:lnTo>
                    <a:lnTo>
                      <a:pt x="1751" y="11222"/>
                    </a:lnTo>
                    <a:lnTo>
                      <a:pt x="1784" y="11191"/>
                    </a:lnTo>
                    <a:lnTo>
                      <a:pt x="4310" y="8592"/>
                    </a:lnTo>
                    <a:lnTo>
                      <a:pt x="4346" y="8559"/>
                    </a:lnTo>
                    <a:lnTo>
                      <a:pt x="4426" y="8505"/>
                    </a:lnTo>
                    <a:lnTo>
                      <a:pt x="4513" y="8468"/>
                    </a:lnTo>
                    <a:lnTo>
                      <a:pt x="4607" y="8449"/>
                    </a:lnTo>
                    <a:lnTo>
                      <a:pt x="4655" y="8448"/>
                    </a:lnTo>
                    <a:lnTo>
                      <a:pt x="4703" y="8449"/>
                    </a:lnTo>
                    <a:lnTo>
                      <a:pt x="4797" y="8468"/>
                    </a:lnTo>
                    <a:lnTo>
                      <a:pt x="4885" y="8505"/>
                    </a:lnTo>
                    <a:lnTo>
                      <a:pt x="4964" y="8559"/>
                    </a:lnTo>
                    <a:lnTo>
                      <a:pt x="4999" y="8592"/>
                    </a:lnTo>
                    <a:lnTo>
                      <a:pt x="7527" y="11191"/>
                    </a:lnTo>
                    <a:lnTo>
                      <a:pt x="7560" y="11222"/>
                    </a:lnTo>
                    <a:lnTo>
                      <a:pt x="7633" y="11273"/>
                    </a:lnTo>
                    <a:lnTo>
                      <a:pt x="7714" y="11307"/>
                    </a:lnTo>
                    <a:lnTo>
                      <a:pt x="7803" y="11325"/>
                    </a:lnTo>
                    <a:lnTo>
                      <a:pt x="7852" y="11327"/>
                    </a:lnTo>
                    <a:lnTo>
                      <a:pt x="7902" y="11326"/>
                    </a:lnTo>
                    <a:lnTo>
                      <a:pt x="8002" y="11306"/>
                    </a:lnTo>
                    <a:lnTo>
                      <a:pt x="8095" y="11270"/>
                    </a:lnTo>
                    <a:lnTo>
                      <a:pt x="8179" y="11215"/>
                    </a:lnTo>
                    <a:lnTo>
                      <a:pt x="8215" y="11182"/>
                    </a:lnTo>
                    <a:lnTo>
                      <a:pt x="8248" y="11148"/>
                    </a:lnTo>
                    <a:lnTo>
                      <a:pt x="8298" y="11073"/>
                    </a:lnTo>
                    <a:lnTo>
                      <a:pt x="8331" y="10989"/>
                    </a:lnTo>
                    <a:lnTo>
                      <a:pt x="8349" y="10897"/>
                    </a:lnTo>
                    <a:lnTo>
                      <a:pt x="8350" y="10847"/>
                    </a:lnTo>
                    <a:lnTo>
                      <a:pt x="8352" y="10798"/>
                    </a:lnTo>
                    <a:lnTo>
                      <a:pt x="8370" y="10704"/>
                    </a:lnTo>
                    <a:lnTo>
                      <a:pt x="8408" y="10618"/>
                    </a:lnTo>
                    <a:lnTo>
                      <a:pt x="8460" y="10541"/>
                    </a:lnTo>
                    <a:lnTo>
                      <a:pt x="8524" y="10477"/>
                    </a:lnTo>
                    <a:lnTo>
                      <a:pt x="8601" y="10425"/>
                    </a:lnTo>
                    <a:lnTo>
                      <a:pt x="8687" y="10387"/>
                    </a:lnTo>
                    <a:lnTo>
                      <a:pt x="8781" y="10369"/>
                    </a:lnTo>
                    <a:lnTo>
                      <a:pt x="8830" y="10367"/>
                    </a:lnTo>
                    <a:lnTo>
                      <a:pt x="8880" y="10369"/>
                    </a:lnTo>
                    <a:lnTo>
                      <a:pt x="8974" y="10387"/>
                    </a:lnTo>
                    <a:lnTo>
                      <a:pt x="9058" y="10425"/>
                    </a:lnTo>
                    <a:lnTo>
                      <a:pt x="9136" y="10477"/>
                    </a:lnTo>
                    <a:lnTo>
                      <a:pt x="9201" y="10541"/>
                    </a:lnTo>
                    <a:lnTo>
                      <a:pt x="9253" y="10618"/>
                    </a:lnTo>
                    <a:lnTo>
                      <a:pt x="9289" y="10704"/>
                    </a:lnTo>
                    <a:lnTo>
                      <a:pt x="9308" y="10798"/>
                    </a:lnTo>
                    <a:lnTo>
                      <a:pt x="9310" y="10847"/>
                    </a:lnTo>
                    <a:lnTo>
                      <a:pt x="9309" y="10920"/>
                    </a:lnTo>
                    <a:lnTo>
                      <a:pt x="9295" y="11063"/>
                    </a:lnTo>
                    <a:lnTo>
                      <a:pt x="9267" y="11202"/>
                    </a:lnTo>
                    <a:lnTo>
                      <a:pt x="9227" y="11336"/>
                    </a:lnTo>
                    <a:lnTo>
                      <a:pt x="9174" y="11466"/>
                    </a:lnTo>
                    <a:lnTo>
                      <a:pt x="9107" y="11588"/>
                    </a:lnTo>
                    <a:lnTo>
                      <a:pt x="9030" y="11705"/>
                    </a:lnTo>
                    <a:lnTo>
                      <a:pt x="8939" y="11814"/>
                    </a:lnTo>
                    <a:lnTo>
                      <a:pt x="8890" y="11865"/>
                    </a:lnTo>
                    <a:lnTo>
                      <a:pt x="8837" y="11915"/>
                    </a:lnTo>
                    <a:lnTo>
                      <a:pt x="8724" y="12006"/>
                    </a:lnTo>
                    <a:lnTo>
                      <a:pt x="8602" y="12085"/>
                    </a:lnTo>
                    <a:lnTo>
                      <a:pt x="8474" y="12151"/>
                    </a:lnTo>
                    <a:lnTo>
                      <a:pt x="8340" y="12206"/>
                    </a:lnTo>
                    <a:lnTo>
                      <a:pt x="8200" y="12246"/>
                    </a:lnTo>
                    <a:lnTo>
                      <a:pt x="8058" y="12273"/>
                    </a:lnTo>
                    <a:lnTo>
                      <a:pt x="7913" y="12286"/>
                    </a:lnTo>
                    <a:lnTo>
                      <a:pt x="7841" y="12286"/>
                    </a:lnTo>
                    <a:lnTo>
                      <a:pt x="7767" y="12285"/>
                    </a:lnTo>
                    <a:lnTo>
                      <a:pt x="7626" y="12269"/>
                    </a:lnTo>
                    <a:lnTo>
                      <a:pt x="7489" y="12242"/>
                    </a:lnTo>
                    <a:lnTo>
                      <a:pt x="7358" y="12200"/>
                    </a:lnTo>
                    <a:lnTo>
                      <a:pt x="7232" y="12147"/>
                    </a:lnTo>
                    <a:lnTo>
                      <a:pt x="7111" y="12079"/>
                    </a:lnTo>
                    <a:lnTo>
                      <a:pt x="6997" y="12001"/>
                    </a:lnTo>
                    <a:lnTo>
                      <a:pt x="6889" y="11911"/>
                    </a:lnTo>
                    <a:lnTo>
                      <a:pt x="6839" y="11859"/>
                    </a:lnTo>
                    <a:lnTo>
                      <a:pt x="4655" y="9615"/>
                    </a:lnTo>
                    <a:lnTo>
                      <a:pt x="2472" y="11859"/>
                    </a:lnTo>
                    <a:lnTo>
                      <a:pt x="2422" y="11909"/>
                    </a:lnTo>
                    <a:lnTo>
                      <a:pt x="2315" y="12000"/>
                    </a:lnTo>
                    <a:lnTo>
                      <a:pt x="2201" y="12079"/>
                    </a:lnTo>
                    <a:lnTo>
                      <a:pt x="2080" y="12145"/>
                    </a:lnTo>
                    <a:lnTo>
                      <a:pt x="1955" y="12199"/>
                    </a:lnTo>
                    <a:lnTo>
                      <a:pt x="1823" y="12240"/>
                    </a:lnTo>
                    <a:lnTo>
                      <a:pt x="1686" y="12269"/>
                    </a:lnTo>
                    <a:lnTo>
                      <a:pt x="1545" y="12285"/>
                    </a:lnTo>
                    <a:lnTo>
                      <a:pt x="1473" y="12286"/>
                    </a:lnTo>
                    <a:lnTo>
                      <a:pt x="1460" y="12286"/>
                    </a:lnTo>
                    <a:lnTo>
                      <a:pt x="1447" y="12286"/>
                    </a:lnTo>
                    <a:close/>
                  </a:path>
                </a:pathLst>
              </a:custGeom>
              <a:solidFill>
                <a:srgbClr val="fed8c3">
                  <a:alpha val="10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p>
                <a:pPr marL="0" lvl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grpSp>
            <p:nvGrpSpPr>
              <p:cNvPr id="115" name="Group 12"/>
              <p:cNvGrpSpPr>
                <a:grpSpLocks noChangeAspect="1"/>
              </p:cNvGrpSpPr>
              <p:nvPr/>
            </p:nvGrpSpPr>
            <p:grpSpPr>
              <a:xfrm rot="0">
                <a:off x="392680" y="1495425"/>
                <a:ext cx="150738" cy="119909"/>
                <a:chOff x="6124" y="305"/>
                <a:chExt cx="841" cy="669"/>
              </a:xfrm>
              <a:solidFill>
                <a:srgbClr val="fed8c3">
                  <a:alpha val="100000"/>
                </a:srgbClr>
              </a:solidFill>
            </p:grpSpPr>
            <p:sp>
              <p:nvSpPr>
                <p:cNvPr id="116" name="Freeform 13"/>
                <p:cNvSpPr/>
                <p:nvPr/>
              </p:nvSpPr>
              <p:spPr>
                <a:xfrm>
                  <a:off x="6244" y="440"/>
                  <a:ext cx="601" cy="534"/>
                </a:xfrm>
                <a:custGeom>
                  <a:avLst/>
                  <a:gdLst>
                    <a:gd name="T0" fmla="*/ 902 w 1802"/>
                    <a:gd name="T1" fmla="*/ 0 h 1602"/>
                    <a:gd name="T2" fmla="*/ 2 w 1802"/>
                    <a:gd name="T3" fmla="*/ 742 h 1602"/>
                    <a:gd name="T4" fmla="*/ 2 w 1802"/>
                    <a:gd name="T5" fmla="*/ 743 h 1602"/>
                    <a:gd name="T6" fmla="*/ 2 w 1802"/>
                    <a:gd name="T7" fmla="*/ 746 h 1602"/>
                    <a:gd name="T8" fmla="*/ 0 w 1802"/>
                    <a:gd name="T9" fmla="*/ 749 h 1602"/>
                    <a:gd name="T10" fmla="*/ 0 w 1802"/>
                    <a:gd name="T11" fmla="*/ 751 h 1602"/>
                    <a:gd name="T12" fmla="*/ 0 w 1802"/>
                    <a:gd name="T13" fmla="*/ 1501 h 1602"/>
                    <a:gd name="T14" fmla="*/ 2 w 1802"/>
                    <a:gd name="T15" fmla="*/ 1521 h 1602"/>
                    <a:gd name="T16" fmla="*/ 16 w 1802"/>
                    <a:gd name="T17" fmla="*/ 1557 h 1602"/>
                    <a:gd name="T18" fmla="*/ 30 w 1802"/>
                    <a:gd name="T19" fmla="*/ 1572 h 1602"/>
                    <a:gd name="T20" fmla="*/ 45 w 1802"/>
                    <a:gd name="T21" fmla="*/ 1586 h 1602"/>
                    <a:gd name="T22" fmla="*/ 81 w 1802"/>
                    <a:gd name="T23" fmla="*/ 1601 h 1602"/>
                    <a:gd name="T24" fmla="*/ 100 w 1802"/>
                    <a:gd name="T25" fmla="*/ 1602 h 1602"/>
                    <a:gd name="T26" fmla="*/ 702 w 1802"/>
                    <a:gd name="T27" fmla="*/ 1602 h 1602"/>
                    <a:gd name="T28" fmla="*/ 702 w 1802"/>
                    <a:gd name="T29" fmla="*/ 1001 h 1602"/>
                    <a:gd name="T30" fmla="*/ 1102 w 1802"/>
                    <a:gd name="T31" fmla="*/ 1001 h 1602"/>
                    <a:gd name="T32" fmla="*/ 1102 w 1802"/>
                    <a:gd name="T33" fmla="*/ 1602 h 1602"/>
                    <a:gd name="T34" fmla="*/ 1703 w 1802"/>
                    <a:gd name="T35" fmla="*/ 1602 h 1602"/>
                    <a:gd name="T36" fmla="*/ 1723 w 1802"/>
                    <a:gd name="T37" fmla="*/ 1601 h 1602"/>
                    <a:gd name="T38" fmla="*/ 1758 w 1802"/>
                    <a:gd name="T39" fmla="*/ 1586 h 1602"/>
                    <a:gd name="T40" fmla="*/ 1773 w 1802"/>
                    <a:gd name="T41" fmla="*/ 1572 h 1602"/>
                    <a:gd name="T42" fmla="*/ 1786 w 1802"/>
                    <a:gd name="T43" fmla="*/ 1557 h 1602"/>
                    <a:gd name="T44" fmla="*/ 1802 w 1802"/>
                    <a:gd name="T45" fmla="*/ 1521 h 1602"/>
                    <a:gd name="T46" fmla="*/ 1802 w 1802"/>
                    <a:gd name="T47" fmla="*/ 1501 h 1602"/>
                    <a:gd name="T48" fmla="*/ 1802 w 1802"/>
                    <a:gd name="T49" fmla="*/ 751 h 1602"/>
                    <a:gd name="T50" fmla="*/ 1802 w 1802"/>
                    <a:gd name="T51" fmla="*/ 745 h 1602"/>
                    <a:gd name="T52" fmla="*/ 1801 w 1802"/>
                    <a:gd name="T53" fmla="*/ 742 h 1602"/>
                    <a:gd name="T54" fmla="*/ 902 w 1802"/>
                    <a:gd name="T55" fmla="*/ 0 h 1602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802" h="1602">
                      <a:moveTo>
                        <a:pt x="902" y="0"/>
                      </a:moveTo>
                      <a:lnTo>
                        <a:pt x="2" y="742"/>
                      </a:lnTo>
                      <a:lnTo>
                        <a:pt x="2" y="743"/>
                      </a:lnTo>
                      <a:lnTo>
                        <a:pt x="2" y="746"/>
                      </a:lnTo>
                      <a:lnTo>
                        <a:pt x="0" y="749"/>
                      </a:lnTo>
                      <a:lnTo>
                        <a:pt x="0" y="751"/>
                      </a:lnTo>
                      <a:lnTo>
                        <a:pt x="0" y="1501"/>
                      </a:lnTo>
                      <a:lnTo>
                        <a:pt x="2" y="1521"/>
                      </a:lnTo>
                      <a:lnTo>
                        <a:pt x="16" y="1557"/>
                      </a:lnTo>
                      <a:lnTo>
                        <a:pt x="30" y="1572"/>
                      </a:lnTo>
                      <a:lnTo>
                        <a:pt x="45" y="1586"/>
                      </a:lnTo>
                      <a:lnTo>
                        <a:pt x="81" y="1601"/>
                      </a:lnTo>
                      <a:lnTo>
                        <a:pt x="100" y="1602"/>
                      </a:lnTo>
                      <a:lnTo>
                        <a:pt x="702" y="1602"/>
                      </a:lnTo>
                      <a:lnTo>
                        <a:pt x="702" y="1001"/>
                      </a:lnTo>
                      <a:lnTo>
                        <a:pt x="1102" y="1001"/>
                      </a:lnTo>
                      <a:lnTo>
                        <a:pt x="1102" y="1602"/>
                      </a:lnTo>
                      <a:lnTo>
                        <a:pt x="1703" y="1602"/>
                      </a:lnTo>
                      <a:lnTo>
                        <a:pt x="1723" y="1601"/>
                      </a:lnTo>
                      <a:lnTo>
                        <a:pt x="1758" y="1586"/>
                      </a:lnTo>
                      <a:lnTo>
                        <a:pt x="1773" y="1572"/>
                      </a:lnTo>
                      <a:lnTo>
                        <a:pt x="1786" y="1557"/>
                      </a:lnTo>
                      <a:lnTo>
                        <a:pt x="1802" y="1521"/>
                      </a:lnTo>
                      <a:lnTo>
                        <a:pt x="1802" y="1501"/>
                      </a:lnTo>
                      <a:lnTo>
                        <a:pt x="1802" y="751"/>
                      </a:lnTo>
                      <a:lnTo>
                        <a:pt x="1802" y="745"/>
                      </a:lnTo>
                      <a:lnTo>
                        <a:pt x="1801" y="742"/>
                      </a:lnTo>
                      <a:lnTo>
                        <a:pt x="902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  <p:sp>
              <p:nvSpPr>
                <p:cNvPr id="117" name="Freeform 14"/>
                <p:cNvSpPr/>
                <p:nvPr/>
              </p:nvSpPr>
              <p:spPr>
                <a:xfrm>
                  <a:off x="6124" y="305"/>
                  <a:ext cx="841" cy="394"/>
                </a:xfrm>
                <a:custGeom>
                  <a:avLst/>
                  <a:gdLst>
                    <a:gd name="T0" fmla="*/ 2505 w 2522"/>
                    <a:gd name="T1" fmla="*/ 978 h 1181"/>
                    <a:gd name="T2" fmla="*/ 2162 w 2522"/>
                    <a:gd name="T3" fmla="*/ 694 h 1181"/>
                    <a:gd name="T4" fmla="*/ 2162 w 2522"/>
                    <a:gd name="T5" fmla="*/ 54 h 1181"/>
                    <a:gd name="T6" fmla="*/ 2162 w 2522"/>
                    <a:gd name="T7" fmla="*/ 44 h 1181"/>
                    <a:gd name="T8" fmla="*/ 2155 w 2522"/>
                    <a:gd name="T9" fmla="*/ 26 h 1181"/>
                    <a:gd name="T10" fmla="*/ 2149 w 2522"/>
                    <a:gd name="T11" fmla="*/ 18 h 1181"/>
                    <a:gd name="T12" fmla="*/ 2141 w 2522"/>
                    <a:gd name="T13" fmla="*/ 13 h 1181"/>
                    <a:gd name="T14" fmla="*/ 2123 w 2522"/>
                    <a:gd name="T15" fmla="*/ 5 h 1181"/>
                    <a:gd name="T16" fmla="*/ 2113 w 2522"/>
                    <a:gd name="T17" fmla="*/ 5 h 1181"/>
                    <a:gd name="T18" fmla="*/ 1812 w 2522"/>
                    <a:gd name="T19" fmla="*/ 5 h 1181"/>
                    <a:gd name="T20" fmla="*/ 1802 w 2522"/>
                    <a:gd name="T21" fmla="*/ 5 h 1181"/>
                    <a:gd name="T22" fmla="*/ 1783 w 2522"/>
                    <a:gd name="T23" fmla="*/ 13 h 1181"/>
                    <a:gd name="T24" fmla="*/ 1776 w 2522"/>
                    <a:gd name="T25" fmla="*/ 18 h 1181"/>
                    <a:gd name="T26" fmla="*/ 1770 w 2522"/>
                    <a:gd name="T27" fmla="*/ 26 h 1181"/>
                    <a:gd name="T28" fmla="*/ 1763 w 2522"/>
                    <a:gd name="T29" fmla="*/ 44 h 1181"/>
                    <a:gd name="T30" fmla="*/ 1762 w 2522"/>
                    <a:gd name="T31" fmla="*/ 54 h 1181"/>
                    <a:gd name="T32" fmla="*/ 1762 w 2522"/>
                    <a:gd name="T33" fmla="*/ 360 h 1181"/>
                    <a:gd name="T34" fmla="*/ 1380 w 2522"/>
                    <a:gd name="T35" fmla="*/ 41 h 1181"/>
                    <a:gd name="T36" fmla="*/ 1354 w 2522"/>
                    <a:gd name="T37" fmla="*/ 23 h 1181"/>
                    <a:gd name="T38" fmla="*/ 1295 w 2522"/>
                    <a:gd name="T39" fmla="*/ 1 h 1181"/>
                    <a:gd name="T40" fmla="*/ 1262 w 2522"/>
                    <a:gd name="T41" fmla="*/ 0 h 1181"/>
                    <a:gd name="T42" fmla="*/ 1227 w 2522"/>
                    <a:gd name="T43" fmla="*/ 1 h 1181"/>
                    <a:gd name="T44" fmla="*/ 1168 w 2522"/>
                    <a:gd name="T45" fmla="*/ 23 h 1181"/>
                    <a:gd name="T46" fmla="*/ 1142 w 2522"/>
                    <a:gd name="T47" fmla="*/ 41 h 1181"/>
                    <a:gd name="T48" fmla="*/ 17 w 2522"/>
                    <a:gd name="T49" fmla="*/ 978 h 1181"/>
                    <a:gd name="T50" fmla="*/ 10 w 2522"/>
                    <a:gd name="T51" fmla="*/ 985 h 1181"/>
                    <a:gd name="T52" fmla="*/ 1 w 2522"/>
                    <a:gd name="T53" fmla="*/ 1001 h 1181"/>
                    <a:gd name="T54" fmla="*/ 0 w 2522"/>
                    <a:gd name="T55" fmla="*/ 1012 h 1181"/>
                    <a:gd name="T56" fmla="*/ 0 w 2522"/>
                    <a:gd name="T57" fmla="*/ 1023 h 1181"/>
                    <a:gd name="T58" fmla="*/ 6 w 2522"/>
                    <a:gd name="T59" fmla="*/ 1040 h 1181"/>
                    <a:gd name="T60" fmla="*/ 12 w 2522"/>
                    <a:gd name="T61" fmla="*/ 1048 h 1181"/>
                    <a:gd name="T62" fmla="*/ 108 w 2522"/>
                    <a:gd name="T63" fmla="*/ 1164 h 1181"/>
                    <a:gd name="T64" fmla="*/ 122 w 2522"/>
                    <a:gd name="T65" fmla="*/ 1177 h 1181"/>
                    <a:gd name="T66" fmla="*/ 141 w 2522"/>
                    <a:gd name="T67" fmla="*/ 1181 h 1181"/>
                    <a:gd name="T68" fmla="*/ 160 w 2522"/>
                    <a:gd name="T69" fmla="*/ 1181 h 1181"/>
                    <a:gd name="T70" fmla="*/ 179 w 2522"/>
                    <a:gd name="T71" fmla="*/ 1171 h 1181"/>
                    <a:gd name="T72" fmla="*/ 1262 w 2522"/>
                    <a:gd name="T73" fmla="*/ 268 h 1181"/>
                    <a:gd name="T74" fmla="*/ 2344 w 2522"/>
                    <a:gd name="T75" fmla="*/ 1171 h 1181"/>
                    <a:gd name="T76" fmla="*/ 2358 w 2522"/>
                    <a:gd name="T77" fmla="*/ 1180 h 1181"/>
                    <a:gd name="T78" fmla="*/ 2377 w 2522"/>
                    <a:gd name="T79" fmla="*/ 1181 h 1181"/>
                    <a:gd name="T80" fmla="*/ 2383 w 2522"/>
                    <a:gd name="T81" fmla="*/ 1181 h 1181"/>
                    <a:gd name="T82" fmla="*/ 2401 w 2522"/>
                    <a:gd name="T83" fmla="*/ 1177 h 1181"/>
                    <a:gd name="T84" fmla="*/ 2414 w 2522"/>
                    <a:gd name="T85" fmla="*/ 1164 h 1181"/>
                    <a:gd name="T86" fmla="*/ 2512 w 2522"/>
                    <a:gd name="T87" fmla="*/ 1048 h 1181"/>
                    <a:gd name="T88" fmla="*/ 2518 w 2522"/>
                    <a:gd name="T89" fmla="*/ 1040 h 1181"/>
                    <a:gd name="T90" fmla="*/ 2522 w 2522"/>
                    <a:gd name="T91" fmla="*/ 1023 h 1181"/>
                    <a:gd name="T92" fmla="*/ 2522 w 2522"/>
                    <a:gd name="T93" fmla="*/ 1012 h 1181"/>
                    <a:gd name="T94" fmla="*/ 2521 w 2522"/>
                    <a:gd name="T95" fmla="*/ 1001 h 1181"/>
                    <a:gd name="T96" fmla="*/ 2512 w 2522"/>
                    <a:gd name="T97" fmla="*/ 985 h 1181"/>
                    <a:gd name="T98" fmla="*/ 2505 w 2522"/>
                    <a:gd name="T99" fmla="*/ 978 h 1181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2522" h="1181">
                      <a:moveTo>
                        <a:pt x="2505" y="978"/>
                      </a:moveTo>
                      <a:lnTo>
                        <a:pt x="2162" y="694"/>
                      </a:lnTo>
                      <a:lnTo>
                        <a:pt x="2162" y="54"/>
                      </a:lnTo>
                      <a:lnTo>
                        <a:pt x="2162" y="44"/>
                      </a:lnTo>
                      <a:lnTo>
                        <a:pt x="2155" y="26"/>
                      </a:lnTo>
                      <a:lnTo>
                        <a:pt x="2149" y="18"/>
                      </a:lnTo>
                      <a:lnTo>
                        <a:pt x="2141" y="13"/>
                      </a:lnTo>
                      <a:lnTo>
                        <a:pt x="2123" y="5"/>
                      </a:lnTo>
                      <a:lnTo>
                        <a:pt x="2113" y="5"/>
                      </a:lnTo>
                      <a:lnTo>
                        <a:pt x="1812" y="5"/>
                      </a:lnTo>
                      <a:lnTo>
                        <a:pt x="1802" y="5"/>
                      </a:lnTo>
                      <a:lnTo>
                        <a:pt x="1783" y="13"/>
                      </a:lnTo>
                      <a:lnTo>
                        <a:pt x="1776" y="18"/>
                      </a:lnTo>
                      <a:lnTo>
                        <a:pt x="1770" y="26"/>
                      </a:lnTo>
                      <a:lnTo>
                        <a:pt x="1763" y="44"/>
                      </a:lnTo>
                      <a:lnTo>
                        <a:pt x="1762" y="54"/>
                      </a:lnTo>
                      <a:lnTo>
                        <a:pt x="1762" y="360"/>
                      </a:lnTo>
                      <a:lnTo>
                        <a:pt x="1380" y="41"/>
                      </a:lnTo>
                      <a:lnTo>
                        <a:pt x="1354" y="23"/>
                      </a:lnTo>
                      <a:lnTo>
                        <a:pt x="1295" y="1"/>
                      </a:lnTo>
                      <a:lnTo>
                        <a:pt x="1262" y="0"/>
                      </a:lnTo>
                      <a:lnTo>
                        <a:pt x="1227" y="1"/>
                      </a:lnTo>
                      <a:lnTo>
                        <a:pt x="1168" y="23"/>
                      </a:lnTo>
                      <a:lnTo>
                        <a:pt x="1142" y="41"/>
                      </a:lnTo>
                      <a:lnTo>
                        <a:pt x="17" y="978"/>
                      </a:lnTo>
                      <a:lnTo>
                        <a:pt x="10" y="985"/>
                      </a:lnTo>
                      <a:lnTo>
                        <a:pt x="1" y="1001"/>
                      </a:lnTo>
                      <a:lnTo>
                        <a:pt x="0" y="1012"/>
                      </a:lnTo>
                      <a:lnTo>
                        <a:pt x="0" y="1023"/>
                      </a:lnTo>
                      <a:lnTo>
                        <a:pt x="6" y="1040"/>
                      </a:lnTo>
                      <a:lnTo>
                        <a:pt x="12" y="1048"/>
                      </a:lnTo>
                      <a:lnTo>
                        <a:pt x="108" y="1164"/>
                      </a:lnTo>
                      <a:lnTo>
                        <a:pt x="122" y="1177"/>
                      </a:lnTo>
                      <a:lnTo>
                        <a:pt x="141" y="1181"/>
                      </a:lnTo>
                      <a:lnTo>
                        <a:pt x="160" y="1181"/>
                      </a:lnTo>
                      <a:lnTo>
                        <a:pt x="179" y="1171"/>
                      </a:lnTo>
                      <a:lnTo>
                        <a:pt x="1262" y="268"/>
                      </a:lnTo>
                      <a:lnTo>
                        <a:pt x="2344" y="1171"/>
                      </a:lnTo>
                      <a:lnTo>
                        <a:pt x="2358" y="1180"/>
                      </a:lnTo>
                      <a:lnTo>
                        <a:pt x="2377" y="1181"/>
                      </a:lnTo>
                      <a:lnTo>
                        <a:pt x="2383" y="1181"/>
                      </a:lnTo>
                      <a:lnTo>
                        <a:pt x="2401" y="1177"/>
                      </a:lnTo>
                      <a:lnTo>
                        <a:pt x="2414" y="1164"/>
                      </a:lnTo>
                      <a:lnTo>
                        <a:pt x="2512" y="1048"/>
                      </a:lnTo>
                      <a:lnTo>
                        <a:pt x="2518" y="1040"/>
                      </a:lnTo>
                      <a:lnTo>
                        <a:pt x="2522" y="1023"/>
                      </a:lnTo>
                      <a:lnTo>
                        <a:pt x="2522" y="1012"/>
                      </a:lnTo>
                      <a:lnTo>
                        <a:pt x="2521" y="1001"/>
                      </a:lnTo>
                      <a:lnTo>
                        <a:pt x="2512" y="985"/>
                      </a:lnTo>
                      <a:lnTo>
                        <a:pt x="2505" y="978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</p:grpSp>
          <p:sp>
            <p:nvSpPr>
              <p:cNvPr id="119" name="자유형 11"/>
              <p:cNvSpPr/>
              <p:nvPr/>
            </p:nvSpPr>
            <p:spPr>
              <a:xfrm>
                <a:off x="411947" y="3025934"/>
                <a:ext cx="112204" cy="98201"/>
              </a:xfrm>
              <a:custGeom>
                <a:avLst/>
                <a:gdLst>
                  <a:gd name="connsiteX0" fmla="*/ 149021 w 448462"/>
                  <a:gd name="connsiteY0" fmla="*/ 328125 h 392491"/>
                  <a:gd name="connsiteX1" fmla="*/ 210588 w 448462"/>
                  <a:gd name="connsiteY1" fmla="*/ 357224 h 392491"/>
                  <a:gd name="connsiteX2" fmla="*/ 160375 w 448462"/>
                  <a:gd name="connsiteY2" fmla="*/ 391211 h 392491"/>
                  <a:gd name="connsiteX3" fmla="*/ 158502 w 448462"/>
                  <a:gd name="connsiteY3" fmla="*/ 392025 h 392491"/>
                  <a:gd name="connsiteX4" fmla="*/ 156629 w 448462"/>
                  <a:gd name="connsiteY4" fmla="*/ 392491 h 392491"/>
                  <a:gd name="connsiteX5" fmla="*/ 154757 w 448462"/>
                  <a:gd name="connsiteY5" fmla="*/ 392375 h 392491"/>
                  <a:gd name="connsiteX6" fmla="*/ 153001 w 448462"/>
                  <a:gd name="connsiteY6" fmla="*/ 391676 h 392491"/>
                  <a:gd name="connsiteX7" fmla="*/ 151362 w 448462"/>
                  <a:gd name="connsiteY7" fmla="*/ 390396 h 392491"/>
                  <a:gd name="connsiteX8" fmla="*/ 150075 w 448462"/>
                  <a:gd name="connsiteY8" fmla="*/ 388883 h 392491"/>
                  <a:gd name="connsiteX9" fmla="*/ 149255 w 448462"/>
                  <a:gd name="connsiteY9" fmla="*/ 387137 h 392491"/>
                  <a:gd name="connsiteX10" fmla="*/ 149021 w 448462"/>
                  <a:gd name="connsiteY10" fmla="*/ 385158 h 392491"/>
                  <a:gd name="connsiteX11" fmla="*/ 441235 w 448462"/>
                  <a:gd name="connsiteY11" fmla="*/ 0 h 392491"/>
                  <a:gd name="connsiteX12" fmla="*/ 442983 w 448462"/>
                  <a:gd name="connsiteY12" fmla="*/ 233 h 392491"/>
                  <a:gd name="connsiteX13" fmla="*/ 444615 w 448462"/>
                  <a:gd name="connsiteY13" fmla="*/ 816 h 392491"/>
                  <a:gd name="connsiteX14" fmla="*/ 446131 w 448462"/>
                  <a:gd name="connsiteY14" fmla="*/ 1866 h 392491"/>
                  <a:gd name="connsiteX15" fmla="*/ 447530 w 448462"/>
                  <a:gd name="connsiteY15" fmla="*/ 3615 h 392491"/>
                  <a:gd name="connsiteX16" fmla="*/ 448346 w 448462"/>
                  <a:gd name="connsiteY16" fmla="*/ 5714 h 392491"/>
                  <a:gd name="connsiteX17" fmla="*/ 448462 w 448462"/>
                  <a:gd name="connsiteY17" fmla="*/ 7696 h 392491"/>
                  <a:gd name="connsiteX18" fmla="*/ 447879 w 448462"/>
                  <a:gd name="connsiteY18" fmla="*/ 9911 h 392491"/>
                  <a:gd name="connsiteX19" fmla="*/ 307990 w 448462"/>
                  <a:gd name="connsiteY19" fmla="*/ 362641 h 392491"/>
                  <a:gd name="connsiteX20" fmla="*/ 306708 w 448462"/>
                  <a:gd name="connsiteY20" fmla="*/ 364973 h 392491"/>
                  <a:gd name="connsiteX21" fmla="*/ 305076 w 448462"/>
                  <a:gd name="connsiteY21" fmla="*/ 366955 h 392491"/>
                  <a:gd name="connsiteX22" fmla="*/ 303094 w 448462"/>
                  <a:gd name="connsiteY22" fmla="*/ 368588 h 392491"/>
                  <a:gd name="connsiteX23" fmla="*/ 300646 w 448462"/>
                  <a:gd name="connsiteY23" fmla="*/ 369870 h 392491"/>
                  <a:gd name="connsiteX24" fmla="*/ 298314 w 448462"/>
                  <a:gd name="connsiteY24" fmla="*/ 370570 h 392491"/>
                  <a:gd name="connsiteX25" fmla="*/ 295983 w 448462"/>
                  <a:gd name="connsiteY25" fmla="*/ 370803 h 392491"/>
                  <a:gd name="connsiteX26" fmla="*/ 293068 w 448462"/>
                  <a:gd name="connsiteY26" fmla="*/ 370453 h 392491"/>
                  <a:gd name="connsiteX27" fmla="*/ 290387 w 448462"/>
                  <a:gd name="connsiteY27" fmla="*/ 369404 h 392491"/>
                  <a:gd name="connsiteX28" fmla="*/ 148982 w 448462"/>
                  <a:gd name="connsiteY28" fmla="*/ 302123 h 392491"/>
                  <a:gd name="connsiteX29" fmla="*/ 347858 w 448462"/>
                  <a:gd name="connsiteY29" fmla="*/ 102379 h 392491"/>
                  <a:gd name="connsiteX30" fmla="*/ 120771 w 448462"/>
                  <a:gd name="connsiteY30" fmla="*/ 288830 h 392491"/>
                  <a:gd name="connsiteX31" fmla="*/ 7344 w 448462"/>
                  <a:gd name="connsiteY31" fmla="*/ 234842 h 392491"/>
                  <a:gd name="connsiteX32" fmla="*/ 4896 w 448462"/>
                  <a:gd name="connsiteY32" fmla="*/ 233209 h 392491"/>
                  <a:gd name="connsiteX33" fmla="*/ 2798 w 448462"/>
                  <a:gd name="connsiteY33" fmla="*/ 231227 h 392491"/>
                  <a:gd name="connsiteX34" fmla="*/ 1282 w 448462"/>
                  <a:gd name="connsiteY34" fmla="*/ 228895 h 392491"/>
                  <a:gd name="connsiteX35" fmla="*/ 349 w 448462"/>
                  <a:gd name="connsiteY35" fmla="*/ 226213 h 392491"/>
                  <a:gd name="connsiteX36" fmla="*/ 0 w 448462"/>
                  <a:gd name="connsiteY36" fmla="*/ 223298 h 392491"/>
                  <a:gd name="connsiteX37" fmla="*/ 233 w 448462"/>
                  <a:gd name="connsiteY37" fmla="*/ 220499 h 392491"/>
                  <a:gd name="connsiteX38" fmla="*/ 1165 w 448462"/>
                  <a:gd name="connsiteY38" fmla="*/ 217701 h 392491"/>
                  <a:gd name="connsiteX39" fmla="*/ 2681 w 448462"/>
                  <a:gd name="connsiteY39" fmla="*/ 215252 h 392491"/>
                  <a:gd name="connsiteX40" fmla="*/ 4779 w 448462"/>
                  <a:gd name="connsiteY40" fmla="*/ 213270 h 392491"/>
                  <a:gd name="connsiteX41" fmla="*/ 7227 w 448462"/>
                  <a:gd name="connsiteY41" fmla="*/ 211754 h 392491"/>
                  <a:gd name="connsiteX42" fmla="*/ 437971 w 448462"/>
                  <a:gd name="connsiteY42" fmla="*/ 583 h 392491"/>
                  <a:gd name="connsiteX43" fmla="*/ 439603 w 448462"/>
                  <a:gd name="connsiteY43" fmla="*/ 117 h 39249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448462" h="392491">
                    <a:moveTo>
                      <a:pt x="149021" y="328125"/>
                    </a:moveTo>
                    <a:lnTo>
                      <a:pt x="210588" y="357224"/>
                    </a:lnTo>
                    <a:lnTo>
                      <a:pt x="160375" y="391211"/>
                    </a:lnTo>
                    <a:lnTo>
                      <a:pt x="158502" y="392025"/>
                    </a:lnTo>
                    <a:lnTo>
                      <a:pt x="156629" y="392491"/>
                    </a:lnTo>
                    <a:lnTo>
                      <a:pt x="154757" y="392375"/>
                    </a:lnTo>
                    <a:lnTo>
                      <a:pt x="153001" y="391676"/>
                    </a:lnTo>
                    <a:lnTo>
                      <a:pt x="151362" y="390396"/>
                    </a:lnTo>
                    <a:lnTo>
                      <a:pt x="150075" y="388883"/>
                    </a:lnTo>
                    <a:lnTo>
                      <a:pt x="149255" y="387137"/>
                    </a:lnTo>
                    <a:lnTo>
                      <a:pt x="149021" y="385158"/>
                    </a:lnTo>
                    <a:close/>
                    <a:moveTo>
                      <a:pt x="441235" y="0"/>
                    </a:moveTo>
                    <a:lnTo>
                      <a:pt x="442983" y="233"/>
                    </a:lnTo>
                    <a:lnTo>
                      <a:pt x="444615" y="816"/>
                    </a:lnTo>
                    <a:lnTo>
                      <a:pt x="446131" y="1866"/>
                    </a:lnTo>
                    <a:lnTo>
                      <a:pt x="447530" y="3615"/>
                    </a:lnTo>
                    <a:lnTo>
                      <a:pt x="448346" y="5714"/>
                    </a:lnTo>
                    <a:lnTo>
                      <a:pt x="448462" y="7696"/>
                    </a:lnTo>
                    <a:lnTo>
                      <a:pt x="447879" y="9911"/>
                    </a:lnTo>
                    <a:lnTo>
                      <a:pt x="307990" y="362641"/>
                    </a:lnTo>
                    <a:lnTo>
                      <a:pt x="306708" y="364973"/>
                    </a:lnTo>
                    <a:lnTo>
                      <a:pt x="305076" y="366955"/>
                    </a:lnTo>
                    <a:lnTo>
                      <a:pt x="303094" y="368588"/>
                    </a:lnTo>
                    <a:lnTo>
                      <a:pt x="300646" y="369870"/>
                    </a:lnTo>
                    <a:lnTo>
                      <a:pt x="298314" y="370570"/>
                    </a:lnTo>
                    <a:lnTo>
                      <a:pt x="295983" y="370803"/>
                    </a:lnTo>
                    <a:lnTo>
                      <a:pt x="293068" y="370453"/>
                    </a:lnTo>
                    <a:lnTo>
                      <a:pt x="290387" y="369404"/>
                    </a:lnTo>
                    <a:lnTo>
                      <a:pt x="148982" y="302123"/>
                    </a:lnTo>
                    <a:lnTo>
                      <a:pt x="347858" y="102379"/>
                    </a:lnTo>
                    <a:lnTo>
                      <a:pt x="120771" y="288830"/>
                    </a:lnTo>
                    <a:lnTo>
                      <a:pt x="7344" y="234842"/>
                    </a:lnTo>
                    <a:lnTo>
                      <a:pt x="4896" y="233209"/>
                    </a:lnTo>
                    <a:lnTo>
                      <a:pt x="2798" y="231227"/>
                    </a:lnTo>
                    <a:lnTo>
                      <a:pt x="1282" y="228895"/>
                    </a:lnTo>
                    <a:lnTo>
                      <a:pt x="349" y="226213"/>
                    </a:lnTo>
                    <a:lnTo>
                      <a:pt x="0" y="223298"/>
                    </a:lnTo>
                    <a:lnTo>
                      <a:pt x="233" y="220499"/>
                    </a:lnTo>
                    <a:lnTo>
                      <a:pt x="1165" y="217701"/>
                    </a:lnTo>
                    <a:lnTo>
                      <a:pt x="2681" y="215252"/>
                    </a:lnTo>
                    <a:lnTo>
                      <a:pt x="4779" y="213270"/>
                    </a:lnTo>
                    <a:lnTo>
                      <a:pt x="7227" y="211754"/>
                    </a:lnTo>
                    <a:lnTo>
                      <a:pt x="437971" y="583"/>
                    </a:lnTo>
                    <a:lnTo>
                      <a:pt x="439603" y="117"/>
                    </a:lnTo>
                    <a:close/>
                  </a:path>
                </a:pathLst>
              </a:custGeom>
              <a:solidFill>
                <a:srgbClr val="fed8c3">
                  <a:alpha val="100000"/>
                </a:srgb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  <a:noAutofit/>
              </a:bodyPr>
              <a:p>
                <a:pPr marL="0" lvl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sp>
            <p:nvSpPr>
              <p:cNvPr id="120" name="Freeform 6"/>
              <p:cNvSpPr/>
              <p:nvPr/>
            </p:nvSpPr>
            <p:spPr>
              <a:xfrm rot="10800000" flipH="1" flipV="1">
                <a:off x="411361" y="2648749"/>
                <a:ext cx="113377" cy="100520"/>
              </a:xfrm>
              <a:custGeom>
                <a:avLst/>
                <a:gdLst>
                  <a:gd name="T0" fmla="*/ 2689 w 3491"/>
                  <a:gd name="T1" fmla="*/ 15 h 3097"/>
                  <a:gd name="T2" fmla="*/ 2963 w 3491"/>
                  <a:gd name="T3" fmla="*/ 108 h 3097"/>
                  <a:gd name="T4" fmla="*/ 3204 w 3491"/>
                  <a:gd name="T5" fmla="*/ 281 h 3097"/>
                  <a:gd name="T6" fmla="*/ 3382 w 3491"/>
                  <a:gd name="T7" fmla="*/ 518 h 3097"/>
                  <a:gd name="T8" fmla="*/ 3475 w 3491"/>
                  <a:gd name="T9" fmla="*/ 786 h 3097"/>
                  <a:gd name="T10" fmla="*/ 3486 w 3491"/>
                  <a:gd name="T11" fmla="*/ 1066 h 3097"/>
                  <a:gd name="T12" fmla="*/ 3413 w 3491"/>
                  <a:gd name="T13" fmla="*/ 1339 h 3097"/>
                  <a:gd name="T14" fmla="*/ 3256 w 3491"/>
                  <a:gd name="T15" fmla="*/ 1586 h 3097"/>
                  <a:gd name="T16" fmla="*/ 1965 w 3491"/>
                  <a:gd name="T17" fmla="*/ 2838 h 3097"/>
                  <a:gd name="T18" fmla="*/ 1873 w 3491"/>
                  <a:gd name="T19" fmla="*/ 2828 h 3097"/>
                  <a:gd name="T20" fmla="*/ 1821 w 3491"/>
                  <a:gd name="T21" fmla="*/ 2749 h 3097"/>
                  <a:gd name="T22" fmla="*/ 1853 w 3491"/>
                  <a:gd name="T23" fmla="*/ 2662 h 3097"/>
                  <a:gd name="T24" fmla="*/ 3153 w 3491"/>
                  <a:gd name="T25" fmla="*/ 1355 h 3097"/>
                  <a:gd name="T26" fmla="*/ 3242 w 3491"/>
                  <a:gd name="T27" fmla="*/ 1126 h 3097"/>
                  <a:gd name="T28" fmla="*/ 3253 w 3491"/>
                  <a:gd name="T29" fmla="*/ 885 h 3097"/>
                  <a:gd name="T30" fmla="*/ 3183 w 3491"/>
                  <a:gd name="T31" fmla="*/ 653 h 3097"/>
                  <a:gd name="T32" fmla="*/ 3035 w 3491"/>
                  <a:gd name="T33" fmla="*/ 448 h 3097"/>
                  <a:gd name="T34" fmla="*/ 2825 w 3491"/>
                  <a:gd name="T35" fmla="*/ 301 h 3097"/>
                  <a:gd name="T36" fmla="*/ 2586 w 3491"/>
                  <a:gd name="T37" fmla="*/ 234 h 3097"/>
                  <a:gd name="T38" fmla="*/ 2340 w 3491"/>
                  <a:gd name="T39" fmla="*/ 243 h 3097"/>
                  <a:gd name="T40" fmla="*/ 2108 w 3491"/>
                  <a:gd name="T41" fmla="*/ 331 h 3097"/>
                  <a:gd name="T42" fmla="*/ 378 w 3491"/>
                  <a:gd name="T43" fmla="*/ 1972 h 3097"/>
                  <a:gd name="T44" fmla="*/ 258 w 3491"/>
                  <a:gd name="T45" fmla="*/ 2149 h 3097"/>
                  <a:gd name="T46" fmla="*/ 218 w 3491"/>
                  <a:gd name="T47" fmla="*/ 2350 h 3097"/>
                  <a:gd name="T48" fmla="*/ 258 w 3491"/>
                  <a:gd name="T49" fmla="*/ 2551 h 3097"/>
                  <a:gd name="T50" fmla="*/ 378 w 3491"/>
                  <a:gd name="T51" fmla="*/ 2728 h 3097"/>
                  <a:gd name="T52" fmla="*/ 558 w 3491"/>
                  <a:gd name="T53" fmla="*/ 2846 h 3097"/>
                  <a:gd name="T54" fmla="*/ 763 w 3491"/>
                  <a:gd name="T55" fmla="*/ 2885 h 3097"/>
                  <a:gd name="T56" fmla="*/ 968 w 3491"/>
                  <a:gd name="T57" fmla="*/ 2846 h 3097"/>
                  <a:gd name="T58" fmla="*/ 1149 w 3491"/>
                  <a:gd name="T59" fmla="*/ 2728 h 3097"/>
                  <a:gd name="T60" fmla="*/ 2809 w 3491"/>
                  <a:gd name="T61" fmla="*/ 1091 h 3097"/>
                  <a:gd name="T62" fmla="*/ 2837 w 3491"/>
                  <a:gd name="T63" fmla="*/ 942 h 3097"/>
                  <a:gd name="T64" fmla="*/ 2791 w 3491"/>
                  <a:gd name="T65" fmla="*/ 797 h 3097"/>
                  <a:gd name="T66" fmla="*/ 2677 w 3491"/>
                  <a:gd name="T67" fmla="*/ 685 h 3097"/>
                  <a:gd name="T68" fmla="*/ 2528 w 3491"/>
                  <a:gd name="T69" fmla="*/ 641 h 3097"/>
                  <a:gd name="T70" fmla="*/ 2377 w 3491"/>
                  <a:gd name="T71" fmla="*/ 668 h 3097"/>
                  <a:gd name="T72" fmla="*/ 1082 w 3491"/>
                  <a:gd name="T73" fmla="*/ 1906 h 3097"/>
                  <a:gd name="T74" fmla="*/ 992 w 3491"/>
                  <a:gd name="T75" fmla="*/ 1937 h 3097"/>
                  <a:gd name="T76" fmla="*/ 911 w 3491"/>
                  <a:gd name="T77" fmla="*/ 1887 h 3097"/>
                  <a:gd name="T78" fmla="*/ 900 w 3491"/>
                  <a:gd name="T79" fmla="*/ 1796 h 3097"/>
                  <a:gd name="T80" fmla="*/ 2165 w 3491"/>
                  <a:gd name="T81" fmla="*/ 546 h 3097"/>
                  <a:gd name="T82" fmla="*/ 2354 w 3491"/>
                  <a:gd name="T83" fmla="*/ 449 h 3097"/>
                  <a:gd name="T84" fmla="*/ 2562 w 3491"/>
                  <a:gd name="T85" fmla="*/ 429 h 3097"/>
                  <a:gd name="T86" fmla="*/ 2763 w 3491"/>
                  <a:gd name="T87" fmla="*/ 488 h 3097"/>
                  <a:gd name="T88" fmla="*/ 2932 w 3491"/>
                  <a:gd name="T89" fmla="*/ 623 h 3097"/>
                  <a:gd name="T90" fmla="*/ 3032 w 3491"/>
                  <a:gd name="T91" fmla="*/ 809 h 3097"/>
                  <a:gd name="T92" fmla="*/ 3053 w 3491"/>
                  <a:gd name="T93" fmla="*/ 1012 h 3097"/>
                  <a:gd name="T94" fmla="*/ 2993 w 3491"/>
                  <a:gd name="T95" fmla="*/ 1209 h 3097"/>
                  <a:gd name="T96" fmla="*/ 1303 w 3491"/>
                  <a:gd name="T97" fmla="*/ 2879 h 3097"/>
                  <a:gd name="T98" fmla="*/ 1094 w 3491"/>
                  <a:gd name="T99" fmla="*/ 3025 h 3097"/>
                  <a:gd name="T100" fmla="*/ 855 w 3491"/>
                  <a:gd name="T101" fmla="*/ 3092 h 3097"/>
                  <a:gd name="T102" fmla="*/ 609 w 3491"/>
                  <a:gd name="T103" fmla="*/ 3083 h 3097"/>
                  <a:gd name="T104" fmla="*/ 377 w 3491"/>
                  <a:gd name="T105" fmla="*/ 2995 h 3097"/>
                  <a:gd name="T106" fmla="*/ 178 w 3491"/>
                  <a:gd name="T107" fmla="*/ 2832 h 3097"/>
                  <a:gd name="T108" fmla="*/ 51 w 3491"/>
                  <a:gd name="T109" fmla="*/ 2617 h 3097"/>
                  <a:gd name="T110" fmla="*/ 0 w 3491"/>
                  <a:gd name="T111" fmla="*/ 2381 h 3097"/>
                  <a:gd name="T112" fmla="*/ 30 w 3491"/>
                  <a:gd name="T113" fmla="*/ 2141 h 3097"/>
                  <a:gd name="T114" fmla="*/ 139 w 3491"/>
                  <a:gd name="T115" fmla="*/ 1920 h 3097"/>
                  <a:gd name="T116" fmla="*/ 1872 w 3491"/>
                  <a:gd name="T117" fmla="*/ 230 h 3097"/>
                  <a:gd name="T118" fmla="*/ 2123 w 3491"/>
                  <a:gd name="T119" fmla="*/ 76 h 3097"/>
                  <a:gd name="T120" fmla="*/ 2402 w 3491"/>
                  <a:gd name="T121" fmla="*/ 5 h 3097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491" h="3097">
                    <a:moveTo>
                      <a:pt x="2474" y="0"/>
                    </a:moveTo>
                    <a:lnTo>
                      <a:pt x="2546" y="0"/>
                    </a:lnTo>
                    <a:lnTo>
                      <a:pt x="2618" y="5"/>
                    </a:lnTo>
                    <a:lnTo>
                      <a:pt x="2689" y="15"/>
                    </a:lnTo>
                    <a:lnTo>
                      <a:pt x="2758" y="31"/>
                    </a:lnTo>
                    <a:lnTo>
                      <a:pt x="2828" y="51"/>
                    </a:lnTo>
                    <a:lnTo>
                      <a:pt x="2896" y="76"/>
                    </a:lnTo>
                    <a:lnTo>
                      <a:pt x="2963" y="108"/>
                    </a:lnTo>
                    <a:lnTo>
                      <a:pt x="3026" y="143"/>
                    </a:lnTo>
                    <a:lnTo>
                      <a:pt x="3088" y="183"/>
                    </a:lnTo>
                    <a:lnTo>
                      <a:pt x="3147" y="230"/>
                    </a:lnTo>
                    <a:lnTo>
                      <a:pt x="3204" y="281"/>
                    </a:lnTo>
                    <a:lnTo>
                      <a:pt x="3256" y="336"/>
                    </a:lnTo>
                    <a:lnTo>
                      <a:pt x="3303" y="394"/>
                    </a:lnTo>
                    <a:lnTo>
                      <a:pt x="3345" y="455"/>
                    </a:lnTo>
                    <a:lnTo>
                      <a:pt x="3382" y="518"/>
                    </a:lnTo>
                    <a:lnTo>
                      <a:pt x="3413" y="582"/>
                    </a:lnTo>
                    <a:lnTo>
                      <a:pt x="3439" y="650"/>
                    </a:lnTo>
                    <a:lnTo>
                      <a:pt x="3460" y="717"/>
                    </a:lnTo>
                    <a:lnTo>
                      <a:pt x="3475" y="786"/>
                    </a:lnTo>
                    <a:lnTo>
                      <a:pt x="3486" y="856"/>
                    </a:lnTo>
                    <a:lnTo>
                      <a:pt x="3491" y="926"/>
                    </a:lnTo>
                    <a:lnTo>
                      <a:pt x="3491" y="996"/>
                    </a:lnTo>
                    <a:lnTo>
                      <a:pt x="3486" y="1066"/>
                    </a:lnTo>
                    <a:lnTo>
                      <a:pt x="3475" y="1136"/>
                    </a:lnTo>
                    <a:lnTo>
                      <a:pt x="3460" y="1205"/>
                    </a:lnTo>
                    <a:lnTo>
                      <a:pt x="3439" y="1273"/>
                    </a:lnTo>
                    <a:lnTo>
                      <a:pt x="3413" y="1339"/>
                    </a:lnTo>
                    <a:lnTo>
                      <a:pt x="3382" y="1404"/>
                    </a:lnTo>
                    <a:lnTo>
                      <a:pt x="3345" y="1467"/>
                    </a:lnTo>
                    <a:lnTo>
                      <a:pt x="3303" y="1528"/>
                    </a:lnTo>
                    <a:lnTo>
                      <a:pt x="3256" y="1586"/>
                    </a:lnTo>
                    <a:lnTo>
                      <a:pt x="3204" y="1641"/>
                    </a:lnTo>
                    <a:lnTo>
                      <a:pt x="2007" y="2813"/>
                    </a:lnTo>
                    <a:lnTo>
                      <a:pt x="1988" y="2828"/>
                    </a:lnTo>
                    <a:lnTo>
                      <a:pt x="1965" y="2838"/>
                    </a:lnTo>
                    <a:lnTo>
                      <a:pt x="1942" y="2844"/>
                    </a:lnTo>
                    <a:lnTo>
                      <a:pt x="1918" y="2844"/>
                    </a:lnTo>
                    <a:lnTo>
                      <a:pt x="1894" y="2838"/>
                    </a:lnTo>
                    <a:lnTo>
                      <a:pt x="1873" y="2828"/>
                    </a:lnTo>
                    <a:lnTo>
                      <a:pt x="1853" y="2813"/>
                    </a:lnTo>
                    <a:lnTo>
                      <a:pt x="1837" y="2793"/>
                    </a:lnTo>
                    <a:lnTo>
                      <a:pt x="1827" y="2772"/>
                    </a:lnTo>
                    <a:lnTo>
                      <a:pt x="1821" y="2749"/>
                    </a:lnTo>
                    <a:lnTo>
                      <a:pt x="1821" y="2726"/>
                    </a:lnTo>
                    <a:lnTo>
                      <a:pt x="1827" y="2703"/>
                    </a:lnTo>
                    <a:lnTo>
                      <a:pt x="1837" y="2681"/>
                    </a:lnTo>
                    <a:lnTo>
                      <a:pt x="1853" y="2662"/>
                    </a:lnTo>
                    <a:lnTo>
                      <a:pt x="3035" y="1505"/>
                    </a:lnTo>
                    <a:lnTo>
                      <a:pt x="3079" y="1458"/>
                    </a:lnTo>
                    <a:lnTo>
                      <a:pt x="3118" y="1407"/>
                    </a:lnTo>
                    <a:lnTo>
                      <a:pt x="3153" y="1355"/>
                    </a:lnTo>
                    <a:lnTo>
                      <a:pt x="3183" y="1300"/>
                    </a:lnTo>
                    <a:lnTo>
                      <a:pt x="3208" y="1243"/>
                    </a:lnTo>
                    <a:lnTo>
                      <a:pt x="3228" y="1185"/>
                    </a:lnTo>
                    <a:lnTo>
                      <a:pt x="3242" y="1126"/>
                    </a:lnTo>
                    <a:lnTo>
                      <a:pt x="3253" y="1066"/>
                    </a:lnTo>
                    <a:lnTo>
                      <a:pt x="3257" y="1006"/>
                    </a:lnTo>
                    <a:lnTo>
                      <a:pt x="3257" y="946"/>
                    </a:lnTo>
                    <a:lnTo>
                      <a:pt x="3253" y="885"/>
                    </a:lnTo>
                    <a:lnTo>
                      <a:pt x="3242" y="826"/>
                    </a:lnTo>
                    <a:lnTo>
                      <a:pt x="3228" y="766"/>
                    </a:lnTo>
                    <a:lnTo>
                      <a:pt x="3208" y="709"/>
                    </a:lnTo>
                    <a:lnTo>
                      <a:pt x="3183" y="653"/>
                    </a:lnTo>
                    <a:lnTo>
                      <a:pt x="3153" y="598"/>
                    </a:lnTo>
                    <a:lnTo>
                      <a:pt x="3118" y="545"/>
                    </a:lnTo>
                    <a:lnTo>
                      <a:pt x="3079" y="495"/>
                    </a:lnTo>
                    <a:lnTo>
                      <a:pt x="3035" y="448"/>
                    </a:lnTo>
                    <a:lnTo>
                      <a:pt x="2985" y="403"/>
                    </a:lnTo>
                    <a:lnTo>
                      <a:pt x="2935" y="364"/>
                    </a:lnTo>
                    <a:lnTo>
                      <a:pt x="2881" y="331"/>
                    </a:lnTo>
                    <a:lnTo>
                      <a:pt x="2825" y="301"/>
                    </a:lnTo>
                    <a:lnTo>
                      <a:pt x="2767" y="277"/>
                    </a:lnTo>
                    <a:lnTo>
                      <a:pt x="2708" y="258"/>
                    </a:lnTo>
                    <a:lnTo>
                      <a:pt x="2648" y="243"/>
                    </a:lnTo>
                    <a:lnTo>
                      <a:pt x="2586" y="234"/>
                    </a:lnTo>
                    <a:lnTo>
                      <a:pt x="2525" y="229"/>
                    </a:lnTo>
                    <a:lnTo>
                      <a:pt x="2464" y="229"/>
                    </a:lnTo>
                    <a:lnTo>
                      <a:pt x="2402" y="234"/>
                    </a:lnTo>
                    <a:lnTo>
                      <a:pt x="2340" y="243"/>
                    </a:lnTo>
                    <a:lnTo>
                      <a:pt x="2280" y="258"/>
                    </a:lnTo>
                    <a:lnTo>
                      <a:pt x="2221" y="277"/>
                    </a:lnTo>
                    <a:lnTo>
                      <a:pt x="2164" y="301"/>
                    </a:lnTo>
                    <a:lnTo>
                      <a:pt x="2108" y="331"/>
                    </a:lnTo>
                    <a:lnTo>
                      <a:pt x="2055" y="364"/>
                    </a:lnTo>
                    <a:lnTo>
                      <a:pt x="2003" y="403"/>
                    </a:lnTo>
                    <a:lnTo>
                      <a:pt x="1955" y="448"/>
                    </a:lnTo>
                    <a:lnTo>
                      <a:pt x="378" y="1972"/>
                    </a:lnTo>
                    <a:lnTo>
                      <a:pt x="341" y="2013"/>
                    </a:lnTo>
                    <a:lnTo>
                      <a:pt x="307" y="2057"/>
                    </a:lnTo>
                    <a:lnTo>
                      <a:pt x="280" y="2102"/>
                    </a:lnTo>
                    <a:lnTo>
                      <a:pt x="258" y="2149"/>
                    </a:lnTo>
                    <a:lnTo>
                      <a:pt x="241" y="2199"/>
                    </a:lnTo>
                    <a:lnTo>
                      <a:pt x="228" y="2248"/>
                    </a:lnTo>
                    <a:lnTo>
                      <a:pt x="220" y="2299"/>
                    </a:lnTo>
                    <a:lnTo>
                      <a:pt x="218" y="2350"/>
                    </a:lnTo>
                    <a:lnTo>
                      <a:pt x="220" y="2402"/>
                    </a:lnTo>
                    <a:lnTo>
                      <a:pt x="228" y="2452"/>
                    </a:lnTo>
                    <a:lnTo>
                      <a:pt x="241" y="2503"/>
                    </a:lnTo>
                    <a:lnTo>
                      <a:pt x="258" y="2551"/>
                    </a:lnTo>
                    <a:lnTo>
                      <a:pt x="280" y="2599"/>
                    </a:lnTo>
                    <a:lnTo>
                      <a:pt x="307" y="2644"/>
                    </a:lnTo>
                    <a:lnTo>
                      <a:pt x="341" y="2687"/>
                    </a:lnTo>
                    <a:lnTo>
                      <a:pt x="378" y="2728"/>
                    </a:lnTo>
                    <a:lnTo>
                      <a:pt x="419" y="2765"/>
                    </a:lnTo>
                    <a:lnTo>
                      <a:pt x="463" y="2796"/>
                    </a:lnTo>
                    <a:lnTo>
                      <a:pt x="509" y="2824"/>
                    </a:lnTo>
                    <a:lnTo>
                      <a:pt x="558" y="2846"/>
                    </a:lnTo>
                    <a:lnTo>
                      <a:pt x="608" y="2863"/>
                    </a:lnTo>
                    <a:lnTo>
                      <a:pt x="660" y="2874"/>
                    </a:lnTo>
                    <a:lnTo>
                      <a:pt x="711" y="2882"/>
                    </a:lnTo>
                    <a:lnTo>
                      <a:pt x="763" y="2885"/>
                    </a:lnTo>
                    <a:lnTo>
                      <a:pt x="816" y="2882"/>
                    </a:lnTo>
                    <a:lnTo>
                      <a:pt x="867" y="2874"/>
                    </a:lnTo>
                    <a:lnTo>
                      <a:pt x="919" y="2863"/>
                    </a:lnTo>
                    <a:lnTo>
                      <a:pt x="968" y="2846"/>
                    </a:lnTo>
                    <a:lnTo>
                      <a:pt x="1018" y="2824"/>
                    </a:lnTo>
                    <a:lnTo>
                      <a:pt x="1064" y="2796"/>
                    </a:lnTo>
                    <a:lnTo>
                      <a:pt x="1108" y="2765"/>
                    </a:lnTo>
                    <a:lnTo>
                      <a:pt x="1149" y="2728"/>
                    </a:lnTo>
                    <a:lnTo>
                      <a:pt x="2741" y="1187"/>
                    </a:lnTo>
                    <a:lnTo>
                      <a:pt x="2768" y="1158"/>
                    </a:lnTo>
                    <a:lnTo>
                      <a:pt x="2791" y="1125"/>
                    </a:lnTo>
                    <a:lnTo>
                      <a:pt x="2809" y="1091"/>
                    </a:lnTo>
                    <a:lnTo>
                      <a:pt x="2823" y="1055"/>
                    </a:lnTo>
                    <a:lnTo>
                      <a:pt x="2831" y="1018"/>
                    </a:lnTo>
                    <a:lnTo>
                      <a:pt x="2837" y="980"/>
                    </a:lnTo>
                    <a:lnTo>
                      <a:pt x="2837" y="942"/>
                    </a:lnTo>
                    <a:lnTo>
                      <a:pt x="2831" y="904"/>
                    </a:lnTo>
                    <a:lnTo>
                      <a:pt x="2823" y="867"/>
                    </a:lnTo>
                    <a:lnTo>
                      <a:pt x="2809" y="832"/>
                    </a:lnTo>
                    <a:lnTo>
                      <a:pt x="2791" y="797"/>
                    </a:lnTo>
                    <a:lnTo>
                      <a:pt x="2768" y="764"/>
                    </a:lnTo>
                    <a:lnTo>
                      <a:pt x="2741" y="734"/>
                    </a:lnTo>
                    <a:lnTo>
                      <a:pt x="2710" y="707"/>
                    </a:lnTo>
                    <a:lnTo>
                      <a:pt x="2677" y="685"/>
                    </a:lnTo>
                    <a:lnTo>
                      <a:pt x="2642" y="668"/>
                    </a:lnTo>
                    <a:lnTo>
                      <a:pt x="2605" y="654"/>
                    </a:lnTo>
                    <a:lnTo>
                      <a:pt x="2567" y="645"/>
                    </a:lnTo>
                    <a:lnTo>
                      <a:pt x="2528" y="641"/>
                    </a:lnTo>
                    <a:lnTo>
                      <a:pt x="2490" y="641"/>
                    </a:lnTo>
                    <a:lnTo>
                      <a:pt x="2452" y="645"/>
                    </a:lnTo>
                    <a:lnTo>
                      <a:pt x="2415" y="654"/>
                    </a:lnTo>
                    <a:lnTo>
                      <a:pt x="2377" y="668"/>
                    </a:lnTo>
                    <a:lnTo>
                      <a:pt x="2343" y="685"/>
                    </a:lnTo>
                    <a:lnTo>
                      <a:pt x="2309" y="707"/>
                    </a:lnTo>
                    <a:lnTo>
                      <a:pt x="2278" y="734"/>
                    </a:lnTo>
                    <a:lnTo>
                      <a:pt x="1082" y="1906"/>
                    </a:lnTo>
                    <a:lnTo>
                      <a:pt x="1062" y="1922"/>
                    </a:lnTo>
                    <a:lnTo>
                      <a:pt x="1040" y="1931"/>
                    </a:lnTo>
                    <a:lnTo>
                      <a:pt x="1017" y="1937"/>
                    </a:lnTo>
                    <a:lnTo>
                      <a:pt x="992" y="1937"/>
                    </a:lnTo>
                    <a:lnTo>
                      <a:pt x="969" y="1931"/>
                    </a:lnTo>
                    <a:lnTo>
                      <a:pt x="947" y="1922"/>
                    </a:lnTo>
                    <a:lnTo>
                      <a:pt x="927" y="1906"/>
                    </a:lnTo>
                    <a:lnTo>
                      <a:pt x="911" y="1887"/>
                    </a:lnTo>
                    <a:lnTo>
                      <a:pt x="900" y="1865"/>
                    </a:lnTo>
                    <a:lnTo>
                      <a:pt x="896" y="1842"/>
                    </a:lnTo>
                    <a:lnTo>
                      <a:pt x="896" y="1819"/>
                    </a:lnTo>
                    <a:lnTo>
                      <a:pt x="900" y="1796"/>
                    </a:lnTo>
                    <a:lnTo>
                      <a:pt x="911" y="1775"/>
                    </a:lnTo>
                    <a:lnTo>
                      <a:pt x="927" y="1755"/>
                    </a:lnTo>
                    <a:lnTo>
                      <a:pt x="2123" y="583"/>
                    </a:lnTo>
                    <a:lnTo>
                      <a:pt x="2165" y="546"/>
                    </a:lnTo>
                    <a:lnTo>
                      <a:pt x="2209" y="515"/>
                    </a:lnTo>
                    <a:lnTo>
                      <a:pt x="2255" y="488"/>
                    </a:lnTo>
                    <a:lnTo>
                      <a:pt x="2304" y="465"/>
                    </a:lnTo>
                    <a:lnTo>
                      <a:pt x="2354" y="449"/>
                    </a:lnTo>
                    <a:lnTo>
                      <a:pt x="2405" y="436"/>
                    </a:lnTo>
                    <a:lnTo>
                      <a:pt x="2457" y="429"/>
                    </a:lnTo>
                    <a:lnTo>
                      <a:pt x="2509" y="427"/>
                    </a:lnTo>
                    <a:lnTo>
                      <a:pt x="2562" y="429"/>
                    </a:lnTo>
                    <a:lnTo>
                      <a:pt x="2613" y="436"/>
                    </a:lnTo>
                    <a:lnTo>
                      <a:pt x="2665" y="449"/>
                    </a:lnTo>
                    <a:lnTo>
                      <a:pt x="2714" y="465"/>
                    </a:lnTo>
                    <a:lnTo>
                      <a:pt x="2763" y="488"/>
                    </a:lnTo>
                    <a:lnTo>
                      <a:pt x="2810" y="515"/>
                    </a:lnTo>
                    <a:lnTo>
                      <a:pt x="2854" y="546"/>
                    </a:lnTo>
                    <a:lnTo>
                      <a:pt x="2895" y="583"/>
                    </a:lnTo>
                    <a:lnTo>
                      <a:pt x="2932" y="623"/>
                    </a:lnTo>
                    <a:lnTo>
                      <a:pt x="2965" y="666"/>
                    </a:lnTo>
                    <a:lnTo>
                      <a:pt x="2993" y="713"/>
                    </a:lnTo>
                    <a:lnTo>
                      <a:pt x="3015" y="760"/>
                    </a:lnTo>
                    <a:lnTo>
                      <a:pt x="3032" y="809"/>
                    </a:lnTo>
                    <a:lnTo>
                      <a:pt x="3045" y="859"/>
                    </a:lnTo>
                    <a:lnTo>
                      <a:pt x="3053" y="910"/>
                    </a:lnTo>
                    <a:lnTo>
                      <a:pt x="3055" y="961"/>
                    </a:lnTo>
                    <a:lnTo>
                      <a:pt x="3053" y="1012"/>
                    </a:lnTo>
                    <a:lnTo>
                      <a:pt x="3045" y="1063"/>
                    </a:lnTo>
                    <a:lnTo>
                      <a:pt x="3032" y="1113"/>
                    </a:lnTo>
                    <a:lnTo>
                      <a:pt x="3015" y="1162"/>
                    </a:lnTo>
                    <a:lnTo>
                      <a:pt x="2993" y="1209"/>
                    </a:lnTo>
                    <a:lnTo>
                      <a:pt x="2965" y="1255"/>
                    </a:lnTo>
                    <a:lnTo>
                      <a:pt x="2932" y="1298"/>
                    </a:lnTo>
                    <a:lnTo>
                      <a:pt x="2895" y="1339"/>
                    </a:lnTo>
                    <a:lnTo>
                      <a:pt x="1303" y="2879"/>
                    </a:lnTo>
                    <a:lnTo>
                      <a:pt x="1255" y="2923"/>
                    </a:lnTo>
                    <a:lnTo>
                      <a:pt x="1203" y="2962"/>
                    </a:lnTo>
                    <a:lnTo>
                      <a:pt x="1150" y="2995"/>
                    </a:lnTo>
                    <a:lnTo>
                      <a:pt x="1094" y="3025"/>
                    </a:lnTo>
                    <a:lnTo>
                      <a:pt x="1036" y="3049"/>
                    </a:lnTo>
                    <a:lnTo>
                      <a:pt x="977" y="3068"/>
                    </a:lnTo>
                    <a:lnTo>
                      <a:pt x="917" y="3083"/>
                    </a:lnTo>
                    <a:lnTo>
                      <a:pt x="855" y="3092"/>
                    </a:lnTo>
                    <a:lnTo>
                      <a:pt x="794" y="3097"/>
                    </a:lnTo>
                    <a:lnTo>
                      <a:pt x="733" y="3097"/>
                    </a:lnTo>
                    <a:lnTo>
                      <a:pt x="671" y="3092"/>
                    </a:lnTo>
                    <a:lnTo>
                      <a:pt x="609" y="3083"/>
                    </a:lnTo>
                    <a:lnTo>
                      <a:pt x="549" y="3068"/>
                    </a:lnTo>
                    <a:lnTo>
                      <a:pt x="490" y="3049"/>
                    </a:lnTo>
                    <a:lnTo>
                      <a:pt x="433" y="3025"/>
                    </a:lnTo>
                    <a:lnTo>
                      <a:pt x="377" y="2995"/>
                    </a:lnTo>
                    <a:lnTo>
                      <a:pt x="323" y="2962"/>
                    </a:lnTo>
                    <a:lnTo>
                      <a:pt x="272" y="2923"/>
                    </a:lnTo>
                    <a:lnTo>
                      <a:pt x="224" y="2879"/>
                    </a:lnTo>
                    <a:lnTo>
                      <a:pt x="178" y="2832"/>
                    </a:lnTo>
                    <a:lnTo>
                      <a:pt x="139" y="2782"/>
                    </a:lnTo>
                    <a:lnTo>
                      <a:pt x="104" y="2729"/>
                    </a:lnTo>
                    <a:lnTo>
                      <a:pt x="75" y="2674"/>
                    </a:lnTo>
                    <a:lnTo>
                      <a:pt x="51" y="2617"/>
                    </a:lnTo>
                    <a:lnTo>
                      <a:pt x="30" y="2560"/>
                    </a:lnTo>
                    <a:lnTo>
                      <a:pt x="15" y="2501"/>
                    </a:lnTo>
                    <a:lnTo>
                      <a:pt x="5" y="2441"/>
                    </a:lnTo>
                    <a:lnTo>
                      <a:pt x="0" y="2381"/>
                    </a:lnTo>
                    <a:lnTo>
                      <a:pt x="0" y="2321"/>
                    </a:lnTo>
                    <a:lnTo>
                      <a:pt x="5" y="2260"/>
                    </a:lnTo>
                    <a:lnTo>
                      <a:pt x="15" y="2200"/>
                    </a:lnTo>
                    <a:lnTo>
                      <a:pt x="30" y="2141"/>
                    </a:lnTo>
                    <a:lnTo>
                      <a:pt x="51" y="2083"/>
                    </a:lnTo>
                    <a:lnTo>
                      <a:pt x="75" y="2027"/>
                    </a:lnTo>
                    <a:lnTo>
                      <a:pt x="104" y="1972"/>
                    </a:lnTo>
                    <a:lnTo>
                      <a:pt x="139" y="1920"/>
                    </a:lnTo>
                    <a:lnTo>
                      <a:pt x="178" y="1869"/>
                    </a:lnTo>
                    <a:lnTo>
                      <a:pt x="224" y="1822"/>
                    </a:lnTo>
                    <a:lnTo>
                      <a:pt x="1815" y="281"/>
                    </a:lnTo>
                    <a:lnTo>
                      <a:pt x="1872" y="230"/>
                    </a:lnTo>
                    <a:lnTo>
                      <a:pt x="1931" y="183"/>
                    </a:lnTo>
                    <a:lnTo>
                      <a:pt x="1992" y="143"/>
                    </a:lnTo>
                    <a:lnTo>
                      <a:pt x="2057" y="108"/>
                    </a:lnTo>
                    <a:lnTo>
                      <a:pt x="2123" y="76"/>
                    </a:lnTo>
                    <a:lnTo>
                      <a:pt x="2191" y="51"/>
                    </a:lnTo>
                    <a:lnTo>
                      <a:pt x="2261" y="31"/>
                    </a:lnTo>
                    <a:lnTo>
                      <a:pt x="2331" y="15"/>
                    </a:lnTo>
                    <a:lnTo>
                      <a:pt x="2402" y="5"/>
                    </a:lnTo>
                    <a:lnTo>
                      <a:pt x="2474" y="0"/>
                    </a:lnTo>
                    <a:close/>
                  </a:path>
                </a:pathLst>
              </a:custGeom>
              <a:solidFill>
                <a:srgbClr val="fed8c3">
                  <a:alpha val="100000"/>
                </a:srgb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p>
                <a:pPr marL="0" lvl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grpSp>
            <p:nvGrpSpPr>
              <p:cNvPr id="121" name="Group 20"/>
              <p:cNvGrpSpPr>
                <a:grpSpLocks noChangeAspect="1"/>
              </p:cNvGrpSpPr>
              <p:nvPr/>
            </p:nvGrpSpPr>
            <p:grpSpPr>
              <a:xfrm rot="0">
                <a:off x="411361" y="2237725"/>
                <a:ext cx="110025" cy="150079"/>
                <a:chOff x="2597" y="4163"/>
                <a:chExt cx="217" cy="296"/>
              </a:xfrm>
              <a:solidFill>
                <a:srgbClr val="fed8c3">
                  <a:alpha val="100000"/>
                </a:srgbClr>
              </a:solidFill>
            </p:grpSpPr>
            <p:sp>
              <p:nvSpPr>
                <p:cNvPr id="122" name="Freeform 22"/>
                <p:cNvSpPr>
                  <a:spLocks noEditPoints="1"/>
                </p:cNvSpPr>
                <p:nvPr/>
              </p:nvSpPr>
              <p:spPr>
                <a:xfrm>
                  <a:off x="2630" y="4163"/>
                  <a:ext cx="151" cy="176"/>
                </a:xfrm>
                <a:custGeom>
                  <a:avLst/>
                  <a:gdLst>
                    <a:gd name="T0" fmla="*/ 410 w 1662"/>
                    <a:gd name="T1" fmla="*/ 645 h 1942"/>
                    <a:gd name="T2" fmla="*/ 309 w 1662"/>
                    <a:gd name="T3" fmla="*/ 847 h 1942"/>
                    <a:gd name="T4" fmla="*/ 255 w 1662"/>
                    <a:gd name="T5" fmla="*/ 1023 h 1942"/>
                    <a:gd name="T6" fmla="*/ 263 w 1662"/>
                    <a:gd name="T7" fmla="*/ 1206 h 1942"/>
                    <a:gd name="T8" fmla="*/ 347 w 1662"/>
                    <a:gd name="T9" fmla="*/ 1429 h 1942"/>
                    <a:gd name="T10" fmla="*/ 476 w 1662"/>
                    <a:gd name="T11" fmla="*/ 1620 h 1942"/>
                    <a:gd name="T12" fmla="*/ 638 w 1662"/>
                    <a:gd name="T13" fmla="*/ 1753 h 1942"/>
                    <a:gd name="T14" fmla="*/ 825 w 1662"/>
                    <a:gd name="T15" fmla="*/ 1803 h 1942"/>
                    <a:gd name="T16" fmla="*/ 1013 w 1662"/>
                    <a:gd name="T17" fmla="*/ 1753 h 1942"/>
                    <a:gd name="T18" fmla="*/ 1176 w 1662"/>
                    <a:gd name="T19" fmla="*/ 1619 h 1942"/>
                    <a:gd name="T20" fmla="*/ 1305 w 1662"/>
                    <a:gd name="T21" fmla="*/ 1428 h 1942"/>
                    <a:gd name="T22" fmla="*/ 1388 w 1662"/>
                    <a:gd name="T23" fmla="*/ 1205 h 1942"/>
                    <a:gd name="T24" fmla="*/ 1418 w 1662"/>
                    <a:gd name="T25" fmla="*/ 974 h 1942"/>
                    <a:gd name="T26" fmla="*/ 1266 w 1662"/>
                    <a:gd name="T27" fmla="*/ 836 h 1942"/>
                    <a:gd name="T28" fmla="*/ 1012 w 1662"/>
                    <a:gd name="T29" fmla="*/ 794 h 1942"/>
                    <a:gd name="T30" fmla="*/ 806 w 1662"/>
                    <a:gd name="T31" fmla="*/ 713 h 1942"/>
                    <a:gd name="T32" fmla="*/ 646 w 1662"/>
                    <a:gd name="T33" fmla="*/ 610 h 1942"/>
                    <a:gd name="T34" fmla="*/ 526 w 1662"/>
                    <a:gd name="T35" fmla="*/ 499 h 1942"/>
                    <a:gd name="T36" fmla="*/ 944 w 1662"/>
                    <a:gd name="T37" fmla="*/ 23 h 1942"/>
                    <a:gd name="T38" fmla="*/ 1152 w 1662"/>
                    <a:gd name="T39" fmla="*/ 118 h 1942"/>
                    <a:gd name="T40" fmla="*/ 1271 w 1662"/>
                    <a:gd name="T41" fmla="*/ 205 h 1942"/>
                    <a:gd name="T42" fmla="*/ 1388 w 1662"/>
                    <a:gd name="T43" fmla="*/ 323 h 1942"/>
                    <a:gd name="T44" fmla="*/ 1455 w 1662"/>
                    <a:gd name="T45" fmla="*/ 429 h 1942"/>
                    <a:gd name="T46" fmla="*/ 1524 w 1662"/>
                    <a:gd name="T47" fmla="*/ 626 h 1942"/>
                    <a:gd name="T48" fmla="*/ 1555 w 1662"/>
                    <a:gd name="T49" fmla="*/ 892 h 1942"/>
                    <a:gd name="T50" fmla="*/ 1619 w 1662"/>
                    <a:gd name="T51" fmla="*/ 939 h 1942"/>
                    <a:gd name="T52" fmla="*/ 1657 w 1662"/>
                    <a:gd name="T53" fmla="*/ 1032 h 1942"/>
                    <a:gd name="T54" fmla="*/ 1655 w 1662"/>
                    <a:gd name="T55" fmla="*/ 1183 h 1942"/>
                    <a:gd name="T56" fmla="*/ 1611 w 1662"/>
                    <a:gd name="T57" fmla="*/ 1304 h 1942"/>
                    <a:gd name="T58" fmla="*/ 1537 w 1662"/>
                    <a:gd name="T59" fmla="*/ 1372 h 1942"/>
                    <a:gd name="T60" fmla="*/ 1445 w 1662"/>
                    <a:gd name="T61" fmla="*/ 1454 h 1942"/>
                    <a:gd name="T62" fmla="*/ 1313 w 1662"/>
                    <a:gd name="T63" fmla="*/ 1670 h 1942"/>
                    <a:gd name="T64" fmla="*/ 1141 w 1662"/>
                    <a:gd name="T65" fmla="*/ 1836 h 1942"/>
                    <a:gd name="T66" fmla="*/ 937 w 1662"/>
                    <a:gd name="T67" fmla="*/ 1930 h 1942"/>
                    <a:gd name="T68" fmla="*/ 714 w 1662"/>
                    <a:gd name="T69" fmla="*/ 1930 h 1942"/>
                    <a:gd name="T70" fmla="*/ 510 w 1662"/>
                    <a:gd name="T71" fmla="*/ 1836 h 1942"/>
                    <a:gd name="T72" fmla="*/ 337 w 1662"/>
                    <a:gd name="T73" fmla="*/ 1669 h 1942"/>
                    <a:gd name="T74" fmla="*/ 205 w 1662"/>
                    <a:gd name="T75" fmla="*/ 1452 h 1942"/>
                    <a:gd name="T76" fmla="*/ 111 w 1662"/>
                    <a:gd name="T77" fmla="*/ 1364 h 1942"/>
                    <a:gd name="T78" fmla="*/ 39 w 1662"/>
                    <a:gd name="T79" fmla="*/ 1284 h 1942"/>
                    <a:gd name="T80" fmla="*/ 2 w 1662"/>
                    <a:gd name="T81" fmla="*/ 1143 h 1942"/>
                    <a:gd name="T82" fmla="*/ 9 w 1662"/>
                    <a:gd name="T83" fmla="*/ 1009 h 1942"/>
                    <a:gd name="T84" fmla="*/ 50 w 1662"/>
                    <a:gd name="T85" fmla="*/ 930 h 1942"/>
                    <a:gd name="T86" fmla="*/ 98 w 1662"/>
                    <a:gd name="T87" fmla="*/ 851 h 1942"/>
                    <a:gd name="T88" fmla="*/ 85 w 1662"/>
                    <a:gd name="T89" fmla="*/ 643 h 1942"/>
                    <a:gd name="T90" fmla="*/ 120 w 1662"/>
                    <a:gd name="T91" fmla="*/ 487 h 1942"/>
                    <a:gd name="T92" fmla="*/ 183 w 1662"/>
                    <a:gd name="T93" fmla="*/ 377 h 1942"/>
                    <a:gd name="T94" fmla="*/ 257 w 1662"/>
                    <a:gd name="T95" fmla="*/ 305 h 1942"/>
                    <a:gd name="T96" fmla="*/ 319 w 1662"/>
                    <a:gd name="T97" fmla="*/ 266 h 1942"/>
                    <a:gd name="T98" fmla="*/ 352 w 1662"/>
                    <a:gd name="T99" fmla="*/ 246 h 1942"/>
                    <a:gd name="T100" fmla="*/ 390 w 1662"/>
                    <a:gd name="T101" fmla="*/ 196 h 1942"/>
                    <a:gd name="T102" fmla="*/ 459 w 1662"/>
                    <a:gd name="T103" fmla="*/ 127 h 1942"/>
                    <a:gd name="T104" fmla="*/ 559 w 1662"/>
                    <a:gd name="T105" fmla="*/ 57 h 1942"/>
                    <a:gd name="T106" fmla="*/ 690 w 1662"/>
                    <a:gd name="T107" fmla="*/ 10 h 1942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662" h="1942">
                      <a:moveTo>
                        <a:pt x="526" y="499"/>
                      </a:moveTo>
                      <a:lnTo>
                        <a:pt x="484" y="546"/>
                      </a:lnTo>
                      <a:lnTo>
                        <a:pt x="445" y="595"/>
                      </a:lnTo>
                      <a:lnTo>
                        <a:pt x="410" y="645"/>
                      </a:lnTo>
                      <a:lnTo>
                        <a:pt x="379" y="696"/>
                      </a:lnTo>
                      <a:lnTo>
                        <a:pt x="352" y="747"/>
                      </a:lnTo>
                      <a:lnTo>
                        <a:pt x="329" y="797"/>
                      </a:lnTo>
                      <a:lnTo>
                        <a:pt x="309" y="847"/>
                      </a:lnTo>
                      <a:lnTo>
                        <a:pt x="291" y="895"/>
                      </a:lnTo>
                      <a:lnTo>
                        <a:pt x="277" y="941"/>
                      </a:lnTo>
                      <a:lnTo>
                        <a:pt x="264" y="984"/>
                      </a:lnTo>
                      <a:lnTo>
                        <a:pt x="255" y="1023"/>
                      </a:lnTo>
                      <a:lnTo>
                        <a:pt x="247" y="1059"/>
                      </a:lnTo>
                      <a:lnTo>
                        <a:pt x="241" y="1091"/>
                      </a:lnTo>
                      <a:lnTo>
                        <a:pt x="250" y="1148"/>
                      </a:lnTo>
                      <a:lnTo>
                        <a:pt x="263" y="1206"/>
                      </a:lnTo>
                      <a:lnTo>
                        <a:pt x="280" y="1263"/>
                      </a:lnTo>
                      <a:lnTo>
                        <a:pt x="299" y="1320"/>
                      </a:lnTo>
                      <a:lnTo>
                        <a:pt x="322" y="1375"/>
                      </a:lnTo>
                      <a:lnTo>
                        <a:pt x="347" y="1429"/>
                      </a:lnTo>
                      <a:lnTo>
                        <a:pt x="375" y="1480"/>
                      </a:lnTo>
                      <a:lnTo>
                        <a:pt x="406" y="1530"/>
                      </a:lnTo>
                      <a:lnTo>
                        <a:pt x="440" y="1576"/>
                      </a:lnTo>
                      <a:lnTo>
                        <a:pt x="476" y="1620"/>
                      </a:lnTo>
                      <a:lnTo>
                        <a:pt x="513" y="1659"/>
                      </a:lnTo>
                      <a:lnTo>
                        <a:pt x="553" y="1695"/>
                      </a:lnTo>
                      <a:lnTo>
                        <a:pt x="594" y="1726"/>
                      </a:lnTo>
                      <a:lnTo>
                        <a:pt x="638" y="1753"/>
                      </a:lnTo>
                      <a:lnTo>
                        <a:pt x="683" y="1774"/>
                      </a:lnTo>
                      <a:lnTo>
                        <a:pt x="729" y="1789"/>
                      </a:lnTo>
                      <a:lnTo>
                        <a:pt x="777" y="1800"/>
                      </a:lnTo>
                      <a:lnTo>
                        <a:pt x="825" y="1803"/>
                      </a:lnTo>
                      <a:lnTo>
                        <a:pt x="875" y="1800"/>
                      </a:lnTo>
                      <a:lnTo>
                        <a:pt x="922" y="1789"/>
                      </a:lnTo>
                      <a:lnTo>
                        <a:pt x="968" y="1774"/>
                      </a:lnTo>
                      <a:lnTo>
                        <a:pt x="1013" y="1753"/>
                      </a:lnTo>
                      <a:lnTo>
                        <a:pt x="1056" y="1726"/>
                      </a:lnTo>
                      <a:lnTo>
                        <a:pt x="1099" y="1695"/>
                      </a:lnTo>
                      <a:lnTo>
                        <a:pt x="1139" y="1659"/>
                      </a:lnTo>
                      <a:lnTo>
                        <a:pt x="1176" y="1619"/>
                      </a:lnTo>
                      <a:lnTo>
                        <a:pt x="1212" y="1576"/>
                      </a:lnTo>
                      <a:lnTo>
                        <a:pt x="1245" y="1529"/>
                      </a:lnTo>
                      <a:lnTo>
                        <a:pt x="1276" y="1480"/>
                      </a:lnTo>
                      <a:lnTo>
                        <a:pt x="1305" y="1428"/>
                      </a:lnTo>
                      <a:lnTo>
                        <a:pt x="1330" y="1374"/>
                      </a:lnTo>
                      <a:lnTo>
                        <a:pt x="1353" y="1319"/>
                      </a:lnTo>
                      <a:lnTo>
                        <a:pt x="1372" y="1262"/>
                      </a:lnTo>
                      <a:lnTo>
                        <a:pt x="1388" y="1205"/>
                      </a:lnTo>
                      <a:lnTo>
                        <a:pt x="1401" y="1147"/>
                      </a:lnTo>
                      <a:lnTo>
                        <a:pt x="1411" y="1089"/>
                      </a:lnTo>
                      <a:lnTo>
                        <a:pt x="1416" y="1032"/>
                      </a:lnTo>
                      <a:lnTo>
                        <a:pt x="1418" y="974"/>
                      </a:lnTo>
                      <a:lnTo>
                        <a:pt x="1417" y="904"/>
                      </a:lnTo>
                      <a:lnTo>
                        <a:pt x="1414" y="838"/>
                      </a:lnTo>
                      <a:lnTo>
                        <a:pt x="1339" y="839"/>
                      </a:lnTo>
                      <a:lnTo>
                        <a:pt x="1266" y="836"/>
                      </a:lnTo>
                      <a:lnTo>
                        <a:pt x="1198" y="830"/>
                      </a:lnTo>
                      <a:lnTo>
                        <a:pt x="1133" y="820"/>
                      </a:lnTo>
                      <a:lnTo>
                        <a:pt x="1070" y="808"/>
                      </a:lnTo>
                      <a:lnTo>
                        <a:pt x="1012" y="794"/>
                      </a:lnTo>
                      <a:lnTo>
                        <a:pt x="956" y="777"/>
                      </a:lnTo>
                      <a:lnTo>
                        <a:pt x="903" y="757"/>
                      </a:lnTo>
                      <a:lnTo>
                        <a:pt x="853" y="737"/>
                      </a:lnTo>
                      <a:lnTo>
                        <a:pt x="806" y="713"/>
                      </a:lnTo>
                      <a:lnTo>
                        <a:pt x="762" y="690"/>
                      </a:lnTo>
                      <a:lnTo>
                        <a:pt x="721" y="664"/>
                      </a:lnTo>
                      <a:lnTo>
                        <a:pt x="682" y="638"/>
                      </a:lnTo>
                      <a:lnTo>
                        <a:pt x="646" y="610"/>
                      </a:lnTo>
                      <a:lnTo>
                        <a:pt x="612" y="583"/>
                      </a:lnTo>
                      <a:lnTo>
                        <a:pt x="581" y="555"/>
                      </a:lnTo>
                      <a:lnTo>
                        <a:pt x="552" y="527"/>
                      </a:lnTo>
                      <a:lnTo>
                        <a:pt x="526" y="499"/>
                      </a:lnTo>
                      <a:close/>
                      <a:moveTo>
                        <a:pt x="808" y="0"/>
                      </a:moveTo>
                      <a:lnTo>
                        <a:pt x="851" y="3"/>
                      </a:lnTo>
                      <a:lnTo>
                        <a:pt x="897" y="11"/>
                      </a:lnTo>
                      <a:lnTo>
                        <a:pt x="944" y="23"/>
                      </a:lnTo>
                      <a:lnTo>
                        <a:pt x="993" y="39"/>
                      </a:lnTo>
                      <a:lnTo>
                        <a:pt x="1044" y="60"/>
                      </a:lnTo>
                      <a:lnTo>
                        <a:pt x="1097" y="86"/>
                      </a:lnTo>
                      <a:lnTo>
                        <a:pt x="1152" y="118"/>
                      </a:lnTo>
                      <a:lnTo>
                        <a:pt x="1179" y="135"/>
                      </a:lnTo>
                      <a:lnTo>
                        <a:pt x="1208" y="155"/>
                      </a:lnTo>
                      <a:lnTo>
                        <a:pt x="1239" y="179"/>
                      </a:lnTo>
                      <a:lnTo>
                        <a:pt x="1271" y="205"/>
                      </a:lnTo>
                      <a:lnTo>
                        <a:pt x="1304" y="233"/>
                      </a:lnTo>
                      <a:lnTo>
                        <a:pt x="1334" y="261"/>
                      </a:lnTo>
                      <a:lnTo>
                        <a:pt x="1363" y="292"/>
                      </a:lnTo>
                      <a:lnTo>
                        <a:pt x="1388" y="323"/>
                      </a:lnTo>
                      <a:lnTo>
                        <a:pt x="1409" y="353"/>
                      </a:lnTo>
                      <a:lnTo>
                        <a:pt x="1409" y="353"/>
                      </a:lnTo>
                      <a:lnTo>
                        <a:pt x="1433" y="389"/>
                      </a:lnTo>
                      <a:lnTo>
                        <a:pt x="1455" y="429"/>
                      </a:lnTo>
                      <a:lnTo>
                        <a:pt x="1475" y="472"/>
                      </a:lnTo>
                      <a:lnTo>
                        <a:pt x="1493" y="519"/>
                      </a:lnTo>
                      <a:lnTo>
                        <a:pt x="1509" y="570"/>
                      </a:lnTo>
                      <a:lnTo>
                        <a:pt x="1524" y="626"/>
                      </a:lnTo>
                      <a:lnTo>
                        <a:pt x="1535" y="685"/>
                      </a:lnTo>
                      <a:lnTo>
                        <a:pt x="1545" y="749"/>
                      </a:lnTo>
                      <a:lnTo>
                        <a:pt x="1551" y="817"/>
                      </a:lnTo>
                      <a:lnTo>
                        <a:pt x="1555" y="892"/>
                      </a:lnTo>
                      <a:lnTo>
                        <a:pt x="1573" y="900"/>
                      </a:lnTo>
                      <a:lnTo>
                        <a:pt x="1590" y="910"/>
                      </a:lnTo>
                      <a:lnTo>
                        <a:pt x="1605" y="922"/>
                      </a:lnTo>
                      <a:lnTo>
                        <a:pt x="1619" y="939"/>
                      </a:lnTo>
                      <a:lnTo>
                        <a:pt x="1632" y="957"/>
                      </a:lnTo>
                      <a:lnTo>
                        <a:pt x="1642" y="979"/>
                      </a:lnTo>
                      <a:lnTo>
                        <a:pt x="1651" y="1003"/>
                      </a:lnTo>
                      <a:lnTo>
                        <a:pt x="1657" y="1032"/>
                      </a:lnTo>
                      <a:lnTo>
                        <a:pt x="1661" y="1064"/>
                      </a:lnTo>
                      <a:lnTo>
                        <a:pt x="1662" y="1102"/>
                      </a:lnTo>
                      <a:lnTo>
                        <a:pt x="1660" y="1143"/>
                      </a:lnTo>
                      <a:lnTo>
                        <a:pt x="1655" y="1183"/>
                      </a:lnTo>
                      <a:lnTo>
                        <a:pt x="1648" y="1218"/>
                      </a:lnTo>
                      <a:lnTo>
                        <a:pt x="1638" y="1250"/>
                      </a:lnTo>
                      <a:lnTo>
                        <a:pt x="1625" y="1278"/>
                      </a:lnTo>
                      <a:lnTo>
                        <a:pt x="1611" y="1304"/>
                      </a:lnTo>
                      <a:lnTo>
                        <a:pt x="1595" y="1325"/>
                      </a:lnTo>
                      <a:lnTo>
                        <a:pt x="1577" y="1344"/>
                      </a:lnTo>
                      <a:lnTo>
                        <a:pt x="1558" y="1360"/>
                      </a:lnTo>
                      <a:lnTo>
                        <a:pt x="1537" y="1372"/>
                      </a:lnTo>
                      <a:lnTo>
                        <a:pt x="1515" y="1382"/>
                      </a:lnTo>
                      <a:lnTo>
                        <a:pt x="1493" y="1390"/>
                      </a:lnTo>
                      <a:lnTo>
                        <a:pt x="1471" y="1395"/>
                      </a:lnTo>
                      <a:lnTo>
                        <a:pt x="1445" y="1454"/>
                      </a:lnTo>
                      <a:lnTo>
                        <a:pt x="1416" y="1512"/>
                      </a:lnTo>
                      <a:lnTo>
                        <a:pt x="1385" y="1567"/>
                      </a:lnTo>
                      <a:lnTo>
                        <a:pt x="1350" y="1620"/>
                      </a:lnTo>
                      <a:lnTo>
                        <a:pt x="1313" y="1670"/>
                      </a:lnTo>
                      <a:lnTo>
                        <a:pt x="1273" y="1717"/>
                      </a:lnTo>
                      <a:lnTo>
                        <a:pt x="1231" y="1761"/>
                      </a:lnTo>
                      <a:lnTo>
                        <a:pt x="1187" y="1801"/>
                      </a:lnTo>
                      <a:lnTo>
                        <a:pt x="1141" y="1836"/>
                      </a:lnTo>
                      <a:lnTo>
                        <a:pt x="1092" y="1868"/>
                      </a:lnTo>
                      <a:lnTo>
                        <a:pt x="1042" y="1893"/>
                      </a:lnTo>
                      <a:lnTo>
                        <a:pt x="990" y="1915"/>
                      </a:lnTo>
                      <a:lnTo>
                        <a:pt x="937" y="1930"/>
                      </a:lnTo>
                      <a:lnTo>
                        <a:pt x="882" y="1939"/>
                      </a:lnTo>
                      <a:lnTo>
                        <a:pt x="825" y="1942"/>
                      </a:lnTo>
                      <a:lnTo>
                        <a:pt x="769" y="1939"/>
                      </a:lnTo>
                      <a:lnTo>
                        <a:pt x="714" y="1930"/>
                      </a:lnTo>
                      <a:lnTo>
                        <a:pt x="661" y="1915"/>
                      </a:lnTo>
                      <a:lnTo>
                        <a:pt x="608" y="1893"/>
                      </a:lnTo>
                      <a:lnTo>
                        <a:pt x="558" y="1867"/>
                      </a:lnTo>
                      <a:lnTo>
                        <a:pt x="510" y="1836"/>
                      </a:lnTo>
                      <a:lnTo>
                        <a:pt x="464" y="1800"/>
                      </a:lnTo>
                      <a:lnTo>
                        <a:pt x="419" y="1760"/>
                      </a:lnTo>
                      <a:lnTo>
                        <a:pt x="377" y="1716"/>
                      </a:lnTo>
                      <a:lnTo>
                        <a:pt x="337" y="1669"/>
                      </a:lnTo>
                      <a:lnTo>
                        <a:pt x="300" y="1618"/>
                      </a:lnTo>
                      <a:lnTo>
                        <a:pt x="266" y="1565"/>
                      </a:lnTo>
                      <a:lnTo>
                        <a:pt x="234" y="1510"/>
                      </a:lnTo>
                      <a:lnTo>
                        <a:pt x="205" y="1452"/>
                      </a:lnTo>
                      <a:lnTo>
                        <a:pt x="179" y="1392"/>
                      </a:lnTo>
                      <a:lnTo>
                        <a:pt x="156" y="1386"/>
                      </a:lnTo>
                      <a:lnTo>
                        <a:pt x="133" y="1376"/>
                      </a:lnTo>
                      <a:lnTo>
                        <a:pt x="111" y="1364"/>
                      </a:lnTo>
                      <a:lnTo>
                        <a:pt x="91" y="1349"/>
                      </a:lnTo>
                      <a:lnTo>
                        <a:pt x="72" y="1330"/>
                      </a:lnTo>
                      <a:lnTo>
                        <a:pt x="55" y="1309"/>
                      </a:lnTo>
                      <a:lnTo>
                        <a:pt x="39" y="1284"/>
                      </a:lnTo>
                      <a:lnTo>
                        <a:pt x="26" y="1254"/>
                      </a:lnTo>
                      <a:lnTo>
                        <a:pt x="15" y="1221"/>
                      </a:lnTo>
                      <a:lnTo>
                        <a:pt x="7" y="1184"/>
                      </a:lnTo>
                      <a:lnTo>
                        <a:pt x="2" y="1143"/>
                      </a:lnTo>
                      <a:lnTo>
                        <a:pt x="0" y="1104"/>
                      </a:lnTo>
                      <a:lnTo>
                        <a:pt x="1" y="1068"/>
                      </a:lnTo>
                      <a:lnTo>
                        <a:pt x="4" y="1038"/>
                      </a:lnTo>
                      <a:lnTo>
                        <a:pt x="9" y="1009"/>
                      </a:lnTo>
                      <a:lnTo>
                        <a:pt x="17" y="985"/>
                      </a:lnTo>
                      <a:lnTo>
                        <a:pt x="27" y="964"/>
                      </a:lnTo>
                      <a:lnTo>
                        <a:pt x="38" y="946"/>
                      </a:lnTo>
                      <a:lnTo>
                        <a:pt x="50" y="930"/>
                      </a:lnTo>
                      <a:lnTo>
                        <a:pt x="65" y="916"/>
                      </a:lnTo>
                      <a:lnTo>
                        <a:pt x="80" y="906"/>
                      </a:lnTo>
                      <a:lnTo>
                        <a:pt x="96" y="897"/>
                      </a:lnTo>
                      <a:lnTo>
                        <a:pt x="98" y="851"/>
                      </a:lnTo>
                      <a:lnTo>
                        <a:pt x="89" y="794"/>
                      </a:lnTo>
                      <a:lnTo>
                        <a:pt x="85" y="740"/>
                      </a:lnTo>
                      <a:lnTo>
                        <a:pt x="83" y="690"/>
                      </a:lnTo>
                      <a:lnTo>
                        <a:pt x="85" y="643"/>
                      </a:lnTo>
                      <a:lnTo>
                        <a:pt x="90" y="599"/>
                      </a:lnTo>
                      <a:lnTo>
                        <a:pt x="98" y="559"/>
                      </a:lnTo>
                      <a:lnTo>
                        <a:pt x="108" y="522"/>
                      </a:lnTo>
                      <a:lnTo>
                        <a:pt x="120" y="487"/>
                      </a:lnTo>
                      <a:lnTo>
                        <a:pt x="134" y="455"/>
                      </a:lnTo>
                      <a:lnTo>
                        <a:pt x="149" y="427"/>
                      </a:lnTo>
                      <a:lnTo>
                        <a:pt x="166" y="400"/>
                      </a:lnTo>
                      <a:lnTo>
                        <a:pt x="183" y="377"/>
                      </a:lnTo>
                      <a:lnTo>
                        <a:pt x="202" y="355"/>
                      </a:lnTo>
                      <a:lnTo>
                        <a:pt x="220" y="337"/>
                      </a:lnTo>
                      <a:lnTo>
                        <a:pt x="239" y="320"/>
                      </a:lnTo>
                      <a:lnTo>
                        <a:pt x="257" y="305"/>
                      </a:lnTo>
                      <a:lnTo>
                        <a:pt x="274" y="293"/>
                      </a:lnTo>
                      <a:lnTo>
                        <a:pt x="290" y="282"/>
                      </a:lnTo>
                      <a:lnTo>
                        <a:pt x="305" y="273"/>
                      </a:lnTo>
                      <a:lnTo>
                        <a:pt x="319" y="266"/>
                      </a:lnTo>
                      <a:lnTo>
                        <a:pt x="331" y="260"/>
                      </a:lnTo>
                      <a:lnTo>
                        <a:pt x="341" y="255"/>
                      </a:lnTo>
                      <a:lnTo>
                        <a:pt x="348" y="253"/>
                      </a:lnTo>
                      <a:lnTo>
                        <a:pt x="352" y="246"/>
                      </a:lnTo>
                      <a:lnTo>
                        <a:pt x="359" y="237"/>
                      </a:lnTo>
                      <a:lnTo>
                        <a:pt x="367" y="225"/>
                      </a:lnTo>
                      <a:lnTo>
                        <a:pt x="377" y="212"/>
                      </a:lnTo>
                      <a:lnTo>
                        <a:pt x="390" y="196"/>
                      </a:lnTo>
                      <a:lnTo>
                        <a:pt x="404" y="180"/>
                      </a:lnTo>
                      <a:lnTo>
                        <a:pt x="421" y="163"/>
                      </a:lnTo>
                      <a:lnTo>
                        <a:pt x="439" y="145"/>
                      </a:lnTo>
                      <a:lnTo>
                        <a:pt x="459" y="127"/>
                      </a:lnTo>
                      <a:lnTo>
                        <a:pt x="481" y="108"/>
                      </a:lnTo>
                      <a:lnTo>
                        <a:pt x="505" y="91"/>
                      </a:lnTo>
                      <a:lnTo>
                        <a:pt x="531" y="74"/>
                      </a:lnTo>
                      <a:lnTo>
                        <a:pt x="559" y="57"/>
                      </a:lnTo>
                      <a:lnTo>
                        <a:pt x="589" y="43"/>
                      </a:lnTo>
                      <a:lnTo>
                        <a:pt x="620" y="30"/>
                      </a:lnTo>
                      <a:lnTo>
                        <a:pt x="655" y="19"/>
                      </a:lnTo>
                      <a:lnTo>
                        <a:pt x="690" y="10"/>
                      </a:lnTo>
                      <a:lnTo>
                        <a:pt x="728" y="3"/>
                      </a:lnTo>
                      <a:lnTo>
                        <a:pt x="767" y="0"/>
                      </a:lnTo>
                      <a:lnTo>
                        <a:pt x="808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  <p:sp>
              <p:nvSpPr>
                <p:cNvPr id="123" name="Freeform 23"/>
                <p:cNvSpPr>
                  <a:spLocks noEditPoints="1"/>
                </p:cNvSpPr>
                <p:nvPr/>
              </p:nvSpPr>
              <p:spPr>
                <a:xfrm>
                  <a:off x="2664" y="4250"/>
                  <a:ext cx="83" cy="27"/>
                </a:xfrm>
                <a:custGeom>
                  <a:avLst/>
                  <a:gdLst>
                    <a:gd name="T0" fmla="*/ 613 w 916"/>
                    <a:gd name="T1" fmla="*/ 78 h 300"/>
                    <a:gd name="T2" fmla="*/ 561 w 916"/>
                    <a:gd name="T3" fmla="*/ 109 h 300"/>
                    <a:gd name="T4" fmla="*/ 554 w 916"/>
                    <a:gd name="T5" fmla="*/ 165 h 300"/>
                    <a:gd name="T6" fmla="*/ 579 w 916"/>
                    <a:gd name="T7" fmla="*/ 210 h 300"/>
                    <a:gd name="T8" fmla="*/ 665 w 916"/>
                    <a:gd name="T9" fmla="*/ 229 h 300"/>
                    <a:gd name="T10" fmla="*/ 787 w 916"/>
                    <a:gd name="T11" fmla="*/ 223 h 300"/>
                    <a:gd name="T12" fmla="*/ 839 w 916"/>
                    <a:gd name="T13" fmla="*/ 191 h 300"/>
                    <a:gd name="T14" fmla="*/ 846 w 916"/>
                    <a:gd name="T15" fmla="*/ 135 h 300"/>
                    <a:gd name="T16" fmla="*/ 820 w 916"/>
                    <a:gd name="T17" fmla="*/ 90 h 300"/>
                    <a:gd name="T18" fmla="*/ 734 w 916"/>
                    <a:gd name="T19" fmla="*/ 72 h 300"/>
                    <a:gd name="T20" fmla="*/ 153 w 916"/>
                    <a:gd name="T21" fmla="*/ 74 h 300"/>
                    <a:gd name="T22" fmla="*/ 85 w 916"/>
                    <a:gd name="T23" fmla="*/ 99 h 300"/>
                    <a:gd name="T24" fmla="*/ 70 w 916"/>
                    <a:gd name="T25" fmla="*/ 150 h 300"/>
                    <a:gd name="T26" fmla="*/ 85 w 916"/>
                    <a:gd name="T27" fmla="*/ 201 h 300"/>
                    <a:gd name="T28" fmla="*/ 153 w 916"/>
                    <a:gd name="T29" fmla="*/ 227 h 300"/>
                    <a:gd name="T30" fmla="*/ 280 w 916"/>
                    <a:gd name="T31" fmla="*/ 227 h 300"/>
                    <a:gd name="T32" fmla="*/ 348 w 916"/>
                    <a:gd name="T33" fmla="*/ 201 h 300"/>
                    <a:gd name="T34" fmla="*/ 363 w 916"/>
                    <a:gd name="T35" fmla="*/ 150 h 300"/>
                    <a:gd name="T36" fmla="*/ 348 w 916"/>
                    <a:gd name="T37" fmla="*/ 99 h 300"/>
                    <a:gd name="T38" fmla="*/ 280 w 916"/>
                    <a:gd name="T39" fmla="*/ 74 h 300"/>
                    <a:gd name="T40" fmla="*/ 234 w 916"/>
                    <a:gd name="T41" fmla="*/ 0 h 300"/>
                    <a:gd name="T42" fmla="*/ 321 w 916"/>
                    <a:gd name="T43" fmla="*/ 9 h 300"/>
                    <a:gd name="T44" fmla="*/ 400 w 916"/>
                    <a:gd name="T45" fmla="*/ 53 h 300"/>
                    <a:gd name="T46" fmla="*/ 574 w 916"/>
                    <a:gd name="T47" fmla="*/ 17 h 300"/>
                    <a:gd name="T48" fmla="*/ 662 w 916"/>
                    <a:gd name="T49" fmla="*/ 1 h 300"/>
                    <a:gd name="T50" fmla="*/ 732 w 916"/>
                    <a:gd name="T51" fmla="*/ 0 h 300"/>
                    <a:gd name="T52" fmla="*/ 806 w 916"/>
                    <a:gd name="T53" fmla="*/ 10 h 300"/>
                    <a:gd name="T54" fmla="*/ 875 w 916"/>
                    <a:gd name="T55" fmla="*/ 45 h 300"/>
                    <a:gd name="T56" fmla="*/ 914 w 916"/>
                    <a:gd name="T57" fmla="*/ 123 h 300"/>
                    <a:gd name="T58" fmla="*/ 900 w 916"/>
                    <a:gd name="T59" fmla="*/ 223 h 300"/>
                    <a:gd name="T60" fmla="*/ 843 w 916"/>
                    <a:gd name="T61" fmla="*/ 277 h 300"/>
                    <a:gd name="T62" fmla="*/ 768 w 916"/>
                    <a:gd name="T63" fmla="*/ 297 h 300"/>
                    <a:gd name="T64" fmla="*/ 699 w 916"/>
                    <a:gd name="T65" fmla="*/ 300 h 300"/>
                    <a:gd name="T66" fmla="*/ 632 w 916"/>
                    <a:gd name="T67" fmla="*/ 297 h 300"/>
                    <a:gd name="T68" fmla="*/ 557 w 916"/>
                    <a:gd name="T69" fmla="*/ 277 h 300"/>
                    <a:gd name="T70" fmla="*/ 500 w 916"/>
                    <a:gd name="T71" fmla="*/ 224 h 300"/>
                    <a:gd name="T72" fmla="*/ 485 w 916"/>
                    <a:gd name="T73" fmla="*/ 137 h 300"/>
                    <a:gd name="T74" fmla="*/ 432 w 916"/>
                    <a:gd name="T75" fmla="*/ 150 h 300"/>
                    <a:gd name="T76" fmla="*/ 405 w 916"/>
                    <a:gd name="T77" fmla="*/ 241 h 300"/>
                    <a:gd name="T78" fmla="*/ 342 w 916"/>
                    <a:gd name="T79" fmla="*/ 284 h 300"/>
                    <a:gd name="T80" fmla="*/ 266 w 916"/>
                    <a:gd name="T81" fmla="*/ 298 h 300"/>
                    <a:gd name="T82" fmla="*/ 201 w 916"/>
                    <a:gd name="T83" fmla="*/ 299 h 300"/>
                    <a:gd name="T84" fmla="*/ 129 w 916"/>
                    <a:gd name="T85" fmla="*/ 294 h 300"/>
                    <a:gd name="T86" fmla="*/ 57 w 916"/>
                    <a:gd name="T87" fmla="*/ 267 h 300"/>
                    <a:gd name="T88" fmla="*/ 7 w 916"/>
                    <a:gd name="T89" fmla="*/ 202 h 300"/>
                    <a:gd name="T90" fmla="*/ 7 w 916"/>
                    <a:gd name="T91" fmla="*/ 98 h 300"/>
                    <a:gd name="T92" fmla="*/ 57 w 916"/>
                    <a:gd name="T93" fmla="*/ 33 h 300"/>
                    <a:gd name="T94" fmla="*/ 129 w 916"/>
                    <a:gd name="T95" fmla="*/ 6 h 300"/>
                    <a:gd name="T96" fmla="*/ 201 w 916"/>
                    <a:gd name="T97" fmla="*/ 0 h 300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916" h="300">
                      <a:moveTo>
                        <a:pt x="699" y="71"/>
                      </a:moveTo>
                      <a:lnTo>
                        <a:pt x="665" y="72"/>
                      </a:lnTo>
                      <a:lnTo>
                        <a:pt x="636" y="74"/>
                      </a:lnTo>
                      <a:lnTo>
                        <a:pt x="613" y="78"/>
                      </a:lnTo>
                      <a:lnTo>
                        <a:pt x="594" y="83"/>
                      </a:lnTo>
                      <a:lnTo>
                        <a:pt x="579" y="90"/>
                      </a:lnTo>
                      <a:lnTo>
                        <a:pt x="569" y="99"/>
                      </a:lnTo>
                      <a:lnTo>
                        <a:pt x="561" y="109"/>
                      </a:lnTo>
                      <a:lnTo>
                        <a:pt x="556" y="122"/>
                      </a:lnTo>
                      <a:lnTo>
                        <a:pt x="554" y="135"/>
                      </a:lnTo>
                      <a:lnTo>
                        <a:pt x="553" y="150"/>
                      </a:lnTo>
                      <a:lnTo>
                        <a:pt x="554" y="165"/>
                      </a:lnTo>
                      <a:lnTo>
                        <a:pt x="556" y="179"/>
                      </a:lnTo>
                      <a:lnTo>
                        <a:pt x="561" y="191"/>
                      </a:lnTo>
                      <a:lnTo>
                        <a:pt x="569" y="201"/>
                      </a:lnTo>
                      <a:lnTo>
                        <a:pt x="579" y="210"/>
                      </a:lnTo>
                      <a:lnTo>
                        <a:pt x="594" y="216"/>
                      </a:lnTo>
                      <a:lnTo>
                        <a:pt x="613" y="223"/>
                      </a:lnTo>
                      <a:lnTo>
                        <a:pt x="636" y="227"/>
                      </a:lnTo>
                      <a:lnTo>
                        <a:pt x="665" y="229"/>
                      </a:lnTo>
                      <a:lnTo>
                        <a:pt x="699" y="230"/>
                      </a:lnTo>
                      <a:lnTo>
                        <a:pt x="734" y="229"/>
                      </a:lnTo>
                      <a:lnTo>
                        <a:pt x="763" y="227"/>
                      </a:lnTo>
                      <a:lnTo>
                        <a:pt x="787" y="223"/>
                      </a:lnTo>
                      <a:lnTo>
                        <a:pt x="805" y="216"/>
                      </a:lnTo>
                      <a:lnTo>
                        <a:pt x="820" y="210"/>
                      </a:lnTo>
                      <a:lnTo>
                        <a:pt x="831" y="201"/>
                      </a:lnTo>
                      <a:lnTo>
                        <a:pt x="839" y="191"/>
                      </a:lnTo>
                      <a:lnTo>
                        <a:pt x="843" y="179"/>
                      </a:lnTo>
                      <a:lnTo>
                        <a:pt x="846" y="165"/>
                      </a:lnTo>
                      <a:lnTo>
                        <a:pt x="847" y="150"/>
                      </a:lnTo>
                      <a:lnTo>
                        <a:pt x="846" y="135"/>
                      </a:lnTo>
                      <a:lnTo>
                        <a:pt x="843" y="122"/>
                      </a:lnTo>
                      <a:lnTo>
                        <a:pt x="839" y="109"/>
                      </a:lnTo>
                      <a:lnTo>
                        <a:pt x="831" y="99"/>
                      </a:lnTo>
                      <a:lnTo>
                        <a:pt x="820" y="90"/>
                      </a:lnTo>
                      <a:lnTo>
                        <a:pt x="805" y="83"/>
                      </a:lnTo>
                      <a:lnTo>
                        <a:pt x="787" y="78"/>
                      </a:lnTo>
                      <a:lnTo>
                        <a:pt x="763" y="74"/>
                      </a:lnTo>
                      <a:lnTo>
                        <a:pt x="734" y="72"/>
                      </a:lnTo>
                      <a:lnTo>
                        <a:pt x="699" y="71"/>
                      </a:lnTo>
                      <a:close/>
                      <a:moveTo>
                        <a:pt x="216" y="71"/>
                      </a:moveTo>
                      <a:lnTo>
                        <a:pt x="182" y="72"/>
                      </a:lnTo>
                      <a:lnTo>
                        <a:pt x="153" y="74"/>
                      </a:lnTo>
                      <a:lnTo>
                        <a:pt x="130" y="78"/>
                      </a:lnTo>
                      <a:lnTo>
                        <a:pt x="111" y="83"/>
                      </a:lnTo>
                      <a:lnTo>
                        <a:pt x="96" y="90"/>
                      </a:lnTo>
                      <a:lnTo>
                        <a:pt x="85" y="99"/>
                      </a:lnTo>
                      <a:lnTo>
                        <a:pt x="78" y="109"/>
                      </a:lnTo>
                      <a:lnTo>
                        <a:pt x="73" y="122"/>
                      </a:lnTo>
                      <a:lnTo>
                        <a:pt x="70" y="135"/>
                      </a:lnTo>
                      <a:lnTo>
                        <a:pt x="70" y="150"/>
                      </a:lnTo>
                      <a:lnTo>
                        <a:pt x="70" y="165"/>
                      </a:lnTo>
                      <a:lnTo>
                        <a:pt x="73" y="179"/>
                      </a:lnTo>
                      <a:lnTo>
                        <a:pt x="78" y="191"/>
                      </a:lnTo>
                      <a:lnTo>
                        <a:pt x="85" y="201"/>
                      </a:lnTo>
                      <a:lnTo>
                        <a:pt x="96" y="210"/>
                      </a:lnTo>
                      <a:lnTo>
                        <a:pt x="111" y="216"/>
                      </a:lnTo>
                      <a:lnTo>
                        <a:pt x="130" y="223"/>
                      </a:lnTo>
                      <a:lnTo>
                        <a:pt x="153" y="227"/>
                      </a:lnTo>
                      <a:lnTo>
                        <a:pt x="182" y="229"/>
                      </a:lnTo>
                      <a:lnTo>
                        <a:pt x="216" y="230"/>
                      </a:lnTo>
                      <a:lnTo>
                        <a:pt x="250" y="229"/>
                      </a:lnTo>
                      <a:lnTo>
                        <a:pt x="280" y="227"/>
                      </a:lnTo>
                      <a:lnTo>
                        <a:pt x="304" y="223"/>
                      </a:lnTo>
                      <a:lnTo>
                        <a:pt x="322" y="216"/>
                      </a:lnTo>
                      <a:lnTo>
                        <a:pt x="337" y="210"/>
                      </a:lnTo>
                      <a:lnTo>
                        <a:pt x="348" y="201"/>
                      </a:lnTo>
                      <a:lnTo>
                        <a:pt x="355" y="191"/>
                      </a:lnTo>
                      <a:lnTo>
                        <a:pt x="360" y="179"/>
                      </a:lnTo>
                      <a:lnTo>
                        <a:pt x="363" y="165"/>
                      </a:lnTo>
                      <a:lnTo>
                        <a:pt x="363" y="150"/>
                      </a:lnTo>
                      <a:lnTo>
                        <a:pt x="363" y="135"/>
                      </a:lnTo>
                      <a:lnTo>
                        <a:pt x="360" y="122"/>
                      </a:lnTo>
                      <a:lnTo>
                        <a:pt x="355" y="109"/>
                      </a:lnTo>
                      <a:lnTo>
                        <a:pt x="348" y="99"/>
                      </a:lnTo>
                      <a:lnTo>
                        <a:pt x="337" y="90"/>
                      </a:lnTo>
                      <a:lnTo>
                        <a:pt x="322" y="83"/>
                      </a:lnTo>
                      <a:lnTo>
                        <a:pt x="304" y="78"/>
                      </a:lnTo>
                      <a:lnTo>
                        <a:pt x="280" y="74"/>
                      </a:lnTo>
                      <a:lnTo>
                        <a:pt x="250" y="72"/>
                      </a:lnTo>
                      <a:lnTo>
                        <a:pt x="216" y="71"/>
                      </a:lnTo>
                      <a:close/>
                      <a:moveTo>
                        <a:pt x="216" y="0"/>
                      </a:moveTo>
                      <a:lnTo>
                        <a:pt x="234" y="0"/>
                      </a:lnTo>
                      <a:lnTo>
                        <a:pt x="254" y="1"/>
                      </a:lnTo>
                      <a:lnTo>
                        <a:pt x="276" y="2"/>
                      </a:lnTo>
                      <a:lnTo>
                        <a:pt x="298" y="5"/>
                      </a:lnTo>
                      <a:lnTo>
                        <a:pt x="321" y="9"/>
                      </a:lnTo>
                      <a:lnTo>
                        <a:pt x="343" y="17"/>
                      </a:lnTo>
                      <a:lnTo>
                        <a:pt x="364" y="26"/>
                      </a:lnTo>
                      <a:lnTo>
                        <a:pt x="383" y="37"/>
                      </a:lnTo>
                      <a:lnTo>
                        <a:pt x="400" y="53"/>
                      </a:lnTo>
                      <a:lnTo>
                        <a:pt x="516" y="53"/>
                      </a:lnTo>
                      <a:lnTo>
                        <a:pt x="533" y="37"/>
                      </a:lnTo>
                      <a:lnTo>
                        <a:pt x="553" y="26"/>
                      </a:lnTo>
                      <a:lnTo>
                        <a:pt x="574" y="17"/>
                      </a:lnTo>
                      <a:lnTo>
                        <a:pt x="596" y="9"/>
                      </a:lnTo>
                      <a:lnTo>
                        <a:pt x="618" y="5"/>
                      </a:lnTo>
                      <a:lnTo>
                        <a:pt x="640" y="2"/>
                      </a:lnTo>
                      <a:lnTo>
                        <a:pt x="662" y="1"/>
                      </a:lnTo>
                      <a:lnTo>
                        <a:pt x="682" y="0"/>
                      </a:lnTo>
                      <a:lnTo>
                        <a:pt x="699" y="0"/>
                      </a:lnTo>
                      <a:lnTo>
                        <a:pt x="715" y="0"/>
                      </a:lnTo>
                      <a:lnTo>
                        <a:pt x="732" y="0"/>
                      </a:lnTo>
                      <a:lnTo>
                        <a:pt x="749" y="1"/>
                      </a:lnTo>
                      <a:lnTo>
                        <a:pt x="768" y="3"/>
                      </a:lnTo>
                      <a:lnTo>
                        <a:pt x="787" y="6"/>
                      </a:lnTo>
                      <a:lnTo>
                        <a:pt x="806" y="10"/>
                      </a:lnTo>
                      <a:lnTo>
                        <a:pt x="825" y="16"/>
                      </a:lnTo>
                      <a:lnTo>
                        <a:pt x="843" y="24"/>
                      </a:lnTo>
                      <a:lnTo>
                        <a:pt x="860" y="33"/>
                      </a:lnTo>
                      <a:lnTo>
                        <a:pt x="875" y="45"/>
                      </a:lnTo>
                      <a:lnTo>
                        <a:pt x="889" y="59"/>
                      </a:lnTo>
                      <a:lnTo>
                        <a:pt x="900" y="77"/>
                      </a:lnTo>
                      <a:lnTo>
                        <a:pt x="908" y="98"/>
                      </a:lnTo>
                      <a:lnTo>
                        <a:pt x="914" y="123"/>
                      </a:lnTo>
                      <a:lnTo>
                        <a:pt x="916" y="150"/>
                      </a:lnTo>
                      <a:lnTo>
                        <a:pt x="914" y="178"/>
                      </a:lnTo>
                      <a:lnTo>
                        <a:pt x="908" y="202"/>
                      </a:lnTo>
                      <a:lnTo>
                        <a:pt x="900" y="223"/>
                      </a:lnTo>
                      <a:lnTo>
                        <a:pt x="889" y="241"/>
                      </a:lnTo>
                      <a:lnTo>
                        <a:pt x="875" y="255"/>
                      </a:lnTo>
                      <a:lnTo>
                        <a:pt x="860" y="267"/>
                      </a:lnTo>
                      <a:lnTo>
                        <a:pt x="843" y="277"/>
                      </a:lnTo>
                      <a:lnTo>
                        <a:pt x="825" y="285"/>
                      </a:lnTo>
                      <a:lnTo>
                        <a:pt x="806" y="290"/>
                      </a:lnTo>
                      <a:lnTo>
                        <a:pt x="787" y="294"/>
                      </a:lnTo>
                      <a:lnTo>
                        <a:pt x="768" y="297"/>
                      </a:lnTo>
                      <a:lnTo>
                        <a:pt x="749" y="298"/>
                      </a:lnTo>
                      <a:lnTo>
                        <a:pt x="732" y="299"/>
                      </a:lnTo>
                      <a:lnTo>
                        <a:pt x="715" y="299"/>
                      </a:lnTo>
                      <a:lnTo>
                        <a:pt x="699" y="300"/>
                      </a:lnTo>
                      <a:lnTo>
                        <a:pt x="685" y="299"/>
                      </a:lnTo>
                      <a:lnTo>
                        <a:pt x="668" y="299"/>
                      </a:lnTo>
                      <a:lnTo>
                        <a:pt x="650" y="298"/>
                      </a:lnTo>
                      <a:lnTo>
                        <a:pt x="632" y="297"/>
                      </a:lnTo>
                      <a:lnTo>
                        <a:pt x="613" y="294"/>
                      </a:lnTo>
                      <a:lnTo>
                        <a:pt x="593" y="290"/>
                      </a:lnTo>
                      <a:lnTo>
                        <a:pt x="575" y="285"/>
                      </a:lnTo>
                      <a:lnTo>
                        <a:pt x="557" y="277"/>
                      </a:lnTo>
                      <a:lnTo>
                        <a:pt x="540" y="267"/>
                      </a:lnTo>
                      <a:lnTo>
                        <a:pt x="524" y="255"/>
                      </a:lnTo>
                      <a:lnTo>
                        <a:pt x="511" y="241"/>
                      </a:lnTo>
                      <a:lnTo>
                        <a:pt x="500" y="224"/>
                      </a:lnTo>
                      <a:lnTo>
                        <a:pt x="491" y="202"/>
                      </a:lnTo>
                      <a:lnTo>
                        <a:pt x="486" y="179"/>
                      </a:lnTo>
                      <a:lnTo>
                        <a:pt x="484" y="150"/>
                      </a:lnTo>
                      <a:lnTo>
                        <a:pt x="485" y="137"/>
                      </a:lnTo>
                      <a:lnTo>
                        <a:pt x="486" y="125"/>
                      </a:lnTo>
                      <a:lnTo>
                        <a:pt x="430" y="125"/>
                      </a:lnTo>
                      <a:lnTo>
                        <a:pt x="432" y="137"/>
                      </a:lnTo>
                      <a:lnTo>
                        <a:pt x="432" y="150"/>
                      </a:lnTo>
                      <a:lnTo>
                        <a:pt x="430" y="179"/>
                      </a:lnTo>
                      <a:lnTo>
                        <a:pt x="425" y="202"/>
                      </a:lnTo>
                      <a:lnTo>
                        <a:pt x="416" y="224"/>
                      </a:lnTo>
                      <a:lnTo>
                        <a:pt x="405" y="241"/>
                      </a:lnTo>
                      <a:lnTo>
                        <a:pt x="392" y="255"/>
                      </a:lnTo>
                      <a:lnTo>
                        <a:pt x="377" y="267"/>
                      </a:lnTo>
                      <a:lnTo>
                        <a:pt x="360" y="277"/>
                      </a:lnTo>
                      <a:lnTo>
                        <a:pt x="342" y="284"/>
                      </a:lnTo>
                      <a:lnTo>
                        <a:pt x="323" y="290"/>
                      </a:lnTo>
                      <a:lnTo>
                        <a:pt x="304" y="294"/>
                      </a:lnTo>
                      <a:lnTo>
                        <a:pt x="285" y="296"/>
                      </a:lnTo>
                      <a:lnTo>
                        <a:pt x="266" y="298"/>
                      </a:lnTo>
                      <a:lnTo>
                        <a:pt x="248" y="299"/>
                      </a:lnTo>
                      <a:lnTo>
                        <a:pt x="231" y="299"/>
                      </a:lnTo>
                      <a:lnTo>
                        <a:pt x="216" y="299"/>
                      </a:lnTo>
                      <a:lnTo>
                        <a:pt x="201" y="299"/>
                      </a:lnTo>
                      <a:lnTo>
                        <a:pt x="185" y="299"/>
                      </a:lnTo>
                      <a:lnTo>
                        <a:pt x="167" y="298"/>
                      </a:lnTo>
                      <a:lnTo>
                        <a:pt x="148" y="296"/>
                      </a:lnTo>
                      <a:lnTo>
                        <a:pt x="129" y="294"/>
                      </a:lnTo>
                      <a:lnTo>
                        <a:pt x="110" y="290"/>
                      </a:lnTo>
                      <a:lnTo>
                        <a:pt x="91" y="284"/>
                      </a:lnTo>
                      <a:lnTo>
                        <a:pt x="73" y="277"/>
                      </a:lnTo>
                      <a:lnTo>
                        <a:pt x="57" y="267"/>
                      </a:lnTo>
                      <a:lnTo>
                        <a:pt x="41" y="255"/>
                      </a:lnTo>
                      <a:lnTo>
                        <a:pt x="27" y="240"/>
                      </a:lnTo>
                      <a:lnTo>
                        <a:pt x="16" y="223"/>
                      </a:lnTo>
                      <a:lnTo>
                        <a:pt x="7" y="202"/>
                      </a:lnTo>
                      <a:lnTo>
                        <a:pt x="2" y="178"/>
                      </a:lnTo>
                      <a:lnTo>
                        <a:pt x="0" y="150"/>
                      </a:lnTo>
                      <a:lnTo>
                        <a:pt x="2" y="122"/>
                      </a:lnTo>
                      <a:lnTo>
                        <a:pt x="7" y="98"/>
                      </a:lnTo>
                      <a:lnTo>
                        <a:pt x="16" y="77"/>
                      </a:lnTo>
                      <a:lnTo>
                        <a:pt x="27" y="59"/>
                      </a:lnTo>
                      <a:lnTo>
                        <a:pt x="41" y="45"/>
                      </a:lnTo>
                      <a:lnTo>
                        <a:pt x="57" y="33"/>
                      </a:lnTo>
                      <a:lnTo>
                        <a:pt x="73" y="23"/>
                      </a:lnTo>
                      <a:lnTo>
                        <a:pt x="91" y="16"/>
                      </a:lnTo>
                      <a:lnTo>
                        <a:pt x="110" y="10"/>
                      </a:lnTo>
                      <a:lnTo>
                        <a:pt x="129" y="6"/>
                      </a:lnTo>
                      <a:lnTo>
                        <a:pt x="148" y="3"/>
                      </a:lnTo>
                      <a:lnTo>
                        <a:pt x="167" y="1"/>
                      </a:lnTo>
                      <a:lnTo>
                        <a:pt x="185" y="0"/>
                      </a:lnTo>
                      <a:lnTo>
                        <a:pt x="201" y="0"/>
                      </a:lnTo>
                      <a:lnTo>
                        <a:pt x="216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  <p:sp>
              <p:nvSpPr>
                <p:cNvPr id="124" name="Freeform 24"/>
                <p:cNvSpPr>
                  <a:spLocks noEditPoints="1"/>
                </p:cNvSpPr>
                <p:nvPr/>
              </p:nvSpPr>
              <p:spPr>
                <a:xfrm>
                  <a:off x="2597" y="4335"/>
                  <a:ext cx="217" cy="124"/>
                </a:xfrm>
                <a:custGeom>
                  <a:avLst/>
                  <a:gdLst>
                    <a:gd name="T0" fmla="*/ 1796 w 2393"/>
                    <a:gd name="T1" fmla="*/ 704 h 1360"/>
                    <a:gd name="T2" fmla="*/ 1761 w 2393"/>
                    <a:gd name="T3" fmla="*/ 720 h 1360"/>
                    <a:gd name="T4" fmla="*/ 1590 w 2393"/>
                    <a:gd name="T5" fmla="*/ 904 h 1360"/>
                    <a:gd name="T6" fmla="*/ 1882 w 2393"/>
                    <a:gd name="T7" fmla="*/ 733 h 1360"/>
                    <a:gd name="T8" fmla="*/ 1851 w 2393"/>
                    <a:gd name="T9" fmla="*/ 709 h 1360"/>
                    <a:gd name="T10" fmla="*/ 1814 w 2393"/>
                    <a:gd name="T11" fmla="*/ 702 h 1360"/>
                    <a:gd name="T12" fmla="*/ 1831 w 2393"/>
                    <a:gd name="T13" fmla="*/ 20 h 1360"/>
                    <a:gd name="T14" fmla="*/ 1950 w 2393"/>
                    <a:gd name="T15" fmla="*/ 61 h 1360"/>
                    <a:gd name="T16" fmla="*/ 2057 w 2393"/>
                    <a:gd name="T17" fmla="*/ 121 h 1360"/>
                    <a:gd name="T18" fmla="*/ 2154 w 2393"/>
                    <a:gd name="T19" fmla="*/ 196 h 1360"/>
                    <a:gd name="T20" fmla="*/ 2235 w 2393"/>
                    <a:gd name="T21" fmla="*/ 286 h 1360"/>
                    <a:gd name="T22" fmla="*/ 2301 w 2393"/>
                    <a:gd name="T23" fmla="*/ 388 h 1360"/>
                    <a:gd name="T24" fmla="*/ 2352 w 2393"/>
                    <a:gd name="T25" fmla="*/ 501 h 1360"/>
                    <a:gd name="T26" fmla="*/ 2382 w 2393"/>
                    <a:gd name="T27" fmla="*/ 622 h 1360"/>
                    <a:gd name="T28" fmla="*/ 2393 w 2393"/>
                    <a:gd name="T29" fmla="*/ 748 h 1360"/>
                    <a:gd name="T30" fmla="*/ 2390 w 2393"/>
                    <a:gd name="T31" fmla="*/ 1230 h 1360"/>
                    <a:gd name="T32" fmla="*/ 2370 w 2393"/>
                    <a:gd name="T33" fmla="*/ 1282 h 1360"/>
                    <a:gd name="T34" fmla="*/ 2335 w 2393"/>
                    <a:gd name="T35" fmla="*/ 1324 h 1360"/>
                    <a:gd name="T36" fmla="*/ 2286 w 2393"/>
                    <a:gd name="T37" fmla="*/ 1351 h 1360"/>
                    <a:gd name="T38" fmla="*/ 2230 w 2393"/>
                    <a:gd name="T39" fmla="*/ 1360 h 1360"/>
                    <a:gd name="T40" fmla="*/ 129 w 2393"/>
                    <a:gd name="T41" fmla="*/ 1358 h 1360"/>
                    <a:gd name="T42" fmla="*/ 77 w 2393"/>
                    <a:gd name="T43" fmla="*/ 1339 h 1360"/>
                    <a:gd name="T44" fmla="*/ 36 w 2393"/>
                    <a:gd name="T45" fmla="*/ 1304 h 1360"/>
                    <a:gd name="T46" fmla="*/ 10 w 2393"/>
                    <a:gd name="T47" fmla="*/ 1256 h 1360"/>
                    <a:gd name="T48" fmla="*/ 0 w 2393"/>
                    <a:gd name="T49" fmla="*/ 1200 h 1360"/>
                    <a:gd name="T50" fmla="*/ 3 w 2393"/>
                    <a:gd name="T51" fmla="*/ 684 h 1360"/>
                    <a:gd name="T52" fmla="*/ 23 w 2393"/>
                    <a:gd name="T53" fmla="*/ 561 h 1360"/>
                    <a:gd name="T54" fmla="*/ 63 w 2393"/>
                    <a:gd name="T55" fmla="*/ 443 h 1360"/>
                    <a:gd name="T56" fmla="*/ 122 w 2393"/>
                    <a:gd name="T57" fmla="*/ 336 h 1360"/>
                    <a:gd name="T58" fmla="*/ 195 w 2393"/>
                    <a:gd name="T59" fmla="*/ 240 h 1360"/>
                    <a:gd name="T60" fmla="*/ 283 w 2393"/>
                    <a:gd name="T61" fmla="*/ 157 h 1360"/>
                    <a:gd name="T62" fmla="*/ 385 w 2393"/>
                    <a:gd name="T63" fmla="*/ 89 h 1360"/>
                    <a:gd name="T64" fmla="*/ 498 w 2393"/>
                    <a:gd name="T65" fmla="*/ 38 h 1360"/>
                    <a:gd name="T66" fmla="*/ 640 w 2393"/>
                    <a:gd name="T67" fmla="*/ 0 h 1360"/>
                    <a:gd name="T68" fmla="*/ 1748 w 2393"/>
                    <a:gd name="T69" fmla="*/ 0 h 1360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2393" h="1360">
                      <a:moveTo>
                        <a:pt x="1814" y="702"/>
                      </a:moveTo>
                      <a:lnTo>
                        <a:pt x="1796" y="704"/>
                      </a:lnTo>
                      <a:lnTo>
                        <a:pt x="1778" y="709"/>
                      </a:lnTo>
                      <a:lnTo>
                        <a:pt x="1761" y="720"/>
                      </a:lnTo>
                      <a:lnTo>
                        <a:pt x="1746" y="733"/>
                      </a:lnTo>
                      <a:lnTo>
                        <a:pt x="1590" y="904"/>
                      </a:lnTo>
                      <a:lnTo>
                        <a:pt x="2038" y="904"/>
                      </a:lnTo>
                      <a:lnTo>
                        <a:pt x="1882" y="733"/>
                      </a:lnTo>
                      <a:lnTo>
                        <a:pt x="1867" y="719"/>
                      </a:lnTo>
                      <a:lnTo>
                        <a:pt x="1851" y="709"/>
                      </a:lnTo>
                      <a:lnTo>
                        <a:pt x="1833" y="703"/>
                      </a:lnTo>
                      <a:lnTo>
                        <a:pt x="1814" y="702"/>
                      </a:lnTo>
                      <a:close/>
                      <a:moveTo>
                        <a:pt x="1748" y="0"/>
                      </a:moveTo>
                      <a:lnTo>
                        <a:pt x="1831" y="20"/>
                      </a:lnTo>
                      <a:lnTo>
                        <a:pt x="1892" y="38"/>
                      </a:lnTo>
                      <a:lnTo>
                        <a:pt x="1950" y="61"/>
                      </a:lnTo>
                      <a:lnTo>
                        <a:pt x="2005" y="88"/>
                      </a:lnTo>
                      <a:lnTo>
                        <a:pt x="2057" y="121"/>
                      </a:lnTo>
                      <a:lnTo>
                        <a:pt x="2107" y="157"/>
                      </a:lnTo>
                      <a:lnTo>
                        <a:pt x="2154" y="196"/>
                      </a:lnTo>
                      <a:lnTo>
                        <a:pt x="2196" y="239"/>
                      </a:lnTo>
                      <a:lnTo>
                        <a:pt x="2235" y="286"/>
                      </a:lnTo>
                      <a:lnTo>
                        <a:pt x="2270" y="336"/>
                      </a:lnTo>
                      <a:lnTo>
                        <a:pt x="2301" y="388"/>
                      </a:lnTo>
                      <a:lnTo>
                        <a:pt x="2328" y="443"/>
                      </a:lnTo>
                      <a:lnTo>
                        <a:pt x="2352" y="501"/>
                      </a:lnTo>
                      <a:lnTo>
                        <a:pt x="2369" y="561"/>
                      </a:lnTo>
                      <a:lnTo>
                        <a:pt x="2382" y="622"/>
                      </a:lnTo>
                      <a:lnTo>
                        <a:pt x="2390" y="684"/>
                      </a:lnTo>
                      <a:lnTo>
                        <a:pt x="2393" y="748"/>
                      </a:lnTo>
                      <a:lnTo>
                        <a:pt x="2393" y="1200"/>
                      </a:lnTo>
                      <a:lnTo>
                        <a:pt x="2390" y="1230"/>
                      </a:lnTo>
                      <a:lnTo>
                        <a:pt x="2383" y="1256"/>
                      </a:lnTo>
                      <a:lnTo>
                        <a:pt x="2370" y="1282"/>
                      </a:lnTo>
                      <a:lnTo>
                        <a:pt x="2354" y="1304"/>
                      </a:lnTo>
                      <a:lnTo>
                        <a:pt x="2335" y="1324"/>
                      </a:lnTo>
                      <a:lnTo>
                        <a:pt x="2311" y="1339"/>
                      </a:lnTo>
                      <a:lnTo>
                        <a:pt x="2286" y="1351"/>
                      </a:lnTo>
                      <a:lnTo>
                        <a:pt x="2259" y="1358"/>
                      </a:lnTo>
                      <a:lnTo>
                        <a:pt x="2230" y="1360"/>
                      </a:lnTo>
                      <a:lnTo>
                        <a:pt x="157" y="1360"/>
                      </a:lnTo>
                      <a:lnTo>
                        <a:pt x="129" y="1358"/>
                      </a:lnTo>
                      <a:lnTo>
                        <a:pt x="101" y="1351"/>
                      </a:lnTo>
                      <a:lnTo>
                        <a:pt x="77" y="1339"/>
                      </a:lnTo>
                      <a:lnTo>
                        <a:pt x="55" y="1324"/>
                      </a:lnTo>
                      <a:lnTo>
                        <a:pt x="36" y="1304"/>
                      </a:lnTo>
                      <a:lnTo>
                        <a:pt x="21" y="1282"/>
                      </a:lnTo>
                      <a:lnTo>
                        <a:pt x="10" y="1256"/>
                      </a:lnTo>
                      <a:lnTo>
                        <a:pt x="3" y="1230"/>
                      </a:lnTo>
                      <a:lnTo>
                        <a:pt x="0" y="1200"/>
                      </a:lnTo>
                      <a:lnTo>
                        <a:pt x="0" y="748"/>
                      </a:lnTo>
                      <a:lnTo>
                        <a:pt x="3" y="684"/>
                      </a:lnTo>
                      <a:lnTo>
                        <a:pt x="11" y="622"/>
                      </a:lnTo>
                      <a:lnTo>
                        <a:pt x="23" y="561"/>
                      </a:lnTo>
                      <a:lnTo>
                        <a:pt x="41" y="501"/>
                      </a:lnTo>
                      <a:lnTo>
                        <a:pt x="63" y="443"/>
                      </a:lnTo>
                      <a:lnTo>
                        <a:pt x="90" y="389"/>
                      </a:lnTo>
                      <a:lnTo>
                        <a:pt x="122" y="336"/>
                      </a:lnTo>
                      <a:lnTo>
                        <a:pt x="156" y="286"/>
                      </a:lnTo>
                      <a:lnTo>
                        <a:pt x="195" y="240"/>
                      </a:lnTo>
                      <a:lnTo>
                        <a:pt x="237" y="196"/>
                      </a:lnTo>
                      <a:lnTo>
                        <a:pt x="283" y="157"/>
                      </a:lnTo>
                      <a:lnTo>
                        <a:pt x="332" y="121"/>
                      </a:lnTo>
                      <a:lnTo>
                        <a:pt x="385" y="89"/>
                      </a:lnTo>
                      <a:lnTo>
                        <a:pt x="440" y="62"/>
                      </a:lnTo>
                      <a:lnTo>
                        <a:pt x="498" y="38"/>
                      </a:lnTo>
                      <a:lnTo>
                        <a:pt x="559" y="20"/>
                      </a:lnTo>
                      <a:lnTo>
                        <a:pt x="640" y="0"/>
                      </a:lnTo>
                      <a:lnTo>
                        <a:pt x="1193" y="1280"/>
                      </a:lnTo>
                      <a:lnTo>
                        <a:pt x="1748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  <p:sp>
              <p:nvSpPr>
                <p:cNvPr id="125" name="Freeform 25"/>
                <p:cNvSpPr/>
                <p:nvPr/>
              </p:nvSpPr>
              <p:spPr>
                <a:xfrm>
                  <a:off x="2689" y="4347"/>
                  <a:ext cx="34" cy="83"/>
                </a:xfrm>
                <a:custGeom>
                  <a:avLst/>
                  <a:gdLst>
                    <a:gd name="T0" fmla="*/ 135 w 373"/>
                    <a:gd name="T1" fmla="*/ 0 h 915"/>
                    <a:gd name="T2" fmla="*/ 237 w 373"/>
                    <a:gd name="T3" fmla="*/ 0 h 915"/>
                    <a:gd name="T4" fmla="*/ 258 w 373"/>
                    <a:gd name="T5" fmla="*/ 2 h 915"/>
                    <a:gd name="T6" fmla="*/ 278 w 373"/>
                    <a:gd name="T7" fmla="*/ 9 h 915"/>
                    <a:gd name="T8" fmla="*/ 295 w 373"/>
                    <a:gd name="T9" fmla="*/ 21 h 915"/>
                    <a:gd name="T10" fmla="*/ 310 w 373"/>
                    <a:gd name="T11" fmla="*/ 36 h 915"/>
                    <a:gd name="T12" fmla="*/ 321 w 373"/>
                    <a:gd name="T13" fmla="*/ 53 h 915"/>
                    <a:gd name="T14" fmla="*/ 328 w 373"/>
                    <a:gd name="T15" fmla="*/ 74 h 915"/>
                    <a:gd name="T16" fmla="*/ 366 w 373"/>
                    <a:gd name="T17" fmla="*/ 234 h 915"/>
                    <a:gd name="T18" fmla="*/ 368 w 373"/>
                    <a:gd name="T19" fmla="*/ 257 h 915"/>
                    <a:gd name="T20" fmla="*/ 365 w 373"/>
                    <a:gd name="T21" fmla="*/ 281 h 915"/>
                    <a:gd name="T22" fmla="*/ 357 w 373"/>
                    <a:gd name="T23" fmla="*/ 301 h 915"/>
                    <a:gd name="T24" fmla="*/ 345 w 373"/>
                    <a:gd name="T25" fmla="*/ 319 h 915"/>
                    <a:gd name="T26" fmla="*/ 329 w 373"/>
                    <a:gd name="T27" fmla="*/ 334 h 915"/>
                    <a:gd name="T28" fmla="*/ 309 w 373"/>
                    <a:gd name="T29" fmla="*/ 345 h 915"/>
                    <a:gd name="T30" fmla="*/ 287 w 373"/>
                    <a:gd name="T31" fmla="*/ 351 h 915"/>
                    <a:gd name="T32" fmla="*/ 373 w 373"/>
                    <a:gd name="T33" fmla="*/ 438 h 915"/>
                    <a:gd name="T34" fmla="*/ 187 w 373"/>
                    <a:gd name="T35" fmla="*/ 915 h 915"/>
                    <a:gd name="T36" fmla="*/ 0 w 373"/>
                    <a:gd name="T37" fmla="*/ 438 h 915"/>
                    <a:gd name="T38" fmla="*/ 85 w 373"/>
                    <a:gd name="T39" fmla="*/ 351 h 915"/>
                    <a:gd name="T40" fmla="*/ 63 w 373"/>
                    <a:gd name="T41" fmla="*/ 345 h 915"/>
                    <a:gd name="T42" fmla="*/ 44 w 373"/>
                    <a:gd name="T43" fmla="*/ 334 h 915"/>
                    <a:gd name="T44" fmla="*/ 27 w 373"/>
                    <a:gd name="T45" fmla="*/ 319 h 915"/>
                    <a:gd name="T46" fmla="*/ 15 w 373"/>
                    <a:gd name="T47" fmla="*/ 301 h 915"/>
                    <a:gd name="T48" fmla="*/ 7 w 373"/>
                    <a:gd name="T49" fmla="*/ 281 h 915"/>
                    <a:gd name="T50" fmla="*/ 4 w 373"/>
                    <a:gd name="T51" fmla="*/ 257 h 915"/>
                    <a:gd name="T52" fmla="*/ 6 w 373"/>
                    <a:gd name="T53" fmla="*/ 234 h 915"/>
                    <a:gd name="T54" fmla="*/ 44 w 373"/>
                    <a:gd name="T55" fmla="*/ 74 h 915"/>
                    <a:gd name="T56" fmla="*/ 52 w 373"/>
                    <a:gd name="T57" fmla="*/ 53 h 915"/>
                    <a:gd name="T58" fmla="*/ 63 w 373"/>
                    <a:gd name="T59" fmla="*/ 36 h 915"/>
                    <a:gd name="T60" fmla="*/ 77 w 373"/>
                    <a:gd name="T61" fmla="*/ 21 h 915"/>
                    <a:gd name="T62" fmla="*/ 95 w 373"/>
                    <a:gd name="T63" fmla="*/ 9 h 915"/>
                    <a:gd name="T64" fmla="*/ 114 w 373"/>
                    <a:gd name="T65" fmla="*/ 2 h 915"/>
                    <a:gd name="T66" fmla="*/ 135 w 373"/>
                    <a:gd name="T67" fmla="*/ 0 h 915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373" h="915">
                      <a:moveTo>
                        <a:pt x="135" y="0"/>
                      </a:moveTo>
                      <a:lnTo>
                        <a:pt x="237" y="0"/>
                      </a:lnTo>
                      <a:lnTo>
                        <a:pt x="258" y="2"/>
                      </a:lnTo>
                      <a:lnTo>
                        <a:pt x="278" y="9"/>
                      </a:lnTo>
                      <a:lnTo>
                        <a:pt x="295" y="21"/>
                      </a:lnTo>
                      <a:lnTo>
                        <a:pt x="310" y="36"/>
                      </a:lnTo>
                      <a:lnTo>
                        <a:pt x="321" y="53"/>
                      </a:lnTo>
                      <a:lnTo>
                        <a:pt x="328" y="74"/>
                      </a:lnTo>
                      <a:lnTo>
                        <a:pt x="366" y="234"/>
                      </a:lnTo>
                      <a:lnTo>
                        <a:pt x="368" y="257"/>
                      </a:lnTo>
                      <a:lnTo>
                        <a:pt x="365" y="281"/>
                      </a:lnTo>
                      <a:lnTo>
                        <a:pt x="357" y="301"/>
                      </a:lnTo>
                      <a:lnTo>
                        <a:pt x="345" y="319"/>
                      </a:lnTo>
                      <a:lnTo>
                        <a:pt x="329" y="334"/>
                      </a:lnTo>
                      <a:lnTo>
                        <a:pt x="309" y="345"/>
                      </a:lnTo>
                      <a:lnTo>
                        <a:pt x="287" y="351"/>
                      </a:lnTo>
                      <a:lnTo>
                        <a:pt x="373" y="438"/>
                      </a:lnTo>
                      <a:lnTo>
                        <a:pt x="187" y="915"/>
                      </a:lnTo>
                      <a:lnTo>
                        <a:pt x="0" y="438"/>
                      </a:lnTo>
                      <a:lnTo>
                        <a:pt x="85" y="351"/>
                      </a:lnTo>
                      <a:lnTo>
                        <a:pt x="63" y="345"/>
                      </a:lnTo>
                      <a:lnTo>
                        <a:pt x="44" y="334"/>
                      </a:lnTo>
                      <a:lnTo>
                        <a:pt x="27" y="319"/>
                      </a:lnTo>
                      <a:lnTo>
                        <a:pt x="15" y="301"/>
                      </a:lnTo>
                      <a:lnTo>
                        <a:pt x="7" y="281"/>
                      </a:lnTo>
                      <a:lnTo>
                        <a:pt x="4" y="257"/>
                      </a:lnTo>
                      <a:lnTo>
                        <a:pt x="6" y="234"/>
                      </a:lnTo>
                      <a:lnTo>
                        <a:pt x="44" y="74"/>
                      </a:lnTo>
                      <a:lnTo>
                        <a:pt x="52" y="53"/>
                      </a:lnTo>
                      <a:lnTo>
                        <a:pt x="63" y="36"/>
                      </a:lnTo>
                      <a:lnTo>
                        <a:pt x="77" y="21"/>
                      </a:lnTo>
                      <a:lnTo>
                        <a:pt x="95" y="9"/>
                      </a:lnTo>
                      <a:lnTo>
                        <a:pt x="114" y="2"/>
                      </a:lnTo>
                      <a:lnTo>
                        <a:pt x="135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</p:grpSp>
        </p:grpSp>
        <p:grpSp>
          <p:nvGrpSpPr>
            <p:cNvPr id="126" name="그룹 28"/>
            <p:cNvGrpSpPr/>
            <p:nvPr/>
          </p:nvGrpSpPr>
          <p:grpSpPr>
            <a:xfrm rot="0">
              <a:off x="467102" y="539420"/>
              <a:ext cx="706334" cy="563575"/>
              <a:chOff x="467102" y="539420"/>
              <a:chExt cx="706334" cy="563575"/>
            </a:xfrm>
          </p:grpSpPr>
          <p:sp>
            <p:nvSpPr>
              <p:cNvPr id="127" name="타원 25"/>
              <p:cNvSpPr/>
              <p:nvPr/>
            </p:nvSpPr>
            <p:spPr>
              <a:xfrm>
                <a:off x="652176" y="539420"/>
                <a:ext cx="350330" cy="35033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12700" cap="flat" cmpd="sng" algn="ctr">
                <a:solidFill>
                  <a:srgbClr val="ff0000">
                    <a:alpha val="100000"/>
                  </a:srgbClr>
                </a:solidFill>
                <a:prstDash val="solid"/>
                <a:miter/>
              </a:ln>
            </p:spPr>
            <p:txBody>
              <a:bodyPr anchor="ctr"/>
              <a:p>
                <a:pPr marL="0" indent="0" algn="ctr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pic>
            <p:nvPicPr>
              <p:cNvPr id="128" name="그림 26"/>
              <p:cNvPicPr>
                <a:picLocks noChangeAspect="1"/>
              </p:cNvPicPr>
              <p:nvPr/>
            </p:nvPicPr>
            <p:blipFill rotWithShape="1">
              <a:blip r:embed="rId2"/>
              <a:stretch>
                <a:fillRect/>
              </a:stretch>
            </p:blipFill>
            <p:spPr>
              <a:xfrm>
                <a:off x="704808" y="591912"/>
                <a:ext cx="254385" cy="254385"/>
              </a:xfrm>
              <a:prstGeom prst="rect">
                <a:avLst/>
              </a:prstGeom>
            </p:spPr>
          </p:pic>
          <p:sp>
            <p:nvSpPr>
              <p:cNvPr id="129" name="직사각형 27"/>
              <p:cNvSpPr/>
              <p:nvPr/>
            </p:nvSpPr>
            <p:spPr>
              <a:xfrm>
                <a:off x="467102" y="915925"/>
                <a:ext cx="706334" cy="1870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0" indent="0" algn="ctr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r>
                  <a:rPr xmlns:mc="http://schemas.openxmlformats.org/markup-compatibility/2006" xmlns:hp="http://schemas.haansoft.com/office/presentation/8.0" kumimoji="0" lang="en-US" altLang="ko-KR" sz="700" b="1" i="0" u="none" strike="noStrike" kern="1200" cap="none" spc="0" normalizeH="0" baseline="0" mc:Ignorable="hp" hp:hslEmbossed="0">
                    <a:solidFill>
                      <a:srgbClr val="ffffff"/>
                    </a:solidFill>
                    <a:latin typeface="맑은 고딕"/>
                    <a:ea typeface="맑은 고딕"/>
                    <a:cs typeface="맑은 고딕"/>
                  </a:rPr>
                  <a:t>PPTBIZCAM</a:t>
                </a:r>
                <a:endParaRPr xmlns:mc="http://schemas.openxmlformats.org/markup-compatibility/2006" xmlns:hp="http://schemas.haansoft.com/office/presentation/8.0" kumimoji="0" lang="ko-KR" altLang="en-US" sz="700" b="1" i="0" u="none" strike="noStrike" kern="1200" cap="none" spc="0" normalizeH="0" baseline="0" mc:Ignorable="hp" hp:hslEmbossed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</p:grpSp>
      </p:grpSp>
      <p:grpSp>
        <p:nvGrpSpPr>
          <p:cNvPr id="43" name="그룹 42"/>
          <p:cNvGrpSpPr/>
          <p:nvPr/>
        </p:nvGrpSpPr>
        <p:grpSpPr>
          <a:xfrm rot="0">
            <a:off x="6698453" y="5059218"/>
            <a:ext cx="4198020" cy="1409668"/>
            <a:chOff x="-216114" y="2013739"/>
            <a:chExt cx="5838137" cy="1960410"/>
          </a:xfrm>
        </p:grpSpPr>
        <p:sp>
          <p:nvSpPr>
            <p:cNvPr id="44" name="사각형: 둥근 모서리 13"/>
            <p:cNvSpPr/>
            <p:nvPr/>
          </p:nvSpPr>
          <p:spPr>
            <a:xfrm>
              <a:off x="-216114" y="2746238"/>
              <a:ext cx="5838137" cy="122791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fe6b2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2">
                <a:lnSpc>
                  <a:spcPct val="150000"/>
                </a:lnSpc>
                <a:defRPr/>
              </a:pPr>
              <a:r>
                <a:rPr lang="en-US" altLang="ko-KR" sz="1200" b="1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drop</a:t>
              </a:r>
              <a:endParaRPr lang="en-US" altLang="ko-KR" sz="1200" b="1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  <a:p>
              <a:pPr lvl="2">
                <a:lnSpc>
                  <a:spcPct val="150000"/>
                </a:lnSpc>
                <a:defRPr/>
              </a:pPr>
              <a:r>
                <a:rPr lang="ko-KR" altLang="en-US" sz="110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출력의 18시 ~ 06시 데이터가 없어서 그 사이에 데이터를 없앤 상관계수</a:t>
              </a:r>
              <a:endParaRPr lang="ko-KR" altLang="en-US" sz="110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</p:txBody>
        </p:sp>
        <p:sp>
          <p:nvSpPr>
            <p:cNvPr id="46" name="타원 45"/>
            <p:cNvSpPr/>
            <p:nvPr/>
          </p:nvSpPr>
          <p:spPr>
            <a:xfrm>
              <a:off x="776011" y="2013739"/>
              <a:ext cx="891409" cy="891409"/>
            </a:xfrm>
            <a:prstGeom prst="ellipse">
              <a:avLst/>
            </a:prstGeom>
            <a:solidFill>
              <a:srgbClr val="fe6b25"/>
            </a:solidFill>
            <a:ln>
              <a:solidFill>
                <a:srgbClr val="fe6b25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b="1">
                  <a:solidFill>
                    <a:prstClr val="white"/>
                  </a:solidFill>
                </a:rPr>
                <a:t>02</a:t>
              </a:r>
              <a:endParaRPr lang="en-US" altLang="ko-KR" b="1">
                <a:solidFill>
                  <a:prstClr val="white"/>
                </a:solidFill>
              </a:endParaRPr>
            </a:p>
          </p:txBody>
        </p:sp>
      </p:grpSp>
      <p:sp>
        <p:nvSpPr>
          <p:cNvPr id="85" name="직사각형 29"/>
          <p:cNvSpPr/>
          <p:nvPr/>
        </p:nvSpPr>
        <p:spPr>
          <a:xfrm>
            <a:off x="1812909" y="369838"/>
            <a:ext cx="5624657" cy="13713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800" b="1" i="0" u="none" strike="noStrike" kern="0" cap="none" spc="0" normalizeH="0" baseline="0" mc:Ignorable="hp" hp:hslEmbossed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0" cap="none" spc="0" normalizeH="0" baseline="0" mc:Ignorable="hp" hp:hslEmbossed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변수선택</a:t>
            </a:r>
            <a:endParaRPr xmlns:mc="http://schemas.openxmlformats.org/markup-compatibility/2006" xmlns:hp="http://schemas.haansoft.com/office/presentation/8.0" kumimoji="0" lang="ko-KR" altLang="en-US" sz="2800" b="1" i="0" u="none" strike="noStrike" kern="0" cap="none" spc="0" normalizeH="0" baseline="0" mc:Ignorable="hp" hp:hslEmbossed="0">
              <a:solidFill>
                <a:srgbClr val="40404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2800" b="1" i="1" u="none" strike="noStrike" kern="0" cap="none" spc="0" normalizeH="0" baseline="0" mc:Ignorable="hp" hp:hslEmbossed="0">
              <a:solidFill>
                <a:srgbClr val="4040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2005012" y="1776412"/>
            <a:ext cx="3096578" cy="574358"/>
          </a:xfrm>
          <a:prstGeom prst="rect">
            <a:avLst/>
          </a:prstGeom>
        </p:spPr>
        <p:txBody>
          <a:bodyPr wrap="non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7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변수설정의 기준</a:t>
            </a:r>
            <a:endParaRPr xmlns:mc="http://schemas.openxmlformats.org/markup-compatibility/2006" xmlns:hp="http://schemas.haansoft.com/office/presentation/8.0" kumimoji="0" lang="ko-KR" altLang="en-US" sz="17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출력변수와의 상관계수 </a:t>
            </a:r>
            <a:r>
              <a:rPr xmlns:mc="http://schemas.openxmlformats.org/markup-compatibility/2006" xmlns:hp="http://schemas.haansoft.com/office/presentation/8.0" kumimoji="0" lang="en-US" altLang="ko-KR" sz="1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0.65</a:t>
            </a:r>
            <a:r>
              <a: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이상</a:t>
            </a: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130" name="표 2"/>
          <p:cNvGraphicFramePr>
            <a:graphicFrameLocks noGrp="1"/>
          </p:cNvGraphicFramePr>
          <p:nvPr/>
        </p:nvGraphicFramePr>
        <p:xfrm>
          <a:off x="292100" y="1359017"/>
          <a:ext cx="1079500" cy="1908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/>
              </a:tblGrid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개요  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변수선택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모델생성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예측결과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활용방안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1" name="표 5"/>
          <p:cNvGraphicFramePr>
            <a:graphicFrameLocks noGrp="1"/>
          </p:cNvGraphicFramePr>
          <p:nvPr/>
        </p:nvGraphicFramePr>
        <p:xfrm>
          <a:off x="311150" y="1773303"/>
          <a:ext cx="1057276" cy="335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276"/>
              </a:tblGrid>
              <a:tr h="335914">
                <a:tc>
                  <a:txBody>
                    <a:bodyPr vert="horz" lIns="0" tIns="0" rIns="0" bIns="0" anchor="t" anchorCtr="0"/>
                    <a:p>
                      <a:pPr latinLnBrk="1">
                        <a:defRPr/>
                      </a:pPr>
                      <a:endParaRPr lang="ko-KR" altLang="en-US" sz="100"/>
                    </a:p>
                  </a:txBody>
                  <a:tcPr marL="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7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3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5562" y="478859"/>
            <a:ext cx="5138480" cy="45282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d8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그룹 30"/>
          <p:cNvGrpSpPr/>
          <p:nvPr/>
        </p:nvGrpSpPr>
        <p:grpSpPr>
          <a:xfrm rot="0">
            <a:off x="292100" y="252412"/>
            <a:ext cx="11506200" cy="6364288"/>
            <a:chOff x="292100" y="252412"/>
            <a:chExt cx="11506200" cy="6364288"/>
          </a:xfrm>
        </p:grpSpPr>
        <p:sp>
          <p:nvSpPr>
            <p:cNvPr id="86" name="모서리가 둥근 직사각형 1"/>
            <p:cNvSpPr/>
            <p:nvPr/>
          </p:nvSpPr>
          <p:spPr>
            <a:xfrm>
              <a:off x="292100" y="252412"/>
              <a:ext cx="11506200" cy="6364288"/>
            </a:xfrm>
            <a:prstGeom prst="roundRect">
              <a:avLst>
                <a:gd name="adj" fmla="val 5692"/>
              </a:avLst>
            </a:prstGeom>
            <a:solidFill>
              <a:srgbClr val="fe6b25">
                <a:alpha val="100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87" name="모서리가 둥근 직사각형 4"/>
            <p:cNvSpPr/>
            <p:nvPr/>
          </p:nvSpPr>
          <p:spPr>
            <a:xfrm>
              <a:off x="1371600" y="303212"/>
              <a:ext cx="10375900" cy="6262688"/>
            </a:xfrm>
            <a:prstGeom prst="roundRect">
              <a:avLst>
                <a:gd name="adj" fmla="val 4867"/>
              </a:avLst>
            </a:prstGeom>
            <a:solidFill>
              <a:srgbClr val="ffffff">
                <a:alpha val="100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grpSp>
          <p:nvGrpSpPr>
            <p:cNvPr id="88" name="그룹 24"/>
            <p:cNvGrpSpPr/>
            <p:nvPr/>
          </p:nvGrpSpPr>
          <p:grpSpPr>
            <a:xfrm rot="0">
              <a:off x="418080" y="1495425"/>
              <a:ext cx="150738" cy="1628710"/>
              <a:chOff x="392680" y="1495425"/>
              <a:chExt cx="150738" cy="1628710"/>
            </a:xfrm>
          </p:grpSpPr>
          <p:sp>
            <p:nvSpPr>
              <p:cNvPr id="89" name="Freeform 9"/>
              <p:cNvSpPr/>
              <p:nvPr/>
            </p:nvSpPr>
            <p:spPr>
              <a:xfrm>
                <a:off x="421490" y="1872946"/>
                <a:ext cx="93118" cy="122886"/>
              </a:xfrm>
              <a:custGeom>
                <a:avLst/>
                <a:gdLst>
                  <a:gd name="T0" fmla="*/ 1093 w 9310"/>
                  <a:gd name="T1" fmla="*/ 12245 h 12286"/>
                  <a:gd name="T2" fmla="*/ 582 w 9310"/>
                  <a:gd name="T3" fmla="*/ 12007 h 12286"/>
                  <a:gd name="T4" fmla="*/ 279 w 9310"/>
                  <a:gd name="T5" fmla="*/ 11710 h 12286"/>
                  <a:gd name="T6" fmla="*/ 42 w 9310"/>
                  <a:gd name="T7" fmla="*/ 11209 h 12286"/>
                  <a:gd name="T8" fmla="*/ 0 w 9310"/>
                  <a:gd name="T9" fmla="*/ 1919 h 12286"/>
                  <a:gd name="T10" fmla="*/ 117 w 9310"/>
                  <a:gd name="T11" fmla="*/ 1260 h 12286"/>
                  <a:gd name="T12" fmla="*/ 498 w 9310"/>
                  <a:gd name="T13" fmla="*/ 629 h 12286"/>
                  <a:gd name="T14" fmla="*/ 1088 w 9310"/>
                  <a:gd name="T15" fmla="*/ 189 h 12286"/>
                  <a:gd name="T16" fmla="*/ 1821 w 9310"/>
                  <a:gd name="T17" fmla="*/ 1 h 12286"/>
                  <a:gd name="T18" fmla="*/ 7682 w 9310"/>
                  <a:gd name="T19" fmla="*/ 22 h 12286"/>
                  <a:gd name="T20" fmla="*/ 8385 w 9310"/>
                  <a:gd name="T21" fmla="*/ 278 h 12286"/>
                  <a:gd name="T22" fmla="*/ 8929 w 9310"/>
                  <a:gd name="T23" fmla="*/ 772 h 12286"/>
                  <a:gd name="T24" fmla="*/ 9250 w 9310"/>
                  <a:gd name="T25" fmla="*/ 1440 h 12286"/>
                  <a:gd name="T26" fmla="*/ 9310 w 9310"/>
                  <a:gd name="T27" fmla="*/ 8471 h 12286"/>
                  <a:gd name="T28" fmla="*/ 9201 w 9310"/>
                  <a:gd name="T29" fmla="*/ 8777 h 12286"/>
                  <a:gd name="T30" fmla="*/ 8880 w 9310"/>
                  <a:gd name="T31" fmla="*/ 8949 h 12286"/>
                  <a:gd name="T32" fmla="*/ 8601 w 9310"/>
                  <a:gd name="T33" fmla="*/ 8894 h 12286"/>
                  <a:gd name="T34" fmla="*/ 8370 w 9310"/>
                  <a:gd name="T35" fmla="*/ 8615 h 12286"/>
                  <a:gd name="T36" fmla="*/ 8349 w 9310"/>
                  <a:gd name="T37" fmla="*/ 1870 h 12286"/>
                  <a:gd name="T38" fmla="*/ 8255 w 9310"/>
                  <a:gd name="T39" fmla="*/ 1503 h 12286"/>
                  <a:gd name="T40" fmla="*/ 8035 w 9310"/>
                  <a:gd name="T41" fmla="*/ 1209 h 12286"/>
                  <a:gd name="T42" fmla="*/ 7720 w 9310"/>
                  <a:gd name="T43" fmla="*/ 1018 h 12286"/>
                  <a:gd name="T44" fmla="*/ 7390 w 9310"/>
                  <a:gd name="T45" fmla="*/ 960 h 12286"/>
                  <a:gd name="T46" fmla="*/ 1680 w 9310"/>
                  <a:gd name="T47" fmla="*/ 989 h 12286"/>
                  <a:gd name="T48" fmla="*/ 1346 w 9310"/>
                  <a:gd name="T49" fmla="*/ 1150 h 12286"/>
                  <a:gd name="T50" fmla="*/ 1098 w 9310"/>
                  <a:gd name="T51" fmla="*/ 1423 h 12286"/>
                  <a:gd name="T52" fmla="*/ 970 w 9310"/>
                  <a:gd name="T53" fmla="*/ 1774 h 12286"/>
                  <a:gd name="T54" fmla="*/ 962 w 9310"/>
                  <a:gd name="T55" fmla="*/ 10904 h 12286"/>
                  <a:gd name="T56" fmla="*/ 1091 w 9310"/>
                  <a:gd name="T57" fmla="*/ 11185 h 12286"/>
                  <a:gd name="T58" fmla="*/ 1405 w 9310"/>
                  <a:gd name="T59" fmla="*/ 11326 h 12286"/>
                  <a:gd name="T60" fmla="*/ 1677 w 9310"/>
                  <a:gd name="T61" fmla="*/ 11273 h 12286"/>
                  <a:gd name="T62" fmla="*/ 4346 w 9310"/>
                  <a:gd name="T63" fmla="*/ 8559 h 12286"/>
                  <a:gd name="T64" fmla="*/ 4655 w 9310"/>
                  <a:gd name="T65" fmla="*/ 8448 h 12286"/>
                  <a:gd name="T66" fmla="*/ 4964 w 9310"/>
                  <a:gd name="T67" fmla="*/ 8559 h 12286"/>
                  <a:gd name="T68" fmla="*/ 7633 w 9310"/>
                  <a:gd name="T69" fmla="*/ 11273 h 12286"/>
                  <a:gd name="T70" fmla="*/ 7902 w 9310"/>
                  <a:gd name="T71" fmla="*/ 11326 h 12286"/>
                  <a:gd name="T72" fmla="*/ 8215 w 9310"/>
                  <a:gd name="T73" fmla="*/ 11182 h 12286"/>
                  <a:gd name="T74" fmla="*/ 8349 w 9310"/>
                  <a:gd name="T75" fmla="*/ 10897 h 12286"/>
                  <a:gd name="T76" fmla="*/ 8408 w 9310"/>
                  <a:gd name="T77" fmla="*/ 10618 h 12286"/>
                  <a:gd name="T78" fmla="*/ 8687 w 9310"/>
                  <a:gd name="T79" fmla="*/ 10387 h 12286"/>
                  <a:gd name="T80" fmla="*/ 8974 w 9310"/>
                  <a:gd name="T81" fmla="*/ 10387 h 12286"/>
                  <a:gd name="T82" fmla="*/ 9253 w 9310"/>
                  <a:gd name="T83" fmla="*/ 10618 h 12286"/>
                  <a:gd name="T84" fmla="*/ 9309 w 9310"/>
                  <a:gd name="T85" fmla="*/ 10920 h 12286"/>
                  <a:gd name="T86" fmla="*/ 9174 w 9310"/>
                  <a:gd name="T87" fmla="*/ 11466 h 12286"/>
                  <a:gd name="T88" fmla="*/ 8890 w 9310"/>
                  <a:gd name="T89" fmla="*/ 11865 h 12286"/>
                  <a:gd name="T90" fmla="*/ 8474 w 9310"/>
                  <a:gd name="T91" fmla="*/ 12151 h 12286"/>
                  <a:gd name="T92" fmla="*/ 7913 w 9310"/>
                  <a:gd name="T93" fmla="*/ 12286 h 12286"/>
                  <a:gd name="T94" fmla="*/ 7489 w 9310"/>
                  <a:gd name="T95" fmla="*/ 12242 h 12286"/>
                  <a:gd name="T96" fmla="*/ 6997 w 9310"/>
                  <a:gd name="T97" fmla="*/ 12001 h 12286"/>
                  <a:gd name="T98" fmla="*/ 2472 w 9310"/>
                  <a:gd name="T99" fmla="*/ 11859 h 12286"/>
                  <a:gd name="T100" fmla="*/ 2080 w 9310"/>
                  <a:gd name="T101" fmla="*/ 12145 h 12286"/>
                  <a:gd name="T102" fmla="*/ 1545 w 9310"/>
                  <a:gd name="T103" fmla="*/ 12285 h 1228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310" h="12286">
                    <a:moveTo>
                      <a:pt x="1447" y="12286"/>
                    </a:moveTo>
                    <a:lnTo>
                      <a:pt x="1375" y="12286"/>
                    </a:lnTo>
                    <a:lnTo>
                      <a:pt x="1232" y="12272"/>
                    </a:lnTo>
                    <a:lnTo>
                      <a:pt x="1093" y="12245"/>
                    </a:lnTo>
                    <a:lnTo>
                      <a:pt x="957" y="12203"/>
                    </a:lnTo>
                    <a:lnTo>
                      <a:pt x="826" y="12150"/>
                    </a:lnTo>
                    <a:lnTo>
                      <a:pt x="700" y="12085"/>
                    </a:lnTo>
                    <a:lnTo>
                      <a:pt x="582" y="12007"/>
                    </a:lnTo>
                    <a:lnTo>
                      <a:pt x="471" y="11918"/>
                    </a:lnTo>
                    <a:lnTo>
                      <a:pt x="419" y="11869"/>
                    </a:lnTo>
                    <a:lnTo>
                      <a:pt x="370" y="11818"/>
                    </a:lnTo>
                    <a:lnTo>
                      <a:pt x="279" y="11710"/>
                    </a:lnTo>
                    <a:lnTo>
                      <a:pt x="202" y="11595"/>
                    </a:lnTo>
                    <a:lnTo>
                      <a:pt x="135" y="11471"/>
                    </a:lnTo>
                    <a:lnTo>
                      <a:pt x="82" y="11343"/>
                    </a:lnTo>
                    <a:lnTo>
                      <a:pt x="42" y="11209"/>
                    </a:lnTo>
                    <a:lnTo>
                      <a:pt x="14" y="11070"/>
                    </a:lnTo>
                    <a:lnTo>
                      <a:pt x="1" y="10927"/>
                    </a:lnTo>
                    <a:lnTo>
                      <a:pt x="0" y="10855"/>
                    </a:lnTo>
                    <a:lnTo>
                      <a:pt x="0" y="1919"/>
                    </a:lnTo>
                    <a:lnTo>
                      <a:pt x="1" y="1821"/>
                    </a:lnTo>
                    <a:lnTo>
                      <a:pt x="22" y="1627"/>
                    </a:lnTo>
                    <a:lnTo>
                      <a:pt x="60" y="1440"/>
                    </a:lnTo>
                    <a:lnTo>
                      <a:pt x="117" y="1260"/>
                    </a:lnTo>
                    <a:lnTo>
                      <a:pt x="189" y="1089"/>
                    </a:lnTo>
                    <a:lnTo>
                      <a:pt x="278" y="924"/>
                    </a:lnTo>
                    <a:lnTo>
                      <a:pt x="382" y="772"/>
                    </a:lnTo>
                    <a:lnTo>
                      <a:pt x="498" y="629"/>
                    </a:lnTo>
                    <a:lnTo>
                      <a:pt x="629" y="498"/>
                    </a:lnTo>
                    <a:lnTo>
                      <a:pt x="772" y="382"/>
                    </a:lnTo>
                    <a:lnTo>
                      <a:pt x="924" y="278"/>
                    </a:lnTo>
                    <a:lnTo>
                      <a:pt x="1088" y="189"/>
                    </a:lnTo>
                    <a:lnTo>
                      <a:pt x="1260" y="117"/>
                    </a:lnTo>
                    <a:lnTo>
                      <a:pt x="1440" y="60"/>
                    </a:lnTo>
                    <a:lnTo>
                      <a:pt x="1627" y="22"/>
                    </a:lnTo>
                    <a:lnTo>
                      <a:pt x="1821" y="1"/>
                    </a:lnTo>
                    <a:lnTo>
                      <a:pt x="1919" y="0"/>
                    </a:lnTo>
                    <a:lnTo>
                      <a:pt x="7390" y="0"/>
                    </a:lnTo>
                    <a:lnTo>
                      <a:pt x="7489" y="1"/>
                    </a:lnTo>
                    <a:lnTo>
                      <a:pt x="7682" y="22"/>
                    </a:lnTo>
                    <a:lnTo>
                      <a:pt x="7869" y="60"/>
                    </a:lnTo>
                    <a:lnTo>
                      <a:pt x="8049" y="117"/>
                    </a:lnTo>
                    <a:lnTo>
                      <a:pt x="8222" y="189"/>
                    </a:lnTo>
                    <a:lnTo>
                      <a:pt x="8385" y="278"/>
                    </a:lnTo>
                    <a:lnTo>
                      <a:pt x="8539" y="382"/>
                    </a:lnTo>
                    <a:lnTo>
                      <a:pt x="8681" y="498"/>
                    </a:lnTo>
                    <a:lnTo>
                      <a:pt x="8811" y="629"/>
                    </a:lnTo>
                    <a:lnTo>
                      <a:pt x="8929" y="772"/>
                    </a:lnTo>
                    <a:lnTo>
                      <a:pt x="9033" y="924"/>
                    </a:lnTo>
                    <a:lnTo>
                      <a:pt x="9120" y="1089"/>
                    </a:lnTo>
                    <a:lnTo>
                      <a:pt x="9194" y="1260"/>
                    </a:lnTo>
                    <a:lnTo>
                      <a:pt x="9250" y="1440"/>
                    </a:lnTo>
                    <a:lnTo>
                      <a:pt x="9289" y="1627"/>
                    </a:lnTo>
                    <a:lnTo>
                      <a:pt x="9308" y="1821"/>
                    </a:lnTo>
                    <a:lnTo>
                      <a:pt x="9310" y="1919"/>
                    </a:lnTo>
                    <a:lnTo>
                      <a:pt x="9310" y="8471"/>
                    </a:lnTo>
                    <a:lnTo>
                      <a:pt x="9308" y="8521"/>
                    </a:lnTo>
                    <a:lnTo>
                      <a:pt x="9289" y="8615"/>
                    </a:lnTo>
                    <a:lnTo>
                      <a:pt x="9253" y="8700"/>
                    </a:lnTo>
                    <a:lnTo>
                      <a:pt x="9201" y="8777"/>
                    </a:lnTo>
                    <a:lnTo>
                      <a:pt x="9136" y="8842"/>
                    </a:lnTo>
                    <a:lnTo>
                      <a:pt x="9058" y="8894"/>
                    </a:lnTo>
                    <a:lnTo>
                      <a:pt x="8974" y="8930"/>
                    </a:lnTo>
                    <a:lnTo>
                      <a:pt x="8880" y="8949"/>
                    </a:lnTo>
                    <a:lnTo>
                      <a:pt x="8830" y="8952"/>
                    </a:lnTo>
                    <a:lnTo>
                      <a:pt x="8781" y="8949"/>
                    </a:lnTo>
                    <a:lnTo>
                      <a:pt x="8687" y="8930"/>
                    </a:lnTo>
                    <a:lnTo>
                      <a:pt x="8601" y="8894"/>
                    </a:lnTo>
                    <a:lnTo>
                      <a:pt x="8524" y="8842"/>
                    </a:lnTo>
                    <a:lnTo>
                      <a:pt x="8460" y="8777"/>
                    </a:lnTo>
                    <a:lnTo>
                      <a:pt x="8408" y="8700"/>
                    </a:lnTo>
                    <a:lnTo>
                      <a:pt x="8370" y="8615"/>
                    </a:lnTo>
                    <a:lnTo>
                      <a:pt x="8352" y="8521"/>
                    </a:lnTo>
                    <a:lnTo>
                      <a:pt x="8350" y="8471"/>
                    </a:lnTo>
                    <a:lnTo>
                      <a:pt x="8350" y="1919"/>
                    </a:lnTo>
                    <a:lnTo>
                      <a:pt x="8349" y="1870"/>
                    </a:lnTo>
                    <a:lnTo>
                      <a:pt x="8340" y="1774"/>
                    </a:lnTo>
                    <a:lnTo>
                      <a:pt x="8320" y="1680"/>
                    </a:lnTo>
                    <a:lnTo>
                      <a:pt x="8293" y="1590"/>
                    </a:lnTo>
                    <a:lnTo>
                      <a:pt x="8255" y="1503"/>
                    </a:lnTo>
                    <a:lnTo>
                      <a:pt x="8211" y="1423"/>
                    </a:lnTo>
                    <a:lnTo>
                      <a:pt x="8160" y="1346"/>
                    </a:lnTo>
                    <a:lnTo>
                      <a:pt x="8101" y="1274"/>
                    </a:lnTo>
                    <a:lnTo>
                      <a:pt x="8035" y="1209"/>
                    </a:lnTo>
                    <a:lnTo>
                      <a:pt x="7964" y="1150"/>
                    </a:lnTo>
                    <a:lnTo>
                      <a:pt x="7888" y="1099"/>
                    </a:lnTo>
                    <a:lnTo>
                      <a:pt x="7806" y="1054"/>
                    </a:lnTo>
                    <a:lnTo>
                      <a:pt x="7720" y="1018"/>
                    </a:lnTo>
                    <a:lnTo>
                      <a:pt x="7630" y="989"/>
                    </a:lnTo>
                    <a:lnTo>
                      <a:pt x="7537" y="970"/>
                    </a:lnTo>
                    <a:lnTo>
                      <a:pt x="7440" y="960"/>
                    </a:lnTo>
                    <a:lnTo>
                      <a:pt x="7390" y="960"/>
                    </a:lnTo>
                    <a:lnTo>
                      <a:pt x="1919" y="960"/>
                    </a:lnTo>
                    <a:lnTo>
                      <a:pt x="1870" y="960"/>
                    </a:lnTo>
                    <a:lnTo>
                      <a:pt x="1774" y="970"/>
                    </a:lnTo>
                    <a:lnTo>
                      <a:pt x="1680" y="989"/>
                    </a:lnTo>
                    <a:lnTo>
                      <a:pt x="1589" y="1018"/>
                    </a:lnTo>
                    <a:lnTo>
                      <a:pt x="1503" y="1054"/>
                    </a:lnTo>
                    <a:lnTo>
                      <a:pt x="1422" y="1099"/>
                    </a:lnTo>
                    <a:lnTo>
                      <a:pt x="1346" y="1150"/>
                    </a:lnTo>
                    <a:lnTo>
                      <a:pt x="1274" y="1209"/>
                    </a:lnTo>
                    <a:lnTo>
                      <a:pt x="1209" y="1274"/>
                    </a:lnTo>
                    <a:lnTo>
                      <a:pt x="1150" y="1346"/>
                    </a:lnTo>
                    <a:lnTo>
                      <a:pt x="1098" y="1423"/>
                    </a:lnTo>
                    <a:lnTo>
                      <a:pt x="1054" y="1503"/>
                    </a:lnTo>
                    <a:lnTo>
                      <a:pt x="1018" y="1590"/>
                    </a:lnTo>
                    <a:lnTo>
                      <a:pt x="989" y="1680"/>
                    </a:lnTo>
                    <a:lnTo>
                      <a:pt x="970" y="1774"/>
                    </a:lnTo>
                    <a:lnTo>
                      <a:pt x="960" y="1870"/>
                    </a:lnTo>
                    <a:lnTo>
                      <a:pt x="960" y="1919"/>
                    </a:lnTo>
                    <a:lnTo>
                      <a:pt x="960" y="10855"/>
                    </a:lnTo>
                    <a:lnTo>
                      <a:pt x="962" y="10904"/>
                    </a:lnTo>
                    <a:lnTo>
                      <a:pt x="978" y="10995"/>
                    </a:lnTo>
                    <a:lnTo>
                      <a:pt x="1011" y="11078"/>
                    </a:lnTo>
                    <a:lnTo>
                      <a:pt x="1061" y="11152"/>
                    </a:lnTo>
                    <a:lnTo>
                      <a:pt x="1091" y="11185"/>
                    </a:lnTo>
                    <a:lnTo>
                      <a:pt x="1129" y="11218"/>
                    </a:lnTo>
                    <a:lnTo>
                      <a:pt x="1212" y="11271"/>
                    </a:lnTo>
                    <a:lnTo>
                      <a:pt x="1306" y="11307"/>
                    </a:lnTo>
                    <a:lnTo>
                      <a:pt x="1405" y="11326"/>
                    </a:lnTo>
                    <a:lnTo>
                      <a:pt x="1456" y="11327"/>
                    </a:lnTo>
                    <a:lnTo>
                      <a:pt x="1504" y="11325"/>
                    </a:lnTo>
                    <a:lnTo>
                      <a:pt x="1595" y="11307"/>
                    </a:lnTo>
                    <a:lnTo>
                      <a:pt x="1677" y="11273"/>
                    </a:lnTo>
                    <a:lnTo>
                      <a:pt x="1751" y="11222"/>
                    </a:lnTo>
                    <a:lnTo>
                      <a:pt x="1784" y="11191"/>
                    </a:lnTo>
                    <a:lnTo>
                      <a:pt x="4310" y="8592"/>
                    </a:lnTo>
                    <a:lnTo>
                      <a:pt x="4346" y="8559"/>
                    </a:lnTo>
                    <a:lnTo>
                      <a:pt x="4426" y="8505"/>
                    </a:lnTo>
                    <a:lnTo>
                      <a:pt x="4513" y="8468"/>
                    </a:lnTo>
                    <a:lnTo>
                      <a:pt x="4607" y="8449"/>
                    </a:lnTo>
                    <a:lnTo>
                      <a:pt x="4655" y="8448"/>
                    </a:lnTo>
                    <a:lnTo>
                      <a:pt x="4703" y="8449"/>
                    </a:lnTo>
                    <a:lnTo>
                      <a:pt x="4797" y="8468"/>
                    </a:lnTo>
                    <a:lnTo>
                      <a:pt x="4885" y="8505"/>
                    </a:lnTo>
                    <a:lnTo>
                      <a:pt x="4964" y="8559"/>
                    </a:lnTo>
                    <a:lnTo>
                      <a:pt x="4999" y="8592"/>
                    </a:lnTo>
                    <a:lnTo>
                      <a:pt x="7527" y="11191"/>
                    </a:lnTo>
                    <a:lnTo>
                      <a:pt x="7560" y="11222"/>
                    </a:lnTo>
                    <a:lnTo>
                      <a:pt x="7633" y="11273"/>
                    </a:lnTo>
                    <a:lnTo>
                      <a:pt x="7714" y="11307"/>
                    </a:lnTo>
                    <a:lnTo>
                      <a:pt x="7803" y="11325"/>
                    </a:lnTo>
                    <a:lnTo>
                      <a:pt x="7852" y="11327"/>
                    </a:lnTo>
                    <a:lnTo>
                      <a:pt x="7902" y="11326"/>
                    </a:lnTo>
                    <a:lnTo>
                      <a:pt x="8002" y="11306"/>
                    </a:lnTo>
                    <a:lnTo>
                      <a:pt x="8095" y="11270"/>
                    </a:lnTo>
                    <a:lnTo>
                      <a:pt x="8179" y="11215"/>
                    </a:lnTo>
                    <a:lnTo>
                      <a:pt x="8215" y="11182"/>
                    </a:lnTo>
                    <a:lnTo>
                      <a:pt x="8248" y="11148"/>
                    </a:lnTo>
                    <a:lnTo>
                      <a:pt x="8298" y="11073"/>
                    </a:lnTo>
                    <a:lnTo>
                      <a:pt x="8331" y="10989"/>
                    </a:lnTo>
                    <a:lnTo>
                      <a:pt x="8349" y="10897"/>
                    </a:lnTo>
                    <a:lnTo>
                      <a:pt x="8350" y="10847"/>
                    </a:lnTo>
                    <a:lnTo>
                      <a:pt x="8352" y="10798"/>
                    </a:lnTo>
                    <a:lnTo>
                      <a:pt x="8370" y="10704"/>
                    </a:lnTo>
                    <a:lnTo>
                      <a:pt x="8408" y="10618"/>
                    </a:lnTo>
                    <a:lnTo>
                      <a:pt x="8460" y="10541"/>
                    </a:lnTo>
                    <a:lnTo>
                      <a:pt x="8524" y="10477"/>
                    </a:lnTo>
                    <a:lnTo>
                      <a:pt x="8601" y="10425"/>
                    </a:lnTo>
                    <a:lnTo>
                      <a:pt x="8687" y="10387"/>
                    </a:lnTo>
                    <a:lnTo>
                      <a:pt x="8781" y="10369"/>
                    </a:lnTo>
                    <a:lnTo>
                      <a:pt x="8830" y="10367"/>
                    </a:lnTo>
                    <a:lnTo>
                      <a:pt x="8880" y="10369"/>
                    </a:lnTo>
                    <a:lnTo>
                      <a:pt x="8974" y="10387"/>
                    </a:lnTo>
                    <a:lnTo>
                      <a:pt x="9058" y="10425"/>
                    </a:lnTo>
                    <a:lnTo>
                      <a:pt x="9136" y="10477"/>
                    </a:lnTo>
                    <a:lnTo>
                      <a:pt x="9201" y="10541"/>
                    </a:lnTo>
                    <a:lnTo>
                      <a:pt x="9253" y="10618"/>
                    </a:lnTo>
                    <a:lnTo>
                      <a:pt x="9289" y="10704"/>
                    </a:lnTo>
                    <a:lnTo>
                      <a:pt x="9308" y="10798"/>
                    </a:lnTo>
                    <a:lnTo>
                      <a:pt x="9310" y="10847"/>
                    </a:lnTo>
                    <a:lnTo>
                      <a:pt x="9309" y="10920"/>
                    </a:lnTo>
                    <a:lnTo>
                      <a:pt x="9295" y="11063"/>
                    </a:lnTo>
                    <a:lnTo>
                      <a:pt x="9267" y="11202"/>
                    </a:lnTo>
                    <a:lnTo>
                      <a:pt x="9227" y="11336"/>
                    </a:lnTo>
                    <a:lnTo>
                      <a:pt x="9174" y="11466"/>
                    </a:lnTo>
                    <a:lnTo>
                      <a:pt x="9107" y="11588"/>
                    </a:lnTo>
                    <a:lnTo>
                      <a:pt x="9030" y="11705"/>
                    </a:lnTo>
                    <a:lnTo>
                      <a:pt x="8939" y="11814"/>
                    </a:lnTo>
                    <a:lnTo>
                      <a:pt x="8890" y="11865"/>
                    </a:lnTo>
                    <a:lnTo>
                      <a:pt x="8837" y="11915"/>
                    </a:lnTo>
                    <a:lnTo>
                      <a:pt x="8724" y="12006"/>
                    </a:lnTo>
                    <a:lnTo>
                      <a:pt x="8602" y="12085"/>
                    </a:lnTo>
                    <a:lnTo>
                      <a:pt x="8474" y="12151"/>
                    </a:lnTo>
                    <a:lnTo>
                      <a:pt x="8340" y="12206"/>
                    </a:lnTo>
                    <a:lnTo>
                      <a:pt x="8200" y="12246"/>
                    </a:lnTo>
                    <a:lnTo>
                      <a:pt x="8058" y="12273"/>
                    </a:lnTo>
                    <a:lnTo>
                      <a:pt x="7913" y="12286"/>
                    </a:lnTo>
                    <a:lnTo>
                      <a:pt x="7841" y="12286"/>
                    </a:lnTo>
                    <a:lnTo>
                      <a:pt x="7767" y="12285"/>
                    </a:lnTo>
                    <a:lnTo>
                      <a:pt x="7626" y="12269"/>
                    </a:lnTo>
                    <a:lnTo>
                      <a:pt x="7489" y="12242"/>
                    </a:lnTo>
                    <a:lnTo>
                      <a:pt x="7358" y="12200"/>
                    </a:lnTo>
                    <a:lnTo>
                      <a:pt x="7232" y="12147"/>
                    </a:lnTo>
                    <a:lnTo>
                      <a:pt x="7111" y="12079"/>
                    </a:lnTo>
                    <a:lnTo>
                      <a:pt x="6997" y="12001"/>
                    </a:lnTo>
                    <a:lnTo>
                      <a:pt x="6889" y="11911"/>
                    </a:lnTo>
                    <a:lnTo>
                      <a:pt x="6839" y="11859"/>
                    </a:lnTo>
                    <a:lnTo>
                      <a:pt x="4655" y="9615"/>
                    </a:lnTo>
                    <a:lnTo>
                      <a:pt x="2472" y="11859"/>
                    </a:lnTo>
                    <a:lnTo>
                      <a:pt x="2422" y="11909"/>
                    </a:lnTo>
                    <a:lnTo>
                      <a:pt x="2315" y="12000"/>
                    </a:lnTo>
                    <a:lnTo>
                      <a:pt x="2201" y="12079"/>
                    </a:lnTo>
                    <a:lnTo>
                      <a:pt x="2080" y="12145"/>
                    </a:lnTo>
                    <a:lnTo>
                      <a:pt x="1955" y="12199"/>
                    </a:lnTo>
                    <a:lnTo>
                      <a:pt x="1823" y="12240"/>
                    </a:lnTo>
                    <a:lnTo>
                      <a:pt x="1686" y="12269"/>
                    </a:lnTo>
                    <a:lnTo>
                      <a:pt x="1545" y="12285"/>
                    </a:lnTo>
                    <a:lnTo>
                      <a:pt x="1473" y="12286"/>
                    </a:lnTo>
                    <a:lnTo>
                      <a:pt x="1460" y="12286"/>
                    </a:lnTo>
                    <a:lnTo>
                      <a:pt x="1447" y="12286"/>
                    </a:lnTo>
                    <a:close/>
                  </a:path>
                </a:pathLst>
              </a:custGeom>
              <a:solidFill>
                <a:srgbClr val="fed8c3">
                  <a:alpha val="10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p>
                <a:pPr marL="0" lvl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grpSp>
            <p:nvGrpSpPr>
              <p:cNvPr id="90" name="Group 12"/>
              <p:cNvGrpSpPr>
                <a:grpSpLocks noChangeAspect="1"/>
              </p:cNvGrpSpPr>
              <p:nvPr/>
            </p:nvGrpSpPr>
            <p:grpSpPr>
              <a:xfrm rot="0">
                <a:off x="392680" y="1495425"/>
                <a:ext cx="150738" cy="119909"/>
                <a:chOff x="6124" y="305"/>
                <a:chExt cx="841" cy="669"/>
              </a:xfrm>
              <a:solidFill>
                <a:srgbClr val="fed8c3">
                  <a:alpha val="100000"/>
                </a:srgbClr>
              </a:solidFill>
            </p:grpSpPr>
            <p:sp>
              <p:nvSpPr>
                <p:cNvPr id="91" name="Freeform 13"/>
                <p:cNvSpPr/>
                <p:nvPr/>
              </p:nvSpPr>
              <p:spPr>
                <a:xfrm>
                  <a:off x="6244" y="440"/>
                  <a:ext cx="601" cy="534"/>
                </a:xfrm>
                <a:custGeom>
                  <a:avLst/>
                  <a:gdLst>
                    <a:gd name="T0" fmla="*/ 902 w 1802"/>
                    <a:gd name="T1" fmla="*/ 0 h 1602"/>
                    <a:gd name="T2" fmla="*/ 2 w 1802"/>
                    <a:gd name="T3" fmla="*/ 742 h 1602"/>
                    <a:gd name="T4" fmla="*/ 2 w 1802"/>
                    <a:gd name="T5" fmla="*/ 743 h 1602"/>
                    <a:gd name="T6" fmla="*/ 2 w 1802"/>
                    <a:gd name="T7" fmla="*/ 746 h 1602"/>
                    <a:gd name="T8" fmla="*/ 0 w 1802"/>
                    <a:gd name="T9" fmla="*/ 749 h 1602"/>
                    <a:gd name="T10" fmla="*/ 0 w 1802"/>
                    <a:gd name="T11" fmla="*/ 751 h 1602"/>
                    <a:gd name="T12" fmla="*/ 0 w 1802"/>
                    <a:gd name="T13" fmla="*/ 1501 h 1602"/>
                    <a:gd name="T14" fmla="*/ 2 w 1802"/>
                    <a:gd name="T15" fmla="*/ 1521 h 1602"/>
                    <a:gd name="T16" fmla="*/ 16 w 1802"/>
                    <a:gd name="T17" fmla="*/ 1557 h 1602"/>
                    <a:gd name="T18" fmla="*/ 30 w 1802"/>
                    <a:gd name="T19" fmla="*/ 1572 h 1602"/>
                    <a:gd name="T20" fmla="*/ 45 w 1802"/>
                    <a:gd name="T21" fmla="*/ 1586 h 1602"/>
                    <a:gd name="T22" fmla="*/ 81 w 1802"/>
                    <a:gd name="T23" fmla="*/ 1601 h 1602"/>
                    <a:gd name="T24" fmla="*/ 100 w 1802"/>
                    <a:gd name="T25" fmla="*/ 1602 h 1602"/>
                    <a:gd name="T26" fmla="*/ 702 w 1802"/>
                    <a:gd name="T27" fmla="*/ 1602 h 1602"/>
                    <a:gd name="T28" fmla="*/ 702 w 1802"/>
                    <a:gd name="T29" fmla="*/ 1001 h 1602"/>
                    <a:gd name="T30" fmla="*/ 1102 w 1802"/>
                    <a:gd name="T31" fmla="*/ 1001 h 1602"/>
                    <a:gd name="T32" fmla="*/ 1102 w 1802"/>
                    <a:gd name="T33" fmla="*/ 1602 h 1602"/>
                    <a:gd name="T34" fmla="*/ 1703 w 1802"/>
                    <a:gd name="T35" fmla="*/ 1602 h 1602"/>
                    <a:gd name="T36" fmla="*/ 1723 w 1802"/>
                    <a:gd name="T37" fmla="*/ 1601 h 1602"/>
                    <a:gd name="T38" fmla="*/ 1758 w 1802"/>
                    <a:gd name="T39" fmla="*/ 1586 h 1602"/>
                    <a:gd name="T40" fmla="*/ 1773 w 1802"/>
                    <a:gd name="T41" fmla="*/ 1572 h 1602"/>
                    <a:gd name="T42" fmla="*/ 1786 w 1802"/>
                    <a:gd name="T43" fmla="*/ 1557 h 1602"/>
                    <a:gd name="T44" fmla="*/ 1802 w 1802"/>
                    <a:gd name="T45" fmla="*/ 1521 h 1602"/>
                    <a:gd name="T46" fmla="*/ 1802 w 1802"/>
                    <a:gd name="T47" fmla="*/ 1501 h 1602"/>
                    <a:gd name="T48" fmla="*/ 1802 w 1802"/>
                    <a:gd name="T49" fmla="*/ 751 h 1602"/>
                    <a:gd name="T50" fmla="*/ 1802 w 1802"/>
                    <a:gd name="T51" fmla="*/ 745 h 1602"/>
                    <a:gd name="T52" fmla="*/ 1801 w 1802"/>
                    <a:gd name="T53" fmla="*/ 742 h 1602"/>
                    <a:gd name="T54" fmla="*/ 902 w 1802"/>
                    <a:gd name="T55" fmla="*/ 0 h 1602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802" h="1602">
                      <a:moveTo>
                        <a:pt x="902" y="0"/>
                      </a:moveTo>
                      <a:lnTo>
                        <a:pt x="2" y="742"/>
                      </a:lnTo>
                      <a:lnTo>
                        <a:pt x="2" y="743"/>
                      </a:lnTo>
                      <a:lnTo>
                        <a:pt x="2" y="746"/>
                      </a:lnTo>
                      <a:lnTo>
                        <a:pt x="0" y="749"/>
                      </a:lnTo>
                      <a:lnTo>
                        <a:pt x="0" y="751"/>
                      </a:lnTo>
                      <a:lnTo>
                        <a:pt x="0" y="1501"/>
                      </a:lnTo>
                      <a:lnTo>
                        <a:pt x="2" y="1521"/>
                      </a:lnTo>
                      <a:lnTo>
                        <a:pt x="16" y="1557"/>
                      </a:lnTo>
                      <a:lnTo>
                        <a:pt x="30" y="1572"/>
                      </a:lnTo>
                      <a:lnTo>
                        <a:pt x="45" y="1586"/>
                      </a:lnTo>
                      <a:lnTo>
                        <a:pt x="81" y="1601"/>
                      </a:lnTo>
                      <a:lnTo>
                        <a:pt x="100" y="1602"/>
                      </a:lnTo>
                      <a:lnTo>
                        <a:pt x="702" y="1602"/>
                      </a:lnTo>
                      <a:lnTo>
                        <a:pt x="702" y="1001"/>
                      </a:lnTo>
                      <a:lnTo>
                        <a:pt x="1102" y="1001"/>
                      </a:lnTo>
                      <a:lnTo>
                        <a:pt x="1102" y="1602"/>
                      </a:lnTo>
                      <a:lnTo>
                        <a:pt x="1703" y="1602"/>
                      </a:lnTo>
                      <a:lnTo>
                        <a:pt x="1723" y="1601"/>
                      </a:lnTo>
                      <a:lnTo>
                        <a:pt x="1758" y="1586"/>
                      </a:lnTo>
                      <a:lnTo>
                        <a:pt x="1773" y="1572"/>
                      </a:lnTo>
                      <a:lnTo>
                        <a:pt x="1786" y="1557"/>
                      </a:lnTo>
                      <a:lnTo>
                        <a:pt x="1802" y="1521"/>
                      </a:lnTo>
                      <a:lnTo>
                        <a:pt x="1802" y="1501"/>
                      </a:lnTo>
                      <a:lnTo>
                        <a:pt x="1802" y="751"/>
                      </a:lnTo>
                      <a:lnTo>
                        <a:pt x="1802" y="745"/>
                      </a:lnTo>
                      <a:lnTo>
                        <a:pt x="1801" y="742"/>
                      </a:lnTo>
                      <a:lnTo>
                        <a:pt x="902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  <p:sp>
              <p:nvSpPr>
                <p:cNvPr id="92" name="Freeform 14"/>
                <p:cNvSpPr/>
                <p:nvPr/>
              </p:nvSpPr>
              <p:spPr>
                <a:xfrm>
                  <a:off x="6124" y="305"/>
                  <a:ext cx="841" cy="394"/>
                </a:xfrm>
                <a:custGeom>
                  <a:avLst/>
                  <a:gdLst>
                    <a:gd name="T0" fmla="*/ 2505 w 2522"/>
                    <a:gd name="T1" fmla="*/ 978 h 1181"/>
                    <a:gd name="T2" fmla="*/ 2162 w 2522"/>
                    <a:gd name="T3" fmla="*/ 694 h 1181"/>
                    <a:gd name="T4" fmla="*/ 2162 w 2522"/>
                    <a:gd name="T5" fmla="*/ 54 h 1181"/>
                    <a:gd name="T6" fmla="*/ 2162 w 2522"/>
                    <a:gd name="T7" fmla="*/ 44 h 1181"/>
                    <a:gd name="T8" fmla="*/ 2155 w 2522"/>
                    <a:gd name="T9" fmla="*/ 26 h 1181"/>
                    <a:gd name="T10" fmla="*/ 2149 w 2522"/>
                    <a:gd name="T11" fmla="*/ 18 h 1181"/>
                    <a:gd name="T12" fmla="*/ 2141 w 2522"/>
                    <a:gd name="T13" fmla="*/ 13 h 1181"/>
                    <a:gd name="T14" fmla="*/ 2123 w 2522"/>
                    <a:gd name="T15" fmla="*/ 5 h 1181"/>
                    <a:gd name="T16" fmla="*/ 2113 w 2522"/>
                    <a:gd name="T17" fmla="*/ 5 h 1181"/>
                    <a:gd name="T18" fmla="*/ 1812 w 2522"/>
                    <a:gd name="T19" fmla="*/ 5 h 1181"/>
                    <a:gd name="T20" fmla="*/ 1802 w 2522"/>
                    <a:gd name="T21" fmla="*/ 5 h 1181"/>
                    <a:gd name="T22" fmla="*/ 1783 w 2522"/>
                    <a:gd name="T23" fmla="*/ 13 h 1181"/>
                    <a:gd name="T24" fmla="*/ 1776 w 2522"/>
                    <a:gd name="T25" fmla="*/ 18 h 1181"/>
                    <a:gd name="T26" fmla="*/ 1770 w 2522"/>
                    <a:gd name="T27" fmla="*/ 26 h 1181"/>
                    <a:gd name="T28" fmla="*/ 1763 w 2522"/>
                    <a:gd name="T29" fmla="*/ 44 h 1181"/>
                    <a:gd name="T30" fmla="*/ 1762 w 2522"/>
                    <a:gd name="T31" fmla="*/ 54 h 1181"/>
                    <a:gd name="T32" fmla="*/ 1762 w 2522"/>
                    <a:gd name="T33" fmla="*/ 360 h 1181"/>
                    <a:gd name="T34" fmla="*/ 1380 w 2522"/>
                    <a:gd name="T35" fmla="*/ 41 h 1181"/>
                    <a:gd name="T36" fmla="*/ 1354 w 2522"/>
                    <a:gd name="T37" fmla="*/ 23 h 1181"/>
                    <a:gd name="T38" fmla="*/ 1295 w 2522"/>
                    <a:gd name="T39" fmla="*/ 1 h 1181"/>
                    <a:gd name="T40" fmla="*/ 1262 w 2522"/>
                    <a:gd name="T41" fmla="*/ 0 h 1181"/>
                    <a:gd name="T42" fmla="*/ 1227 w 2522"/>
                    <a:gd name="T43" fmla="*/ 1 h 1181"/>
                    <a:gd name="T44" fmla="*/ 1168 w 2522"/>
                    <a:gd name="T45" fmla="*/ 23 h 1181"/>
                    <a:gd name="T46" fmla="*/ 1142 w 2522"/>
                    <a:gd name="T47" fmla="*/ 41 h 1181"/>
                    <a:gd name="T48" fmla="*/ 17 w 2522"/>
                    <a:gd name="T49" fmla="*/ 978 h 1181"/>
                    <a:gd name="T50" fmla="*/ 10 w 2522"/>
                    <a:gd name="T51" fmla="*/ 985 h 1181"/>
                    <a:gd name="T52" fmla="*/ 1 w 2522"/>
                    <a:gd name="T53" fmla="*/ 1001 h 1181"/>
                    <a:gd name="T54" fmla="*/ 0 w 2522"/>
                    <a:gd name="T55" fmla="*/ 1012 h 1181"/>
                    <a:gd name="T56" fmla="*/ 0 w 2522"/>
                    <a:gd name="T57" fmla="*/ 1023 h 1181"/>
                    <a:gd name="T58" fmla="*/ 6 w 2522"/>
                    <a:gd name="T59" fmla="*/ 1040 h 1181"/>
                    <a:gd name="T60" fmla="*/ 12 w 2522"/>
                    <a:gd name="T61" fmla="*/ 1048 h 1181"/>
                    <a:gd name="T62" fmla="*/ 108 w 2522"/>
                    <a:gd name="T63" fmla="*/ 1164 h 1181"/>
                    <a:gd name="T64" fmla="*/ 122 w 2522"/>
                    <a:gd name="T65" fmla="*/ 1177 h 1181"/>
                    <a:gd name="T66" fmla="*/ 141 w 2522"/>
                    <a:gd name="T67" fmla="*/ 1181 h 1181"/>
                    <a:gd name="T68" fmla="*/ 160 w 2522"/>
                    <a:gd name="T69" fmla="*/ 1181 h 1181"/>
                    <a:gd name="T70" fmla="*/ 179 w 2522"/>
                    <a:gd name="T71" fmla="*/ 1171 h 1181"/>
                    <a:gd name="T72" fmla="*/ 1262 w 2522"/>
                    <a:gd name="T73" fmla="*/ 268 h 1181"/>
                    <a:gd name="T74" fmla="*/ 2344 w 2522"/>
                    <a:gd name="T75" fmla="*/ 1171 h 1181"/>
                    <a:gd name="T76" fmla="*/ 2358 w 2522"/>
                    <a:gd name="T77" fmla="*/ 1180 h 1181"/>
                    <a:gd name="T78" fmla="*/ 2377 w 2522"/>
                    <a:gd name="T79" fmla="*/ 1181 h 1181"/>
                    <a:gd name="T80" fmla="*/ 2383 w 2522"/>
                    <a:gd name="T81" fmla="*/ 1181 h 1181"/>
                    <a:gd name="T82" fmla="*/ 2401 w 2522"/>
                    <a:gd name="T83" fmla="*/ 1177 h 1181"/>
                    <a:gd name="T84" fmla="*/ 2414 w 2522"/>
                    <a:gd name="T85" fmla="*/ 1164 h 1181"/>
                    <a:gd name="T86" fmla="*/ 2512 w 2522"/>
                    <a:gd name="T87" fmla="*/ 1048 h 1181"/>
                    <a:gd name="T88" fmla="*/ 2518 w 2522"/>
                    <a:gd name="T89" fmla="*/ 1040 h 1181"/>
                    <a:gd name="T90" fmla="*/ 2522 w 2522"/>
                    <a:gd name="T91" fmla="*/ 1023 h 1181"/>
                    <a:gd name="T92" fmla="*/ 2522 w 2522"/>
                    <a:gd name="T93" fmla="*/ 1012 h 1181"/>
                    <a:gd name="T94" fmla="*/ 2521 w 2522"/>
                    <a:gd name="T95" fmla="*/ 1001 h 1181"/>
                    <a:gd name="T96" fmla="*/ 2512 w 2522"/>
                    <a:gd name="T97" fmla="*/ 985 h 1181"/>
                    <a:gd name="T98" fmla="*/ 2505 w 2522"/>
                    <a:gd name="T99" fmla="*/ 978 h 1181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2522" h="1181">
                      <a:moveTo>
                        <a:pt x="2505" y="978"/>
                      </a:moveTo>
                      <a:lnTo>
                        <a:pt x="2162" y="694"/>
                      </a:lnTo>
                      <a:lnTo>
                        <a:pt x="2162" y="54"/>
                      </a:lnTo>
                      <a:lnTo>
                        <a:pt x="2162" y="44"/>
                      </a:lnTo>
                      <a:lnTo>
                        <a:pt x="2155" y="26"/>
                      </a:lnTo>
                      <a:lnTo>
                        <a:pt x="2149" y="18"/>
                      </a:lnTo>
                      <a:lnTo>
                        <a:pt x="2141" y="13"/>
                      </a:lnTo>
                      <a:lnTo>
                        <a:pt x="2123" y="5"/>
                      </a:lnTo>
                      <a:lnTo>
                        <a:pt x="2113" y="5"/>
                      </a:lnTo>
                      <a:lnTo>
                        <a:pt x="1812" y="5"/>
                      </a:lnTo>
                      <a:lnTo>
                        <a:pt x="1802" y="5"/>
                      </a:lnTo>
                      <a:lnTo>
                        <a:pt x="1783" y="13"/>
                      </a:lnTo>
                      <a:lnTo>
                        <a:pt x="1776" y="18"/>
                      </a:lnTo>
                      <a:lnTo>
                        <a:pt x="1770" y="26"/>
                      </a:lnTo>
                      <a:lnTo>
                        <a:pt x="1763" y="44"/>
                      </a:lnTo>
                      <a:lnTo>
                        <a:pt x="1762" y="54"/>
                      </a:lnTo>
                      <a:lnTo>
                        <a:pt x="1762" y="360"/>
                      </a:lnTo>
                      <a:lnTo>
                        <a:pt x="1380" y="41"/>
                      </a:lnTo>
                      <a:lnTo>
                        <a:pt x="1354" y="23"/>
                      </a:lnTo>
                      <a:lnTo>
                        <a:pt x="1295" y="1"/>
                      </a:lnTo>
                      <a:lnTo>
                        <a:pt x="1262" y="0"/>
                      </a:lnTo>
                      <a:lnTo>
                        <a:pt x="1227" y="1"/>
                      </a:lnTo>
                      <a:lnTo>
                        <a:pt x="1168" y="23"/>
                      </a:lnTo>
                      <a:lnTo>
                        <a:pt x="1142" y="41"/>
                      </a:lnTo>
                      <a:lnTo>
                        <a:pt x="17" y="978"/>
                      </a:lnTo>
                      <a:lnTo>
                        <a:pt x="10" y="985"/>
                      </a:lnTo>
                      <a:lnTo>
                        <a:pt x="1" y="1001"/>
                      </a:lnTo>
                      <a:lnTo>
                        <a:pt x="0" y="1012"/>
                      </a:lnTo>
                      <a:lnTo>
                        <a:pt x="0" y="1023"/>
                      </a:lnTo>
                      <a:lnTo>
                        <a:pt x="6" y="1040"/>
                      </a:lnTo>
                      <a:lnTo>
                        <a:pt x="12" y="1048"/>
                      </a:lnTo>
                      <a:lnTo>
                        <a:pt x="108" y="1164"/>
                      </a:lnTo>
                      <a:lnTo>
                        <a:pt x="122" y="1177"/>
                      </a:lnTo>
                      <a:lnTo>
                        <a:pt x="141" y="1181"/>
                      </a:lnTo>
                      <a:lnTo>
                        <a:pt x="160" y="1181"/>
                      </a:lnTo>
                      <a:lnTo>
                        <a:pt x="179" y="1171"/>
                      </a:lnTo>
                      <a:lnTo>
                        <a:pt x="1262" y="268"/>
                      </a:lnTo>
                      <a:lnTo>
                        <a:pt x="2344" y="1171"/>
                      </a:lnTo>
                      <a:lnTo>
                        <a:pt x="2358" y="1180"/>
                      </a:lnTo>
                      <a:lnTo>
                        <a:pt x="2377" y="1181"/>
                      </a:lnTo>
                      <a:lnTo>
                        <a:pt x="2383" y="1181"/>
                      </a:lnTo>
                      <a:lnTo>
                        <a:pt x="2401" y="1177"/>
                      </a:lnTo>
                      <a:lnTo>
                        <a:pt x="2414" y="1164"/>
                      </a:lnTo>
                      <a:lnTo>
                        <a:pt x="2512" y="1048"/>
                      </a:lnTo>
                      <a:lnTo>
                        <a:pt x="2518" y="1040"/>
                      </a:lnTo>
                      <a:lnTo>
                        <a:pt x="2522" y="1023"/>
                      </a:lnTo>
                      <a:lnTo>
                        <a:pt x="2522" y="1012"/>
                      </a:lnTo>
                      <a:lnTo>
                        <a:pt x="2521" y="1001"/>
                      </a:lnTo>
                      <a:lnTo>
                        <a:pt x="2512" y="985"/>
                      </a:lnTo>
                      <a:lnTo>
                        <a:pt x="2505" y="978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</p:grpSp>
          <p:sp>
            <p:nvSpPr>
              <p:cNvPr id="94" name="자유형 11"/>
              <p:cNvSpPr/>
              <p:nvPr/>
            </p:nvSpPr>
            <p:spPr>
              <a:xfrm>
                <a:off x="411947" y="3025934"/>
                <a:ext cx="112204" cy="98201"/>
              </a:xfrm>
              <a:custGeom>
                <a:avLst/>
                <a:gdLst>
                  <a:gd name="connsiteX0" fmla="*/ 149021 w 448462"/>
                  <a:gd name="connsiteY0" fmla="*/ 328125 h 392491"/>
                  <a:gd name="connsiteX1" fmla="*/ 210588 w 448462"/>
                  <a:gd name="connsiteY1" fmla="*/ 357224 h 392491"/>
                  <a:gd name="connsiteX2" fmla="*/ 160375 w 448462"/>
                  <a:gd name="connsiteY2" fmla="*/ 391211 h 392491"/>
                  <a:gd name="connsiteX3" fmla="*/ 158502 w 448462"/>
                  <a:gd name="connsiteY3" fmla="*/ 392025 h 392491"/>
                  <a:gd name="connsiteX4" fmla="*/ 156629 w 448462"/>
                  <a:gd name="connsiteY4" fmla="*/ 392491 h 392491"/>
                  <a:gd name="connsiteX5" fmla="*/ 154757 w 448462"/>
                  <a:gd name="connsiteY5" fmla="*/ 392375 h 392491"/>
                  <a:gd name="connsiteX6" fmla="*/ 153001 w 448462"/>
                  <a:gd name="connsiteY6" fmla="*/ 391676 h 392491"/>
                  <a:gd name="connsiteX7" fmla="*/ 151362 w 448462"/>
                  <a:gd name="connsiteY7" fmla="*/ 390396 h 392491"/>
                  <a:gd name="connsiteX8" fmla="*/ 150075 w 448462"/>
                  <a:gd name="connsiteY8" fmla="*/ 388883 h 392491"/>
                  <a:gd name="connsiteX9" fmla="*/ 149255 w 448462"/>
                  <a:gd name="connsiteY9" fmla="*/ 387137 h 392491"/>
                  <a:gd name="connsiteX10" fmla="*/ 149021 w 448462"/>
                  <a:gd name="connsiteY10" fmla="*/ 385158 h 392491"/>
                  <a:gd name="connsiteX11" fmla="*/ 441235 w 448462"/>
                  <a:gd name="connsiteY11" fmla="*/ 0 h 392491"/>
                  <a:gd name="connsiteX12" fmla="*/ 442983 w 448462"/>
                  <a:gd name="connsiteY12" fmla="*/ 233 h 392491"/>
                  <a:gd name="connsiteX13" fmla="*/ 444615 w 448462"/>
                  <a:gd name="connsiteY13" fmla="*/ 816 h 392491"/>
                  <a:gd name="connsiteX14" fmla="*/ 446131 w 448462"/>
                  <a:gd name="connsiteY14" fmla="*/ 1866 h 392491"/>
                  <a:gd name="connsiteX15" fmla="*/ 447530 w 448462"/>
                  <a:gd name="connsiteY15" fmla="*/ 3615 h 392491"/>
                  <a:gd name="connsiteX16" fmla="*/ 448346 w 448462"/>
                  <a:gd name="connsiteY16" fmla="*/ 5714 h 392491"/>
                  <a:gd name="connsiteX17" fmla="*/ 448462 w 448462"/>
                  <a:gd name="connsiteY17" fmla="*/ 7696 h 392491"/>
                  <a:gd name="connsiteX18" fmla="*/ 447879 w 448462"/>
                  <a:gd name="connsiteY18" fmla="*/ 9911 h 392491"/>
                  <a:gd name="connsiteX19" fmla="*/ 307990 w 448462"/>
                  <a:gd name="connsiteY19" fmla="*/ 362641 h 392491"/>
                  <a:gd name="connsiteX20" fmla="*/ 306708 w 448462"/>
                  <a:gd name="connsiteY20" fmla="*/ 364973 h 392491"/>
                  <a:gd name="connsiteX21" fmla="*/ 305076 w 448462"/>
                  <a:gd name="connsiteY21" fmla="*/ 366955 h 392491"/>
                  <a:gd name="connsiteX22" fmla="*/ 303094 w 448462"/>
                  <a:gd name="connsiteY22" fmla="*/ 368588 h 392491"/>
                  <a:gd name="connsiteX23" fmla="*/ 300646 w 448462"/>
                  <a:gd name="connsiteY23" fmla="*/ 369870 h 392491"/>
                  <a:gd name="connsiteX24" fmla="*/ 298314 w 448462"/>
                  <a:gd name="connsiteY24" fmla="*/ 370570 h 392491"/>
                  <a:gd name="connsiteX25" fmla="*/ 295983 w 448462"/>
                  <a:gd name="connsiteY25" fmla="*/ 370803 h 392491"/>
                  <a:gd name="connsiteX26" fmla="*/ 293068 w 448462"/>
                  <a:gd name="connsiteY26" fmla="*/ 370453 h 392491"/>
                  <a:gd name="connsiteX27" fmla="*/ 290387 w 448462"/>
                  <a:gd name="connsiteY27" fmla="*/ 369404 h 392491"/>
                  <a:gd name="connsiteX28" fmla="*/ 148982 w 448462"/>
                  <a:gd name="connsiteY28" fmla="*/ 302123 h 392491"/>
                  <a:gd name="connsiteX29" fmla="*/ 347858 w 448462"/>
                  <a:gd name="connsiteY29" fmla="*/ 102379 h 392491"/>
                  <a:gd name="connsiteX30" fmla="*/ 120771 w 448462"/>
                  <a:gd name="connsiteY30" fmla="*/ 288830 h 392491"/>
                  <a:gd name="connsiteX31" fmla="*/ 7344 w 448462"/>
                  <a:gd name="connsiteY31" fmla="*/ 234842 h 392491"/>
                  <a:gd name="connsiteX32" fmla="*/ 4896 w 448462"/>
                  <a:gd name="connsiteY32" fmla="*/ 233209 h 392491"/>
                  <a:gd name="connsiteX33" fmla="*/ 2798 w 448462"/>
                  <a:gd name="connsiteY33" fmla="*/ 231227 h 392491"/>
                  <a:gd name="connsiteX34" fmla="*/ 1282 w 448462"/>
                  <a:gd name="connsiteY34" fmla="*/ 228895 h 392491"/>
                  <a:gd name="connsiteX35" fmla="*/ 349 w 448462"/>
                  <a:gd name="connsiteY35" fmla="*/ 226213 h 392491"/>
                  <a:gd name="connsiteX36" fmla="*/ 0 w 448462"/>
                  <a:gd name="connsiteY36" fmla="*/ 223298 h 392491"/>
                  <a:gd name="connsiteX37" fmla="*/ 233 w 448462"/>
                  <a:gd name="connsiteY37" fmla="*/ 220499 h 392491"/>
                  <a:gd name="connsiteX38" fmla="*/ 1165 w 448462"/>
                  <a:gd name="connsiteY38" fmla="*/ 217701 h 392491"/>
                  <a:gd name="connsiteX39" fmla="*/ 2681 w 448462"/>
                  <a:gd name="connsiteY39" fmla="*/ 215252 h 392491"/>
                  <a:gd name="connsiteX40" fmla="*/ 4779 w 448462"/>
                  <a:gd name="connsiteY40" fmla="*/ 213270 h 392491"/>
                  <a:gd name="connsiteX41" fmla="*/ 7227 w 448462"/>
                  <a:gd name="connsiteY41" fmla="*/ 211754 h 392491"/>
                  <a:gd name="connsiteX42" fmla="*/ 437971 w 448462"/>
                  <a:gd name="connsiteY42" fmla="*/ 583 h 392491"/>
                  <a:gd name="connsiteX43" fmla="*/ 439603 w 448462"/>
                  <a:gd name="connsiteY43" fmla="*/ 117 h 39249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448462" h="392491">
                    <a:moveTo>
                      <a:pt x="149021" y="328125"/>
                    </a:moveTo>
                    <a:lnTo>
                      <a:pt x="210588" y="357224"/>
                    </a:lnTo>
                    <a:lnTo>
                      <a:pt x="160375" y="391211"/>
                    </a:lnTo>
                    <a:lnTo>
                      <a:pt x="158502" y="392025"/>
                    </a:lnTo>
                    <a:lnTo>
                      <a:pt x="156629" y="392491"/>
                    </a:lnTo>
                    <a:lnTo>
                      <a:pt x="154757" y="392375"/>
                    </a:lnTo>
                    <a:lnTo>
                      <a:pt x="153001" y="391676"/>
                    </a:lnTo>
                    <a:lnTo>
                      <a:pt x="151362" y="390396"/>
                    </a:lnTo>
                    <a:lnTo>
                      <a:pt x="150075" y="388883"/>
                    </a:lnTo>
                    <a:lnTo>
                      <a:pt x="149255" y="387137"/>
                    </a:lnTo>
                    <a:lnTo>
                      <a:pt x="149021" y="385158"/>
                    </a:lnTo>
                    <a:close/>
                    <a:moveTo>
                      <a:pt x="441235" y="0"/>
                    </a:moveTo>
                    <a:lnTo>
                      <a:pt x="442983" y="233"/>
                    </a:lnTo>
                    <a:lnTo>
                      <a:pt x="444615" y="816"/>
                    </a:lnTo>
                    <a:lnTo>
                      <a:pt x="446131" y="1866"/>
                    </a:lnTo>
                    <a:lnTo>
                      <a:pt x="447530" y="3615"/>
                    </a:lnTo>
                    <a:lnTo>
                      <a:pt x="448346" y="5714"/>
                    </a:lnTo>
                    <a:lnTo>
                      <a:pt x="448462" y="7696"/>
                    </a:lnTo>
                    <a:lnTo>
                      <a:pt x="447879" y="9911"/>
                    </a:lnTo>
                    <a:lnTo>
                      <a:pt x="307990" y="362641"/>
                    </a:lnTo>
                    <a:lnTo>
                      <a:pt x="306708" y="364973"/>
                    </a:lnTo>
                    <a:lnTo>
                      <a:pt x="305076" y="366955"/>
                    </a:lnTo>
                    <a:lnTo>
                      <a:pt x="303094" y="368588"/>
                    </a:lnTo>
                    <a:lnTo>
                      <a:pt x="300646" y="369870"/>
                    </a:lnTo>
                    <a:lnTo>
                      <a:pt x="298314" y="370570"/>
                    </a:lnTo>
                    <a:lnTo>
                      <a:pt x="295983" y="370803"/>
                    </a:lnTo>
                    <a:lnTo>
                      <a:pt x="293068" y="370453"/>
                    </a:lnTo>
                    <a:lnTo>
                      <a:pt x="290387" y="369404"/>
                    </a:lnTo>
                    <a:lnTo>
                      <a:pt x="148982" y="302123"/>
                    </a:lnTo>
                    <a:lnTo>
                      <a:pt x="347858" y="102379"/>
                    </a:lnTo>
                    <a:lnTo>
                      <a:pt x="120771" y="288830"/>
                    </a:lnTo>
                    <a:lnTo>
                      <a:pt x="7344" y="234842"/>
                    </a:lnTo>
                    <a:lnTo>
                      <a:pt x="4896" y="233209"/>
                    </a:lnTo>
                    <a:lnTo>
                      <a:pt x="2798" y="231227"/>
                    </a:lnTo>
                    <a:lnTo>
                      <a:pt x="1282" y="228895"/>
                    </a:lnTo>
                    <a:lnTo>
                      <a:pt x="349" y="226213"/>
                    </a:lnTo>
                    <a:lnTo>
                      <a:pt x="0" y="223298"/>
                    </a:lnTo>
                    <a:lnTo>
                      <a:pt x="233" y="220499"/>
                    </a:lnTo>
                    <a:lnTo>
                      <a:pt x="1165" y="217701"/>
                    </a:lnTo>
                    <a:lnTo>
                      <a:pt x="2681" y="215252"/>
                    </a:lnTo>
                    <a:lnTo>
                      <a:pt x="4779" y="213270"/>
                    </a:lnTo>
                    <a:lnTo>
                      <a:pt x="7227" y="211754"/>
                    </a:lnTo>
                    <a:lnTo>
                      <a:pt x="437971" y="583"/>
                    </a:lnTo>
                    <a:lnTo>
                      <a:pt x="439603" y="117"/>
                    </a:lnTo>
                    <a:close/>
                  </a:path>
                </a:pathLst>
              </a:custGeom>
              <a:solidFill>
                <a:srgbClr val="fed8c3">
                  <a:alpha val="100000"/>
                </a:srgb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  <a:noAutofit/>
              </a:bodyPr>
              <a:p>
                <a:pPr marL="0" lvl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sp>
            <p:nvSpPr>
              <p:cNvPr id="95" name="Freeform 6"/>
              <p:cNvSpPr/>
              <p:nvPr/>
            </p:nvSpPr>
            <p:spPr>
              <a:xfrm rot="10800000" flipH="1" flipV="1">
                <a:off x="411361" y="2648749"/>
                <a:ext cx="113377" cy="100520"/>
              </a:xfrm>
              <a:custGeom>
                <a:avLst/>
                <a:gdLst>
                  <a:gd name="T0" fmla="*/ 2689 w 3491"/>
                  <a:gd name="T1" fmla="*/ 15 h 3097"/>
                  <a:gd name="T2" fmla="*/ 2963 w 3491"/>
                  <a:gd name="T3" fmla="*/ 108 h 3097"/>
                  <a:gd name="T4" fmla="*/ 3204 w 3491"/>
                  <a:gd name="T5" fmla="*/ 281 h 3097"/>
                  <a:gd name="T6" fmla="*/ 3382 w 3491"/>
                  <a:gd name="T7" fmla="*/ 518 h 3097"/>
                  <a:gd name="T8" fmla="*/ 3475 w 3491"/>
                  <a:gd name="T9" fmla="*/ 786 h 3097"/>
                  <a:gd name="T10" fmla="*/ 3486 w 3491"/>
                  <a:gd name="T11" fmla="*/ 1066 h 3097"/>
                  <a:gd name="T12" fmla="*/ 3413 w 3491"/>
                  <a:gd name="T13" fmla="*/ 1339 h 3097"/>
                  <a:gd name="T14" fmla="*/ 3256 w 3491"/>
                  <a:gd name="T15" fmla="*/ 1586 h 3097"/>
                  <a:gd name="T16" fmla="*/ 1965 w 3491"/>
                  <a:gd name="T17" fmla="*/ 2838 h 3097"/>
                  <a:gd name="T18" fmla="*/ 1873 w 3491"/>
                  <a:gd name="T19" fmla="*/ 2828 h 3097"/>
                  <a:gd name="T20" fmla="*/ 1821 w 3491"/>
                  <a:gd name="T21" fmla="*/ 2749 h 3097"/>
                  <a:gd name="T22" fmla="*/ 1853 w 3491"/>
                  <a:gd name="T23" fmla="*/ 2662 h 3097"/>
                  <a:gd name="T24" fmla="*/ 3153 w 3491"/>
                  <a:gd name="T25" fmla="*/ 1355 h 3097"/>
                  <a:gd name="T26" fmla="*/ 3242 w 3491"/>
                  <a:gd name="T27" fmla="*/ 1126 h 3097"/>
                  <a:gd name="T28" fmla="*/ 3253 w 3491"/>
                  <a:gd name="T29" fmla="*/ 885 h 3097"/>
                  <a:gd name="T30" fmla="*/ 3183 w 3491"/>
                  <a:gd name="T31" fmla="*/ 653 h 3097"/>
                  <a:gd name="T32" fmla="*/ 3035 w 3491"/>
                  <a:gd name="T33" fmla="*/ 448 h 3097"/>
                  <a:gd name="T34" fmla="*/ 2825 w 3491"/>
                  <a:gd name="T35" fmla="*/ 301 h 3097"/>
                  <a:gd name="T36" fmla="*/ 2586 w 3491"/>
                  <a:gd name="T37" fmla="*/ 234 h 3097"/>
                  <a:gd name="T38" fmla="*/ 2340 w 3491"/>
                  <a:gd name="T39" fmla="*/ 243 h 3097"/>
                  <a:gd name="T40" fmla="*/ 2108 w 3491"/>
                  <a:gd name="T41" fmla="*/ 331 h 3097"/>
                  <a:gd name="T42" fmla="*/ 378 w 3491"/>
                  <a:gd name="T43" fmla="*/ 1972 h 3097"/>
                  <a:gd name="T44" fmla="*/ 258 w 3491"/>
                  <a:gd name="T45" fmla="*/ 2149 h 3097"/>
                  <a:gd name="T46" fmla="*/ 218 w 3491"/>
                  <a:gd name="T47" fmla="*/ 2350 h 3097"/>
                  <a:gd name="T48" fmla="*/ 258 w 3491"/>
                  <a:gd name="T49" fmla="*/ 2551 h 3097"/>
                  <a:gd name="T50" fmla="*/ 378 w 3491"/>
                  <a:gd name="T51" fmla="*/ 2728 h 3097"/>
                  <a:gd name="T52" fmla="*/ 558 w 3491"/>
                  <a:gd name="T53" fmla="*/ 2846 h 3097"/>
                  <a:gd name="T54" fmla="*/ 763 w 3491"/>
                  <a:gd name="T55" fmla="*/ 2885 h 3097"/>
                  <a:gd name="T56" fmla="*/ 968 w 3491"/>
                  <a:gd name="T57" fmla="*/ 2846 h 3097"/>
                  <a:gd name="T58" fmla="*/ 1149 w 3491"/>
                  <a:gd name="T59" fmla="*/ 2728 h 3097"/>
                  <a:gd name="T60" fmla="*/ 2809 w 3491"/>
                  <a:gd name="T61" fmla="*/ 1091 h 3097"/>
                  <a:gd name="T62" fmla="*/ 2837 w 3491"/>
                  <a:gd name="T63" fmla="*/ 942 h 3097"/>
                  <a:gd name="T64" fmla="*/ 2791 w 3491"/>
                  <a:gd name="T65" fmla="*/ 797 h 3097"/>
                  <a:gd name="T66" fmla="*/ 2677 w 3491"/>
                  <a:gd name="T67" fmla="*/ 685 h 3097"/>
                  <a:gd name="T68" fmla="*/ 2528 w 3491"/>
                  <a:gd name="T69" fmla="*/ 641 h 3097"/>
                  <a:gd name="T70" fmla="*/ 2377 w 3491"/>
                  <a:gd name="T71" fmla="*/ 668 h 3097"/>
                  <a:gd name="T72" fmla="*/ 1082 w 3491"/>
                  <a:gd name="T73" fmla="*/ 1906 h 3097"/>
                  <a:gd name="T74" fmla="*/ 992 w 3491"/>
                  <a:gd name="T75" fmla="*/ 1937 h 3097"/>
                  <a:gd name="T76" fmla="*/ 911 w 3491"/>
                  <a:gd name="T77" fmla="*/ 1887 h 3097"/>
                  <a:gd name="T78" fmla="*/ 900 w 3491"/>
                  <a:gd name="T79" fmla="*/ 1796 h 3097"/>
                  <a:gd name="T80" fmla="*/ 2165 w 3491"/>
                  <a:gd name="T81" fmla="*/ 546 h 3097"/>
                  <a:gd name="T82" fmla="*/ 2354 w 3491"/>
                  <a:gd name="T83" fmla="*/ 449 h 3097"/>
                  <a:gd name="T84" fmla="*/ 2562 w 3491"/>
                  <a:gd name="T85" fmla="*/ 429 h 3097"/>
                  <a:gd name="T86" fmla="*/ 2763 w 3491"/>
                  <a:gd name="T87" fmla="*/ 488 h 3097"/>
                  <a:gd name="T88" fmla="*/ 2932 w 3491"/>
                  <a:gd name="T89" fmla="*/ 623 h 3097"/>
                  <a:gd name="T90" fmla="*/ 3032 w 3491"/>
                  <a:gd name="T91" fmla="*/ 809 h 3097"/>
                  <a:gd name="T92" fmla="*/ 3053 w 3491"/>
                  <a:gd name="T93" fmla="*/ 1012 h 3097"/>
                  <a:gd name="T94" fmla="*/ 2993 w 3491"/>
                  <a:gd name="T95" fmla="*/ 1209 h 3097"/>
                  <a:gd name="T96" fmla="*/ 1303 w 3491"/>
                  <a:gd name="T97" fmla="*/ 2879 h 3097"/>
                  <a:gd name="T98" fmla="*/ 1094 w 3491"/>
                  <a:gd name="T99" fmla="*/ 3025 h 3097"/>
                  <a:gd name="T100" fmla="*/ 855 w 3491"/>
                  <a:gd name="T101" fmla="*/ 3092 h 3097"/>
                  <a:gd name="T102" fmla="*/ 609 w 3491"/>
                  <a:gd name="T103" fmla="*/ 3083 h 3097"/>
                  <a:gd name="T104" fmla="*/ 377 w 3491"/>
                  <a:gd name="T105" fmla="*/ 2995 h 3097"/>
                  <a:gd name="T106" fmla="*/ 178 w 3491"/>
                  <a:gd name="T107" fmla="*/ 2832 h 3097"/>
                  <a:gd name="T108" fmla="*/ 51 w 3491"/>
                  <a:gd name="T109" fmla="*/ 2617 h 3097"/>
                  <a:gd name="T110" fmla="*/ 0 w 3491"/>
                  <a:gd name="T111" fmla="*/ 2381 h 3097"/>
                  <a:gd name="T112" fmla="*/ 30 w 3491"/>
                  <a:gd name="T113" fmla="*/ 2141 h 3097"/>
                  <a:gd name="T114" fmla="*/ 139 w 3491"/>
                  <a:gd name="T115" fmla="*/ 1920 h 3097"/>
                  <a:gd name="T116" fmla="*/ 1872 w 3491"/>
                  <a:gd name="T117" fmla="*/ 230 h 3097"/>
                  <a:gd name="T118" fmla="*/ 2123 w 3491"/>
                  <a:gd name="T119" fmla="*/ 76 h 3097"/>
                  <a:gd name="T120" fmla="*/ 2402 w 3491"/>
                  <a:gd name="T121" fmla="*/ 5 h 3097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491" h="3097">
                    <a:moveTo>
                      <a:pt x="2474" y="0"/>
                    </a:moveTo>
                    <a:lnTo>
                      <a:pt x="2546" y="0"/>
                    </a:lnTo>
                    <a:lnTo>
                      <a:pt x="2618" y="5"/>
                    </a:lnTo>
                    <a:lnTo>
                      <a:pt x="2689" y="15"/>
                    </a:lnTo>
                    <a:lnTo>
                      <a:pt x="2758" y="31"/>
                    </a:lnTo>
                    <a:lnTo>
                      <a:pt x="2828" y="51"/>
                    </a:lnTo>
                    <a:lnTo>
                      <a:pt x="2896" y="76"/>
                    </a:lnTo>
                    <a:lnTo>
                      <a:pt x="2963" y="108"/>
                    </a:lnTo>
                    <a:lnTo>
                      <a:pt x="3026" y="143"/>
                    </a:lnTo>
                    <a:lnTo>
                      <a:pt x="3088" y="183"/>
                    </a:lnTo>
                    <a:lnTo>
                      <a:pt x="3147" y="230"/>
                    </a:lnTo>
                    <a:lnTo>
                      <a:pt x="3204" y="281"/>
                    </a:lnTo>
                    <a:lnTo>
                      <a:pt x="3256" y="336"/>
                    </a:lnTo>
                    <a:lnTo>
                      <a:pt x="3303" y="394"/>
                    </a:lnTo>
                    <a:lnTo>
                      <a:pt x="3345" y="455"/>
                    </a:lnTo>
                    <a:lnTo>
                      <a:pt x="3382" y="518"/>
                    </a:lnTo>
                    <a:lnTo>
                      <a:pt x="3413" y="582"/>
                    </a:lnTo>
                    <a:lnTo>
                      <a:pt x="3439" y="650"/>
                    </a:lnTo>
                    <a:lnTo>
                      <a:pt x="3460" y="717"/>
                    </a:lnTo>
                    <a:lnTo>
                      <a:pt x="3475" y="786"/>
                    </a:lnTo>
                    <a:lnTo>
                      <a:pt x="3486" y="856"/>
                    </a:lnTo>
                    <a:lnTo>
                      <a:pt x="3491" y="926"/>
                    </a:lnTo>
                    <a:lnTo>
                      <a:pt x="3491" y="996"/>
                    </a:lnTo>
                    <a:lnTo>
                      <a:pt x="3486" y="1066"/>
                    </a:lnTo>
                    <a:lnTo>
                      <a:pt x="3475" y="1136"/>
                    </a:lnTo>
                    <a:lnTo>
                      <a:pt x="3460" y="1205"/>
                    </a:lnTo>
                    <a:lnTo>
                      <a:pt x="3439" y="1273"/>
                    </a:lnTo>
                    <a:lnTo>
                      <a:pt x="3413" y="1339"/>
                    </a:lnTo>
                    <a:lnTo>
                      <a:pt x="3382" y="1404"/>
                    </a:lnTo>
                    <a:lnTo>
                      <a:pt x="3345" y="1467"/>
                    </a:lnTo>
                    <a:lnTo>
                      <a:pt x="3303" y="1528"/>
                    </a:lnTo>
                    <a:lnTo>
                      <a:pt x="3256" y="1586"/>
                    </a:lnTo>
                    <a:lnTo>
                      <a:pt x="3204" y="1641"/>
                    </a:lnTo>
                    <a:lnTo>
                      <a:pt x="2007" y="2813"/>
                    </a:lnTo>
                    <a:lnTo>
                      <a:pt x="1988" y="2828"/>
                    </a:lnTo>
                    <a:lnTo>
                      <a:pt x="1965" y="2838"/>
                    </a:lnTo>
                    <a:lnTo>
                      <a:pt x="1942" y="2844"/>
                    </a:lnTo>
                    <a:lnTo>
                      <a:pt x="1918" y="2844"/>
                    </a:lnTo>
                    <a:lnTo>
                      <a:pt x="1894" y="2838"/>
                    </a:lnTo>
                    <a:lnTo>
                      <a:pt x="1873" y="2828"/>
                    </a:lnTo>
                    <a:lnTo>
                      <a:pt x="1853" y="2813"/>
                    </a:lnTo>
                    <a:lnTo>
                      <a:pt x="1837" y="2793"/>
                    </a:lnTo>
                    <a:lnTo>
                      <a:pt x="1827" y="2772"/>
                    </a:lnTo>
                    <a:lnTo>
                      <a:pt x="1821" y="2749"/>
                    </a:lnTo>
                    <a:lnTo>
                      <a:pt x="1821" y="2726"/>
                    </a:lnTo>
                    <a:lnTo>
                      <a:pt x="1827" y="2703"/>
                    </a:lnTo>
                    <a:lnTo>
                      <a:pt x="1837" y="2681"/>
                    </a:lnTo>
                    <a:lnTo>
                      <a:pt x="1853" y="2662"/>
                    </a:lnTo>
                    <a:lnTo>
                      <a:pt x="3035" y="1505"/>
                    </a:lnTo>
                    <a:lnTo>
                      <a:pt x="3079" y="1458"/>
                    </a:lnTo>
                    <a:lnTo>
                      <a:pt x="3118" y="1407"/>
                    </a:lnTo>
                    <a:lnTo>
                      <a:pt x="3153" y="1355"/>
                    </a:lnTo>
                    <a:lnTo>
                      <a:pt x="3183" y="1300"/>
                    </a:lnTo>
                    <a:lnTo>
                      <a:pt x="3208" y="1243"/>
                    </a:lnTo>
                    <a:lnTo>
                      <a:pt x="3228" y="1185"/>
                    </a:lnTo>
                    <a:lnTo>
                      <a:pt x="3242" y="1126"/>
                    </a:lnTo>
                    <a:lnTo>
                      <a:pt x="3253" y="1066"/>
                    </a:lnTo>
                    <a:lnTo>
                      <a:pt x="3257" y="1006"/>
                    </a:lnTo>
                    <a:lnTo>
                      <a:pt x="3257" y="946"/>
                    </a:lnTo>
                    <a:lnTo>
                      <a:pt x="3253" y="885"/>
                    </a:lnTo>
                    <a:lnTo>
                      <a:pt x="3242" y="826"/>
                    </a:lnTo>
                    <a:lnTo>
                      <a:pt x="3228" y="766"/>
                    </a:lnTo>
                    <a:lnTo>
                      <a:pt x="3208" y="709"/>
                    </a:lnTo>
                    <a:lnTo>
                      <a:pt x="3183" y="653"/>
                    </a:lnTo>
                    <a:lnTo>
                      <a:pt x="3153" y="598"/>
                    </a:lnTo>
                    <a:lnTo>
                      <a:pt x="3118" y="545"/>
                    </a:lnTo>
                    <a:lnTo>
                      <a:pt x="3079" y="495"/>
                    </a:lnTo>
                    <a:lnTo>
                      <a:pt x="3035" y="448"/>
                    </a:lnTo>
                    <a:lnTo>
                      <a:pt x="2985" y="403"/>
                    </a:lnTo>
                    <a:lnTo>
                      <a:pt x="2935" y="364"/>
                    </a:lnTo>
                    <a:lnTo>
                      <a:pt x="2881" y="331"/>
                    </a:lnTo>
                    <a:lnTo>
                      <a:pt x="2825" y="301"/>
                    </a:lnTo>
                    <a:lnTo>
                      <a:pt x="2767" y="277"/>
                    </a:lnTo>
                    <a:lnTo>
                      <a:pt x="2708" y="258"/>
                    </a:lnTo>
                    <a:lnTo>
                      <a:pt x="2648" y="243"/>
                    </a:lnTo>
                    <a:lnTo>
                      <a:pt x="2586" y="234"/>
                    </a:lnTo>
                    <a:lnTo>
                      <a:pt x="2525" y="229"/>
                    </a:lnTo>
                    <a:lnTo>
                      <a:pt x="2464" y="229"/>
                    </a:lnTo>
                    <a:lnTo>
                      <a:pt x="2402" y="234"/>
                    </a:lnTo>
                    <a:lnTo>
                      <a:pt x="2340" y="243"/>
                    </a:lnTo>
                    <a:lnTo>
                      <a:pt x="2280" y="258"/>
                    </a:lnTo>
                    <a:lnTo>
                      <a:pt x="2221" y="277"/>
                    </a:lnTo>
                    <a:lnTo>
                      <a:pt x="2164" y="301"/>
                    </a:lnTo>
                    <a:lnTo>
                      <a:pt x="2108" y="331"/>
                    </a:lnTo>
                    <a:lnTo>
                      <a:pt x="2055" y="364"/>
                    </a:lnTo>
                    <a:lnTo>
                      <a:pt x="2003" y="403"/>
                    </a:lnTo>
                    <a:lnTo>
                      <a:pt x="1955" y="448"/>
                    </a:lnTo>
                    <a:lnTo>
                      <a:pt x="378" y="1972"/>
                    </a:lnTo>
                    <a:lnTo>
                      <a:pt x="341" y="2013"/>
                    </a:lnTo>
                    <a:lnTo>
                      <a:pt x="307" y="2057"/>
                    </a:lnTo>
                    <a:lnTo>
                      <a:pt x="280" y="2102"/>
                    </a:lnTo>
                    <a:lnTo>
                      <a:pt x="258" y="2149"/>
                    </a:lnTo>
                    <a:lnTo>
                      <a:pt x="241" y="2199"/>
                    </a:lnTo>
                    <a:lnTo>
                      <a:pt x="228" y="2248"/>
                    </a:lnTo>
                    <a:lnTo>
                      <a:pt x="220" y="2299"/>
                    </a:lnTo>
                    <a:lnTo>
                      <a:pt x="218" y="2350"/>
                    </a:lnTo>
                    <a:lnTo>
                      <a:pt x="220" y="2402"/>
                    </a:lnTo>
                    <a:lnTo>
                      <a:pt x="228" y="2452"/>
                    </a:lnTo>
                    <a:lnTo>
                      <a:pt x="241" y="2503"/>
                    </a:lnTo>
                    <a:lnTo>
                      <a:pt x="258" y="2551"/>
                    </a:lnTo>
                    <a:lnTo>
                      <a:pt x="280" y="2599"/>
                    </a:lnTo>
                    <a:lnTo>
                      <a:pt x="307" y="2644"/>
                    </a:lnTo>
                    <a:lnTo>
                      <a:pt x="341" y="2687"/>
                    </a:lnTo>
                    <a:lnTo>
                      <a:pt x="378" y="2728"/>
                    </a:lnTo>
                    <a:lnTo>
                      <a:pt x="419" y="2765"/>
                    </a:lnTo>
                    <a:lnTo>
                      <a:pt x="463" y="2796"/>
                    </a:lnTo>
                    <a:lnTo>
                      <a:pt x="509" y="2824"/>
                    </a:lnTo>
                    <a:lnTo>
                      <a:pt x="558" y="2846"/>
                    </a:lnTo>
                    <a:lnTo>
                      <a:pt x="608" y="2863"/>
                    </a:lnTo>
                    <a:lnTo>
                      <a:pt x="660" y="2874"/>
                    </a:lnTo>
                    <a:lnTo>
                      <a:pt x="711" y="2882"/>
                    </a:lnTo>
                    <a:lnTo>
                      <a:pt x="763" y="2885"/>
                    </a:lnTo>
                    <a:lnTo>
                      <a:pt x="816" y="2882"/>
                    </a:lnTo>
                    <a:lnTo>
                      <a:pt x="867" y="2874"/>
                    </a:lnTo>
                    <a:lnTo>
                      <a:pt x="919" y="2863"/>
                    </a:lnTo>
                    <a:lnTo>
                      <a:pt x="968" y="2846"/>
                    </a:lnTo>
                    <a:lnTo>
                      <a:pt x="1018" y="2824"/>
                    </a:lnTo>
                    <a:lnTo>
                      <a:pt x="1064" y="2796"/>
                    </a:lnTo>
                    <a:lnTo>
                      <a:pt x="1108" y="2765"/>
                    </a:lnTo>
                    <a:lnTo>
                      <a:pt x="1149" y="2728"/>
                    </a:lnTo>
                    <a:lnTo>
                      <a:pt x="2741" y="1187"/>
                    </a:lnTo>
                    <a:lnTo>
                      <a:pt x="2768" y="1158"/>
                    </a:lnTo>
                    <a:lnTo>
                      <a:pt x="2791" y="1125"/>
                    </a:lnTo>
                    <a:lnTo>
                      <a:pt x="2809" y="1091"/>
                    </a:lnTo>
                    <a:lnTo>
                      <a:pt x="2823" y="1055"/>
                    </a:lnTo>
                    <a:lnTo>
                      <a:pt x="2831" y="1018"/>
                    </a:lnTo>
                    <a:lnTo>
                      <a:pt x="2837" y="980"/>
                    </a:lnTo>
                    <a:lnTo>
                      <a:pt x="2837" y="942"/>
                    </a:lnTo>
                    <a:lnTo>
                      <a:pt x="2831" y="904"/>
                    </a:lnTo>
                    <a:lnTo>
                      <a:pt x="2823" y="867"/>
                    </a:lnTo>
                    <a:lnTo>
                      <a:pt x="2809" y="832"/>
                    </a:lnTo>
                    <a:lnTo>
                      <a:pt x="2791" y="797"/>
                    </a:lnTo>
                    <a:lnTo>
                      <a:pt x="2768" y="764"/>
                    </a:lnTo>
                    <a:lnTo>
                      <a:pt x="2741" y="734"/>
                    </a:lnTo>
                    <a:lnTo>
                      <a:pt x="2710" y="707"/>
                    </a:lnTo>
                    <a:lnTo>
                      <a:pt x="2677" y="685"/>
                    </a:lnTo>
                    <a:lnTo>
                      <a:pt x="2642" y="668"/>
                    </a:lnTo>
                    <a:lnTo>
                      <a:pt x="2605" y="654"/>
                    </a:lnTo>
                    <a:lnTo>
                      <a:pt x="2567" y="645"/>
                    </a:lnTo>
                    <a:lnTo>
                      <a:pt x="2528" y="641"/>
                    </a:lnTo>
                    <a:lnTo>
                      <a:pt x="2490" y="641"/>
                    </a:lnTo>
                    <a:lnTo>
                      <a:pt x="2452" y="645"/>
                    </a:lnTo>
                    <a:lnTo>
                      <a:pt x="2415" y="654"/>
                    </a:lnTo>
                    <a:lnTo>
                      <a:pt x="2377" y="668"/>
                    </a:lnTo>
                    <a:lnTo>
                      <a:pt x="2343" y="685"/>
                    </a:lnTo>
                    <a:lnTo>
                      <a:pt x="2309" y="707"/>
                    </a:lnTo>
                    <a:lnTo>
                      <a:pt x="2278" y="734"/>
                    </a:lnTo>
                    <a:lnTo>
                      <a:pt x="1082" y="1906"/>
                    </a:lnTo>
                    <a:lnTo>
                      <a:pt x="1062" y="1922"/>
                    </a:lnTo>
                    <a:lnTo>
                      <a:pt x="1040" y="1931"/>
                    </a:lnTo>
                    <a:lnTo>
                      <a:pt x="1017" y="1937"/>
                    </a:lnTo>
                    <a:lnTo>
                      <a:pt x="992" y="1937"/>
                    </a:lnTo>
                    <a:lnTo>
                      <a:pt x="969" y="1931"/>
                    </a:lnTo>
                    <a:lnTo>
                      <a:pt x="947" y="1922"/>
                    </a:lnTo>
                    <a:lnTo>
                      <a:pt x="927" y="1906"/>
                    </a:lnTo>
                    <a:lnTo>
                      <a:pt x="911" y="1887"/>
                    </a:lnTo>
                    <a:lnTo>
                      <a:pt x="900" y="1865"/>
                    </a:lnTo>
                    <a:lnTo>
                      <a:pt x="896" y="1842"/>
                    </a:lnTo>
                    <a:lnTo>
                      <a:pt x="896" y="1819"/>
                    </a:lnTo>
                    <a:lnTo>
                      <a:pt x="900" y="1796"/>
                    </a:lnTo>
                    <a:lnTo>
                      <a:pt x="911" y="1775"/>
                    </a:lnTo>
                    <a:lnTo>
                      <a:pt x="927" y="1755"/>
                    </a:lnTo>
                    <a:lnTo>
                      <a:pt x="2123" y="583"/>
                    </a:lnTo>
                    <a:lnTo>
                      <a:pt x="2165" y="546"/>
                    </a:lnTo>
                    <a:lnTo>
                      <a:pt x="2209" y="515"/>
                    </a:lnTo>
                    <a:lnTo>
                      <a:pt x="2255" y="488"/>
                    </a:lnTo>
                    <a:lnTo>
                      <a:pt x="2304" y="465"/>
                    </a:lnTo>
                    <a:lnTo>
                      <a:pt x="2354" y="449"/>
                    </a:lnTo>
                    <a:lnTo>
                      <a:pt x="2405" y="436"/>
                    </a:lnTo>
                    <a:lnTo>
                      <a:pt x="2457" y="429"/>
                    </a:lnTo>
                    <a:lnTo>
                      <a:pt x="2509" y="427"/>
                    </a:lnTo>
                    <a:lnTo>
                      <a:pt x="2562" y="429"/>
                    </a:lnTo>
                    <a:lnTo>
                      <a:pt x="2613" y="436"/>
                    </a:lnTo>
                    <a:lnTo>
                      <a:pt x="2665" y="449"/>
                    </a:lnTo>
                    <a:lnTo>
                      <a:pt x="2714" y="465"/>
                    </a:lnTo>
                    <a:lnTo>
                      <a:pt x="2763" y="488"/>
                    </a:lnTo>
                    <a:lnTo>
                      <a:pt x="2810" y="515"/>
                    </a:lnTo>
                    <a:lnTo>
                      <a:pt x="2854" y="546"/>
                    </a:lnTo>
                    <a:lnTo>
                      <a:pt x="2895" y="583"/>
                    </a:lnTo>
                    <a:lnTo>
                      <a:pt x="2932" y="623"/>
                    </a:lnTo>
                    <a:lnTo>
                      <a:pt x="2965" y="666"/>
                    </a:lnTo>
                    <a:lnTo>
                      <a:pt x="2993" y="713"/>
                    </a:lnTo>
                    <a:lnTo>
                      <a:pt x="3015" y="760"/>
                    </a:lnTo>
                    <a:lnTo>
                      <a:pt x="3032" y="809"/>
                    </a:lnTo>
                    <a:lnTo>
                      <a:pt x="3045" y="859"/>
                    </a:lnTo>
                    <a:lnTo>
                      <a:pt x="3053" y="910"/>
                    </a:lnTo>
                    <a:lnTo>
                      <a:pt x="3055" y="961"/>
                    </a:lnTo>
                    <a:lnTo>
                      <a:pt x="3053" y="1012"/>
                    </a:lnTo>
                    <a:lnTo>
                      <a:pt x="3045" y="1063"/>
                    </a:lnTo>
                    <a:lnTo>
                      <a:pt x="3032" y="1113"/>
                    </a:lnTo>
                    <a:lnTo>
                      <a:pt x="3015" y="1162"/>
                    </a:lnTo>
                    <a:lnTo>
                      <a:pt x="2993" y="1209"/>
                    </a:lnTo>
                    <a:lnTo>
                      <a:pt x="2965" y="1255"/>
                    </a:lnTo>
                    <a:lnTo>
                      <a:pt x="2932" y="1298"/>
                    </a:lnTo>
                    <a:lnTo>
                      <a:pt x="2895" y="1339"/>
                    </a:lnTo>
                    <a:lnTo>
                      <a:pt x="1303" y="2879"/>
                    </a:lnTo>
                    <a:lnTo>
                      <a:pt x="1255" y="2923"/>
                    </a:lnTo>
                    <a:lnTo>
                      <a:pt x="1203" y="2962"/>
                    </a:lnTo>
                    <a:lnTo>
                      <a:pt x="1150" y="2995"/>
                    </a:lnTo>
                    <a:lnTo>
                      <a:pt x="1094" y="3025"/>
                    </a:lnTo>
                    <a:lnTo>
                      <a:pt x="1036" y="3049"/>
                    </a:lnTo>
                    <a:lnTo>
                      <a:pt x="977" y="3068"/>
                    </a:lnTo>
                    <a:lnTo>
                      <a:pt x="917" y="3083"/>
                    </a:lnTo>
                    <a:lnTo>
                      <a:pt x="855" y="3092"/>
                    </a:lnTo>
                    <a:lnTo>
                      <a:pt x="794" y="3097"/>
                    </a:lnTo>
                    <a:lnTo>
                      <a:pt x="733" y="3097"/>
                    </a:lnTo>
                    <a:lnTo>
                      <a:pt x="671" y="3092"/>
                    </a:lnTo>
                    <a:lnTo>
                      <a:pt x="609" y="3083"/>
                    </a:lnTo>
                    <a:lnTo>
                      <a:pt x="549" y="3068"/>
                    </a:lnTo>
                    <a:lnTo>
                      <a:pt x="490" y="3049"/>
                    </a:lnTo>
                    <a:lnTo>
                      <a:pt x="433" y="3025"/>
                    </a:lnTo>
                    <a:lnTo>
                      <a:pt x="377" y="2995"/>
                    </a:lnTo>
                    <a:lnTo>
                      <a:pt x="323" y="2962"/>
                    </a:lnTo>
                    <a:lnTo>
                      <a:pt x="272" y="2923"/>
                    </a:lnTo>
                    <a:lnTo>
                      <a:pt x="224" y="2879"/>
                    </a:lnTo>
                    <a:lnTo>
                      <a:pt x="178" y="2832"/>
                    </a:lnTo>
                    <a:lnTo>
                      <a:pt x="139" y="2782"/>
                    </a:lnTo>
                    <a:lnTo>
                      <a:pt x="104" y="2729"/>
                    </a:lnTo>
                    <a:lnTo>
                      <a:pt x="75" y="2674"/>
                    </a:lnTo>
                    <a:lnTo>
                      <a:pt x="51" y="2617"/>
                    </a:lnTo>
                    <a:lnTo>
                      <a:pt x="30" y="2560"/>
                    </a:lnTo>
                    <a:lnTo>
                      <a:pt x="15" y="2501"/>
                    </a:lnTo>
                    <a:lnTo>
                      <a:pt x="5" y="2441"/>
                    </a:lnTo>
                    <a:lnTo>
                      <a:pt x="0" y="2381"/>
                    </a:lnTo>
                    <a:lnTo>
                      <a:pt x="0" y="2321"/>
                    </a:lnTo>
                    <a:lnTo>
                      <a:pt x="5" y="2260"/>
                    </a:lnTo>
                    <a:lnTo>
                      <a:pt x="15" y="2200"/>
                    </a:lnTo>
                    <a:lnTo>
                      <a:pt x="30" y="2141"/>
                    </a:lnTo>
                    <a:lnTo>
                      <a:pt x="51" y="2083"/>
                    </a:lnTo>
                    <a:lnTo>
                      <a:pt x="75" y="2027"/>
                    </a:lnTo>
                    <a:lnTo>
                      <a:pt x="104" y="1972"/>
                    </a:lnTo>
                    <a:lnTo>
                      <a:pt x="139" y="1920"/>
                    </a:lnTo>
                    <a:lnTo>
                      <a:pt x="178" y="1869"/>
                    </a:lnTo>
                    <a:lnTo>
                      <a:pt x="224" y="1822"/>
                    </a:lnTo>
                    <a:lnTo>
                      <a:pt x="1815" y="281"/>
                    </a:lnTo>
                    <a:lnTo>
                      <a:pt x="1872" y="230"/>
                    </a:lnTo>
                    <a:lnTo>
                      <a:pt x="1931" y="183"/>
                    </a:lnTo>
                    <a:lnTo>
                      <a:pt x="1992" y="143"/>
                    </a:lnTo>
                    <a:lnTo>
                      <a:pt x="2057" y="108"/>
                    </a:lnTo>
                    <a:lnTo>
                      <a:pt x="2123" y="76"/>
                    </a:lnTo>
                    <a:lnTo>
                      <a:pt x="2191" y="51"/>
                    </a:lnTo>
                    <a:lnTo>
                      <a:pt x="2261" y="31"/>
                    </a:lnTo>
                    <a:lnTo>
                      <a:pt x="2331" y="15"/>
                    </a:lnTo>
                    <a:lnTo>
                      <a:pt x="2402" y="5"/>
                    </a:lnTo>
                    <a:lnTo>
                      <a:pt x="2474" y="0"/>
                    </a:lnTo>
                    <a:close/>
                  </a:path>
                </a:pathLst>
              </a:custGeom>
              <a:solidFill>
                <a:srgbClr val="fed8c3">
                  <a:alpha val="100000"/>
                </a:srgb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p>
                <a:pPr marL="0" lvl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grpSp>
            <p:nvGrpSpPr>
              <p:cNvPr id="96" name="Group 20"/>
              <p:cNvGrpSpPr>
                <a:grpSpLocks noChangeAspect="1"/>
              </p:cNvGrpSpPr>
              <p:nvPr/>
            </p:nvGrpSpPr>
            <p:grpSpPr>
              <a:xfrm rot="0">
                <a:off x="411361" y="2237725"/>
                <a:ext cx="110025" cy="150079"/>
                <a:chOff x="2597" y="4163"/>
                <a:chExt cx="217" cy="296"/>
              </a:xfrm>
              <a:solidFill>
                <a:srgbClr val="fed8c3">
                  <a:alpha val="100000"/>
                </a:srgbClr>
              </a:solidFill>
            </p:grpSpPr>
            <p:sp>
              <p:nvSpPr>
                <p:cNvPr id="97" name="Freeform 22"/>
                <p:cNvSpPr>
                  <a:spLocks noEditPoints="1"/>
                </p:cNvSpPr>
                <p:nvPr/>
              </p:nvSpPr>
              <p:spPr>
                <a:xfrm>
                  <a:off x="2630" y="4163"/>
                  <a:ext cx="151" cy="176"/>
                </a:xfrm>
                <a:custGeom>
                  <a:avLst/>
                  <a:gdLst>
                    <a:gd name="T0" fmla="*/ 410 w 1662"/>
                    <a:gd name="T1" fmla="*/ 645 h 1942"/>
                    <a:gd name="T2" fmla="*/ 309 w 1662"/>
                    <a:gd name="T3" fmla="*/ 847 h 1942"/>
                    <a:gd name="T4" fmla="*/ 255 w 1662"/>
                    <a:gd name="T5" fmla="*/ 1023 h 1942"/>
                    <a:gd name="T6" fmla="*/ 263 w 1662"/>
                    <a:gd name="T7" fmla="*/ 1206 h 1942"/>
                    <a:gd name="T8" fmla="*/ 347 w 1662"/>
                    <a:gd name="T9" fmla="*/ 1429 h 1942"/>
                    <a:gd name="T10" fmla="*/ 476 w 1662"/>
                    <a:gd name="T11" fmla="*/ 1620 h 1942"/>
                    <a:gd name="T12" fmla="*/ 638 w 1662"/>
                    <a:gd name="T13" fmla="*/ 1753 h 1942"/>
                    <a:gd name="T14" fmla="*/ 825 w 1662"/>
                    <a:gd name="T15" fmla="*/ 1803 h 1942"/>
                    <a:gd name="T16" fmla="*/ 1013 w 1662"/>
                    <a:gd name="T17" fmla="*/ 1753 h 1942"/>
                    <a:gd name="T18" fmla="*/ 1176 w 1662"/>
                    <a:gd name="T19" fmla="*/ 1619 h 1942"/>
                    <a:gd name="T20" fmla="*/ 1305 w 1662"/>
                    <a:gd name="T21" fmla="*/ 1428 h 1942"/>
                    <a:gd name="T22" fmla="*/ 1388 w 1662"/>
                    <a:gd name="T23" fmla="*/ 1205 h 1942"/>
                    <a:gd name="T24" fmla="*/ 1418 w 1662"/>
                    <a:gd name="T25" fmla="*/ 974 h 1942"/>
                    <a:gd name="T26" fmla="*/ 1266 w 1662"/>
                    <a:gd name="T27" fmla="*/ 836 h 1942"/>
                    <a:gd name="T28" fmla="*/ 1012 w 1662"/>
                    <a:gd name="T29" fmla="*/ 794 h 1942"/>
                    <a:gd name="T30" fmla="*/ 806 w 1662"/>
                    <a:gd name="T31" fmla="*/ 713 h 1942"/>
                    <a:gd name="T32" fmla="*/ 646 w 1662"/>
                    <a:gd name="T33" fmla="*/ 610 h 1942"/>
                    <a:gd name="T34" fmla="*/ 526 w 1662"/>
                    <a:gd name="T35" fmla="*/ 499 h 1942"/>
                    <a:gd name="T36" fmla="*/ 944 w 1662"/>
                    <a:gd name="T37" fmla="*/ 23 h 1942"/>
                    <a:gd name="T38" fmla="*/ 1152 w 1662"/>
                    <a:gd name="T39" fmla="*/ 118 h 1942"/>
                    <a:gd name="T40" fmla="*/ 1271 w 1662"/>
                    <a:gd name="T41" fmla="*/ 205 h 1942"/>
                    <a:gd name="T42" fmla="*/ 1388 w 1662"/>
                    <a:gd name="T43" fmla="*/ 323 h 1942"/>
                    <a:gd name="T44" fmla="*/ 1455 w 1662"/>
                    <a:gd name="T45" fmla="*/ 429 h 1942"/>
                    <a:gd name="T46" fmla="*/ 1524 w 1662"/>
                    <a:gd name="T47" fmla="*/ 626 h 1942"/>
                    <a:gd name="T48" fmla="*/ 1555 w 1662"/>
                    <a:gd name="T49" fmla="*/ 892 h 1942"/>
                    <a:gd name="T50" fmla="*/ 1619 w 1662"/>
                    <a:gd name="T51" fmla="*/ 939 h 1942"/>
                    <a:gd name="T52" fmla="*/ 1657 w 1662"/>
                    <a:gd name="T53" fmla="*/ 1032 h 1942"/>
                    <a:gd name="T54" fmla="*/ 1655 w 1662"/>
                    <a:gd name="T55" fmla="*/ 1183 h 1942"/>
                    <a:gd name="T56" fmla="*/ 1611 w 1662"/>
                    <a:gd name="T57" fmla="*/ 1304 h 1942"/>
                    <a:gd name="T58" fmla="*/ 1537 w 1662"/>
                    <a:gd name="T59" fmla="*/ 1372 h 1942"/>
                    <a:gd name="T60" fmla="*/ 1445 w 1662"/>
                    <a:gd name="T61" fmla="*/ 1454 h 1942"/>
                    <a:gd name="T62" fmla="*/ 1313 w 1662"/>
                    <a:gd name="T63" fmla="*/ 1670 h 1942"/>
                    <a:gd name="T64" fmla="*/ 1141 w 1662"/>
                    <a:gd name="T65" fmla="*/ 1836 h 1942"/>
                    <a:gd name="T66" fmla="*/ 937 w 1662"/>
                    <a:gd name="T67" fmla="*/ 1930 h 1942"/>
                    <a:gd name="T68" fmla="*/ 714 w 1662"/>
                    <a:gd name="T69" fmla="*/ 1930 h 1942"/>
                    <a:gd name="T70" fmla="*/ 510 w 1662"/>
                    <a:gd name="T71" fmla="*/ 1836 h 1942"/>
                    <a:gd name="T72" fmla="*/ 337 w 1662"/>
                    <a:gd name="T73" fmla="*/ 1669 h 1942"/>
                    <a:gd name="T74" fmla="*/ 205 w 1662"/>
                    <a:gd name="T75" fmla="*/ 1452 h 1942"/>
                    <a:gd name="T76" fmla="*/ 111 w 1662"/>
                    <a:gd name="T77" fmla="*/ 1364 h 1942"/>
                    <a:gd name="T78" fmla="*/ 39 w 1662"/>
                    <a:gd name="T79" fmla="*/ 1284 h 1942"/>
                    <a:gd name="T80" fmla="*/ 2 w 1662"/>
                    <a:gd name="T81" fmla="*/ 1143 h 1942"/>
                    <a:gd name="T82" fmla="*/ 9 w 1662"/>
                    <a:gd name="T83" fmla="*/ 1009 h 1942"/>
                    <a:gd name="T84" fmla="*/ 50 w 1662"/>
                    <a:gd name="T85" fmla="*/ 930 h 1942"/>
                    <a:gd name="T86" fmla="*/ 98 w 1662"/>
                    <a:gd name="T87" fmla="*/ 851 h 1942"/>
                    <a:gd name="T88" fmla="*/ 85 w 1662"/>
                    <a:gd name="T89" fmla="*/ 643 h 1942"/>
                    <a:gd name="T90" fmla="*/ 120 w 1662"/>
                    <a:gd name="T91" fmla="*/ 487 h 1942"/>
                    <a:gd name="T92" fmla="*/ 183 w 1662"/>
                    <a:gd name="T93" fmla="*/ 377 h 1942"/>
                    <a:gd name="T94" fmla="*/ 257 w 1662"/>
                    <a:gd name="T95" fmla="*/ 305 h 1942"/>
                    <a:gd name="T96" fmla="*/ 319 w 1662"/>
                    <a:gd name="T97" fmla="*/ 266 h 1942"/>
                    <a:gd name="T98" fmla="*/ 352 w 1662"/>
                    <a:gd name="T99" fmla="*/ 246 h 1942"/>
                    <a:gd name="T100" fmla="*/ 390 w 1662"/>
                    <a:gd name="T101" fmla="*/ 196 h 1942"/>
                    <a:gd name="T102" fmla="*/ 459 w 1662"/>
                    <a:gd name="T103" fmla="*/ 127 h 1942"/>
                    <a:gd name="T104" fmla="*/ 559 w 1662"/>
                    <a:gd name="T105" fmla="*/ 57 h 1942"/>
                    <a:gd name="T106" fmla="*/ 690 w 1662"/>
                    <a:gd name="T107" fmla="*/ 10 h 1942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662" h="1942">
                      <a:moveTo>
                        <a:pt x="526" y="499"/>
                      </a:moveTo>
                      <a:lnTo>
                        <a:pt x="484" y="546"/>
                      </a:lnTo>
                      <a:lnTo>
                        <a:pt x="445" y="595"/>
                      </a:lnTo>
                      <a:lnTo>
                        <a:pt x="410" y="645"/>
                      </a:lnTo>
                      <a:lnTo>
                        <a:pt x="379" y="696"/>
                      </a:lnTo>
                      <a:lnTo>
                        <a:pt x="352" y="747"/>
                      </a:lnTo>
                      <a:lnTo>
                        <a:pt x="329" y="797"/>
                      </a:lnTo>
                      <a:lnTo>
                        <a:pt x="309" y="847"/>
                      </a:lnTo>
                      <a:lnTo>
                        <a:pt x="291" y="895"/>
                      </a:lnTo>
                      <a:lnTo>
                        <a:pt x="277" y="941"/>
                      </a:lnTo>
                      <a:lnTo>
                        <a:pt x="264" y="984"/>
                      </a:lnTo>
                      <a:lnTo>
                        <a:pt x="255" y="1023"/>
                      </a:lnTo>
                      <a:lnTo>
                        <a:pt x="247" y="1059"/>
                      </a:lnTo>
                      <a:lnTo>
                        <a:pt x="241" y="1091"/>
                      </a:lnTo>
                      <a:lnTo>
                        <a:pt x="250" y="1148"/>
                      </a:lnTo>
                      <a:lnTo>
                        <a:pt x="263" y="1206"/>
                      </a:lnTo>
                      <a:lnTo>
                        <a:pt x="280" y="1263"/>
                      </a:lnTo>
                      <a:lnTo>
                        <a:pt x="299" y="1320"/>
                      </a:lnTo>
                      <a:lnTo>
                        <a:pt x="322" y="1375"/>
                      </a:lnTo>
                      <a:lnTo>
                        <a:pt x="347" y="1429"/>
                      </a:lnTo>
                      <a:lnTo>
                        <a:pt x="375" y="1480"/>
                      </a:lnTo>
                      <a:lnTo>
                        <a:pt x="406" y="1530"/>
                      </a:lnTo>
                      <a:lnTo>
                        <a:pt x="440" y="1576"/>
                      </a:lnTo>
                      <a:lnTo>
                        <a:pt x="476" y="1620"/>
                      </a:lnTo>
                      <a:lnTo>
                        <a:pt x="513" y="1659"/>
                      </a:lnTo>
                      <a:lnTo>
                        <a:pt x="553" y="1695"/>
                      </a:lnTo>
                      <a:lnTo>
                        <a:pt x="594" y="1726"/>
                      </a:lnTo>
                      <a:lnTo>
                        <a:pt x="638" y="1753"/>
                      </a:lnTo>
                      <a:lnTo>
                        <a:pt x="683" y="1774"/>
                      </a:lnTo>
                      <a:lnTo>
                        <a:pt x="729" y="1789"/>
                      </a:lnTo>
                      <a:lnTo>
                        <a:pt x="777" y="1800"/>
                      </a:lnTo>
                      <a:lnTo>
                        <a:pt x="825" y="1803"/>
                      </a:lnTo>
                      <a:lnTo>
                        <a:pt x="875" y="1800"/>
                      </a:lnTo>
                      <a:lnTo>
                        <a:pt x="922" y="1789"/>
                      </a:lnTo>
                      <a:lnTo>
                        <a:pt x="968" y="1774"/>
                      </a:lnTo>
                      <a:lnTo>
                        <a:pt x="1013" y="1753"/>
                      </a:lnTo>
                      <a:lnTo>
                        <a:pt x="1056" y="1726"/>
                      </a:lnTo>
                      <a:lnTo>
                        <a:pt x="1099" y="1695"/>
                      </a:lnTo>
                      <a:lnTo>
                        <a:pt x="1139" y="1659"/>
                      </a:lnTo>
                      <a:lnTo>
                        <a:pt x="1176" y="1619"/>
                      </a:lnTo>
                      <a:lnTo>
                        <a:pt x="1212" y="1576"/>
                      </a:lnTo>
                      <a:lnTo>
                        <a:pt x="1245" y="1529"/>
                      </a:lnTo>
                      <a:lnTo>
                        <a:pt x="1276" y="1480"/>
                      </a:lnTo>
                      <a:lnTo>
                        <a:pt x="1305" y="1428"/>
                      </a:lnTo>
                      <a:lnTo>
                        <a:pt x="1330" y="1374"/>
                      </a:lnTo>
                      <a:lnTo>
                        <a:pt x="1353" y="1319"/>
                      </a:lnTo>
                      <a:lnTo>
                        <a:pt x="1372" y="1262"/>
                      </a:lnTo>
                      <a:lnTo>
                        <a:pt x="1388" y="1205"/>
                      </a:lnTo>
                      <a:lnTo>
                        <a:pt x="1401" y="1147"/>
                      </a:lnTo>
                      <a:lnTo>
                        <a:pt x="1411" y="1089"/>
                      </a:lnTo>
                      <a:lnTo>
                        <a:pt x="1416" y="1032"/>
                      </a:lnTo>
                      <a:lnTo>
                        <a:pt x="1418" y="974"/>
                      </a:lnTo>
                      <a:lnTo>
                        <a:pt x="1417" y="904"/>
                      </a:lnTo>
                      <a:lnTo>
                        <a:pt x="1414" y="838"/>
                      </a:lnTo>
                      <a:lnTo>
                        <a:pt x="1339" y="839"/>
                      </a:lnTo>
                      <a:lnTo>
                        <a:pt x="1266" y="836"/>
                      </a:lnTo>
                      <a:lnTo>
                        <a:pt x="1198" y="830"/>
                      </a:lnTo>
                      <a:lnTo>
                        <a:pt x="1133" y="820"/>
                      </a:lnTo>
                      <a:lnTo>
                        <a:pt x="1070" y="808"/>
                      </a:lnTo>
                      <a:lnTo>
                        <a:pt x="1012" y="794"/>
                      </a:lnTo>
                      <a:lnTo>
                        <a:pt x="956" y="777"/>
                      </a:lnTo>
                      <a:lnTo>
                        <a:pt x="903" y="757"/>
                      </a:lnTo>
                      <a:lnTo>
                        <a:pt x="853" y="737"/>
                      </a:lnTo>
                      <a:lnTo>
                        <a:pt x="806" y="713"/>
                      </a:lnTo>
                      <a:lnTo>
                        <a:pt x="762" y="690"/>
                      </a:lnTo>
                      <a:lnTo>
                        <a:pt x="721" y="664"/>
                      </a:lnTo>
                      <a:lnTo>
                        <a:pt x="682" y="638"/>
                      </a:lnTo>
                      <a:lnTo>
                        <a:pt x="646" y="610"/>
                      </a:lnTo>
                      <a:lnTo>
                        <a:pt x="612" y="583"/>
                      </a:lnTo>
                      <a:lnTo>
                        <a:pt x="581" y="555"/>
                      </a:lnTo>
                      <a:lnTo>
                        <a:pt x="552" y="527"/>
                      </a:lnTo>
                      <a:lnTo>
                        <a:pt x="526" y="499"/>
                      </a:lnTo>
                      <a:close/>
                      <a:moveTo>
                        <a:pt x="808" y="0"/>
                      </a:moveTo>
                      <a:lnTo>
                        <a:pt x="851" y="3"/>
                      </a:lnTo>
                      <a:lnTo>
                        <a:pt x="897" y="11"/>
                      </a:lnTo>
                      <a:lnTo>
                        <a:pt x="944" y="23"/>
                      </a:lnTo>
                      <a:lnTo>
                        <a:pt x="993" y="39"/>
                      </a:lnTo>
                      <a:lnTo>
                        <a:pt x="1044" y="60"/>
                      </a:lnTo>
                      <a:lnTo>
                        <a:pt x="1097" y="86"/>
                      </a:lnTo>
                      <a:lnTo>
                        <a:pt x="1152" y="118"/>
                      </a:lnTo>
                      <a:lnTo>
                        <a:pt x="1179" y="135"/>
                      </a:lnTo>
                      <a:lnTo>
                        <a:pt x="1208" y="155"/>
                      </a:lnTo>
                      <a:lnTo>
                        <a:pt x="1239" y="179"/>
                      </a:lnTo>
                      <a:lnTo>
                        <a:pt x="1271" y="205"/>
                      </a:lnTo>
                      <a:lnTo>
                        <a:pt x="1304" y="233"/>
                      </a:lnTo>
                      <a:lnTo>
                        <a:pt x="1334" y="261"/>
                      </a:lnTo>
                      <a:lnTo>
                        <a:pt x="1363" y="292"/>
                      </a:lnTo>
                      <a:lnTo>
                        <a:pt x="1388" y="323"/>
                      </a:lnTo>
                      <a:lnTo>
                        <a:pt x="1409" y="353"/>
                      </a:lnTo>
                      <a:lnTo>
                        <a:pt x="1409" y="353"/>
                      </a:lnTo>
                      <a:lnTo>
                        <a:pt x="1433" y="389"/>
                      </a:lnTo>
                      <a:lnTo>
                        <a:pt x="1455" y="429"/>
                      </a:lnTo>
                      <a:lnTo>
                        <a:pt x="1475" y="472"/>
                      </a:lnTo>
                      <a:lnTo>
                        <a:pt x="1493" y="519"/>
                      </a:lnTo>
                      <a:lnTo>
                        <a:pt x="1509" y="570"/>
                      </a:lnTo>
                      <a:lnTo>
                        <a:pt x="1524" y="626"/>
                      </a:lnTo>
                      <a:lnTo>
                        <a:pt x="1535" y="685"/>
                      </a:lnTo>
                      <a:lnTo>
                        <a:pt x="1545" y="749"/>
                      </a:lnTo>
                      <a:lnTo>
                        <a:pt x="1551" y="817"/>
                      </a:lnTo>
                      <a:lnTo>
                        <a:pt x="1555" y="892"/>
                      </a:lnTo>
                      <a:lnTo>
                        <a:pt x="1573" y="900"/>
                      </a:lnTo>
                      <a:lnTo>
                        <a:pt x="1590" y="910"/>
                      </a:lnTo>
                      <a:lnTo>
                        <a:pt x="1605" y="922"/>
                      </a:lnTo>
                      <a:lnTo>
                        <a:pt x="1619" y="939"/>
                      </a:lnTo>
                      <a:lnTo>
                        <a:pt x="1632" y="957"/>
                      </a:lnTo>
                      <a:lnTo>
                        <a:pt x="1642" y="979"/>
                      </a:lnTo>
                      <a:lnTo>
                        <a:pt x="1651" y="1003"/>
                      </a:lnTo>
                      <a:lnTo>
                        <a:pt x="1657" y="1032"/>
                      </a:lnTo>
                      <a:lnTo>
                        <a:pt x="1661" y="1064"/>
                      </a:lnTo>
                      <a:lnTo>
                        <a:pt x="1662" y="1102"/>
                      </a:lnTo>
                      <a:lnTo>
                        <a:pt x="1660" y="1143"/>
                      </a:lnTo>
                      <a:lnTo>
                        <a:pt x="1655" y="1183"/>
                      </a:lnTo>
                      <a:lnTo>
                        <a:pt x="1648" y="1218"/>
                      </a:lnTo>
                      <a:lnTo>
                        <a:pt x="1638" y="1250"/>
                      </a:lnTo>
                      <a:lnTo>
                        <a:pt x="1625" y="1278"/>
                      </a:lnTo>
                      <a:lnTo>
                        <a:pt x="1611" y="1304"/>
                      </a:lnTo>
                      <a:lnTo>
                        <a:pt x="1595" y="1325"/>
                      </a:lnTo>
                      <a:lnTo>
                        <a:pt x="1577" y="1344"/>
                      </a:lnTo>
                      <a:lnTo>
                        <a:pt x="1558" y="1360"/>
                      </a:lnTo>
                      <a:lnTo>
                        <a:pt x="1537" y="1372"/>
                      </a:lnTo>
                      <a:lnTo>
                        <a:pt x="1515" y="1382"/>
                      </a:lnTo>
                      <a:lnTo>
                        <a:pt x="1493" y="1390"/>
                      </a:lnTo>
                      <a:lnTo>
                        <a:pt x="1471" y="1395"/>
                      </a:lnTo>
                      <a:lnTo>
                        <a:pt x="1445" y="1454"/>
                      </a:lnTo>
                      <a:lnTo>
                        <a:pt x="1416" y="1512"/>
                      </a:lnTo>
                      <a:lnTo>
                        <a:pt x="1385" y="1567"/>
                      </a:lnTo>
                      <a:lnTo>
                        <a:pt x="1350" y="1620"/>
                      </a:lnTo>
                      <a:lnTo>
                        <a:pt x="1313" y="1670"/>
                      </a:lnTo>
                      <a:lnTo>
                        <a:pt x="1273" y="1717"/>
                      </a:lnTo>
                      <a:lnTo>
                        <a:pt x="1231" y="1761"/>
                      </a:lnTo>
                      <a:lnTo>
                        <a:pt x="1187" y="1801"/>
                      </a:lnTo>
                      <a:lnTo>
                        <a:pt x="1141" y="1836"/>
                      </a:lnTo>
                      <a:lnTo>
                        <a:pt x="1092" y="1868"/>
                      </a:lnTo>
                      <a:lnTo>
                        <a:pt x="1042" y="1893"/>
                      </a:lnTo>
                      <a:lnTo>
                        <a:pt x="990" y="1915"/>
                      </a:lnTo>
                      <a:lnTo>
                        <a:pt x="937" y="1930"/>
                      </a:lnTo>
                      <a:lnTo>
                        <a:pt x="882" y="1939"/>
                      </a:lnTo>
                      <a:lnTo>
                        <a:pt x="825" y="1942"/>
                      </a:lnTo>
                      <a:lnTo>
                        <a:pt x="769" y="1939"/>
                      </a:lnTo>
                      <a:lnTo>
                        <a:pt x="714" y="1930"/>
                      </a:lnTo>
                      <a:lnTo>
                        <a:pt x="661" y="1915"/>
                      </a:lnTo>
                      <a:lnTo>
                        <a:pt x="608" y="1893"/>
                      </a:lnTo>
                      <a:lnTo>
                        <a:pt x="558" y="1867"/>
                      </a:lnTo>
                      <a:lnTo>
                        <a:pt x="510" y="1836"/>
                      </a:lnTo>
                      <a:lnTo>
                        <a:pt x="464" y="1800"/>
                      </a:lnTo>
                      <a:lnTo>
                        <a:pt x="419" y="1760"/>
                      </a:lnTo>
                      <a:lnTo>
                        <a:pt x="377" y="1716"/>
                      </a:lnTo>
                      <a:lnTo>
                        <a:pt x="337" y="1669"/>
                      </a:lnTo>
                      <a:lnTo>
                        <a:pt x="300" y="1618"/>
                      </a:lnTo>
                      <a:lnTo>
                        <a:pt x="266" y="1565"/>
                      </a:lnTo>
                      <a:lnTo>
                        <a:pt x="234" y="1510"/>
                      </a:lnTo>
                      <a:lnTo>
                        <a:pt x="205" y="1452"/>
                      </a:lnTo>
                      <a:lnTo>
                        <a:pt x="179" y="1392"/>
                      </a:lnTo>
                      <a:lnTo>
                        <a:pt x="156" y="1386"/>
                      </a:lnTo>
                      <a:lnTo>
                        <a:pt x="133" y="1376"/>
                      </a:lnTo>
                      <a:lnTo>
                        <a:pt x="111" y="1364"/>
                      </a:lnTo>
                      <a:lnTo>
                        <a:pt x="91" y="1349"/>
                      </a:lnTo>
                      <a:lnTo>
                        <a:pt x="72" y="1330"/>
                      </a:lnTo>
                      <a:lnTo>
                        <a:pt x="55" y="1309"/>
                      </a:lnTo>
                      <a:lnTo>
                        <a:pt x="39" y="1284"/>
                      </a:lnTo>
                      <a:lnTo>
                        <a:pt x="26" y="1254"/>
                      </a:lnTo>
                      <a:lnTo>
                        <a:pt x="15" y="1221"/>
                      </a:lnTo>
                      <a:lnTo>
                        <a:pt x="7" y="1184"/>
                      </a:lnTo>
                      <a:lnTo>
                        <a:pt x="2" y="1143"/>
                      </a:lnTo>
                      <a:lnTo>
                        <a:pt x="0" y="1104"/>
                      </a:lnTo>
                      <a:lnTo>
                        <a:pt x="1" y="1068"/>
                      </a:lnTo>
                      <a:lnTo>
                        <a:pt x="4" y="1038"/>
                      </a:lnTo>
                      <a:lnTo>
                        <a:pt x="9" y="1009"/>
                      </a:lnTo>
                      <a:lnTo>
                        <a:pt x="17" y="985"/>
                      </a:lnTo>
                      <a:lnTo>
                        <a:pt x="27" y="964"/>
                      </a:lnTo>
                      <a:lnTo>
                        <a:pt x="38" y="946"/>
                      </a:lnTo>
                      <a:lnTo>
                        <a:pt x="50" y="930"/>
                      </a:lnTo>
                      <a:lnTo>
                        <a:pt x="65" y="916"/>
                      </a:lnTo>
                      <a:lnTo>
                        <a:pt x="80" y="906"/>
                      </a:lnTo>
                      <a:lnTo>
                        <a:pt x="96" y="897"/>
                      </a:lnTo>
                      <a:lnTo>
                        <a:pt x="98" y="851"/>
                      </a:lnTo>
                      <a:lnTo>
                        <a:pt x="89" y="794"/>
                      </a:lnTo>
                      <a:lnTo>
                        <a:pt x="85" y="740"/>
                      </a:lnTo>
                      <a:lnTo>
                        <a:pt x="83" y="690"/>
                      </a:lnTo>
                      <a:lnTo>
                        <a:pt x="85" y="643"/>
                      </a:lnTo>
                      <a:lnTo>
                        <a:pt x="90" y="599"/>
                      </a:lnTo>
                      <a:lnTo>
                        <a:pt x="98" y="559"/>
                      </a:lnTo>
                      <a:lnTo>
                        <a:pt x="108" y="522"/>
                      </a:lnTo>
                      <a:lnTo>
                        <a:pt x="120" y="487"/>
                      </a:lnTo>
                      <a:lnTo>
                        <a:pt x="134" y="455"/>
                      </a:lnTo>
                      <a:lnTo>
                        <a:pt x="149" y="427"/>
                      </a:lnTo>
                      <a:lnTo>
                        <a:pt x="166" y="400"/>
                      </a:lnTo>
                      <a:lnTo>
                        <a:pt x="183" y="377"/>
                      </a:lnTo>
                      <a:lnTo>
                        <a:pt x="202" y="355"/>
                      </a:lnTo>
                      <a:lnTo>
                        <a:pt x="220" y="337"/>
                      </a:lnTo>
                      <a:lnTo>
                        <a:pt x="239" y="320"/>
                      </a:lnTo>
                      <a:lnTo>
                        <a:pt x="257" y="305"/>
                      </a:lnTo>
                      <a:lnTo>
                        <a:pt x="274" y="293"/>
                      </a:lnTo>
                      <a:lnTo>
                        <a:pt x="290" y="282"/>
                      </a:lnTo>
                      <a:lnTo>
                        <a:pt x="305" y="273"/>
                      </a:lnTo>
                      <a:lnTo>
                        <a:pt x="319" y="266"/>
                      </a:lnTo>
                      <a:lnTo>
                        <a:pt x="331" y="260"/>
                      </a:lnTo>
                      <a:lnTo>
                        <a:pt x="341" y="255"/>
                      </a:lnTo>
                      <a:lnTo>
                        <a:pt x="348" y="253"/>
                      </a:lnTo>
                      <a:lnTo>
                        <a:pt x="352" y="246"/>
                      </a:lnTo>
                      <a:lnTo>
                        <a:pt x="359" y="237"/>
                      </a:lnTo>
                      <a:lnTo>
                        <a:pt x="367" y="225"/>
                      </a:lnTo>
                      <a:lnTo>
                        <a:pt x="377" y="212"/>
                      </a:lnTo>
                      <a:lnTo>
                        <a:pt x="390" y="196"/>
                      </a:lnTo>
                      <a:lnTo>
                        <a:pt x="404" y="180"/>
                      </a:lnTo>
                      <a:lnTo>
                        <a:pt x="421" y="163"/>
                      </a:lnTo>
                      <a:lnTo>
                        <a:pt x="439" y="145"/>
                      </a:lnTo>
                      <a:lnTo>
                        <a:pt x="459" y="127"/>
                      </a:lnTo>
                      <a:lnTo>
                        <a:pt x="481" y="108"/>
                      </a:lnTo>
                      <a:lnTo>
                        <a:pt x="505" y="91"/>
                      </a:lnTo>
                      <a:lnTo>
                        <a:pt x="531" y="74"/>
                      </a:lnTo>
                      <a:lnTo>
                        <a:pt x="559" y="57"/>
                      </a:lnTo>
                      <a:lnTo>
                        <a:pt x="589" y="43"/>
                      </a:lnTo>
                      <a:lnTo>
                        <a:pt x="620" y="30"/>
                      </a:lnTo>
                      <a:lnTo>
                        <a:pt x="655" y="19"/>
                      </a:lnTo>
                      <a:lnTo>
                        <a:pt x="690" y="10"/>
                      </a:lnTo>
                      <a:lnTo>
                        <a:pt x="728" y="3"/>
                      </a:lnTo>
                      <a:lnTo>
                        <a:pt x="767" y="0"/>
                      </a:lnTo>
                      <a:lnTo>
                        <a:pt x="808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  <p:sp>
              <p:nvSpPr>
                <p:cNvPr id="98" name="Freeform 23"/>
                <p:cNvSpPr>
                  <a:spLocks noEditPoints="1"/>
                </p:cNvSpPr>
                <p:nvPr/>
              </p:nvSpPr>
              <p:spPr>
                <a:xfrm>
                  <a:off x="2664" y="4250"/>
                  <a:ext cx="83" cy="27"/>
                </a:xfrm>
                <a:custGeom>
                  <a:avLst/>
                  <a:gdLst>
                    <a:gd name="T0" fmla="*/ 613 w 916"/>
                    <a:gd name="T1" fmla="*/ 78 h 300"/>
                    <a:gd name="T2" fmla="*/ 561 w 916"/>
                    <a:gd name="T3" fmla="*/ 109 h 300"/>
                    <a:gd name="T4" fmla="*/ 554 w 916"/>
                    <a:gd name="T5" fmla="*/ 165 h 300"/>
                    <a:gd name="T6" fmla="*/ 579 w 916"/>
                    <a:gd name="T7" fmla="*/ 210 h 300"/>
                    <a:gd name="T8" fmla="*/ 665 w 916"/>
                    <a:gd name="T9" fmla="*/ 229 h 300"/>
                    <a:gd name="T10" fmla="*/ 787 w 916"/>
                    <a:gd name="T11" fmla="*/ 223 h 300"/>
                    <a:gd name="T12" fmla="*/ 839 w 916"/>
                    <a:gd name="T13" fmla="*/ 191 h 300"/>
                    <a:gd name="T14" fmla="*/ 846 w 916"/>
                    <a:gd name="T15" fmla="*/ 135 h 300"/>
                    <a:gd name="T16" fmla="*/ 820 w 916"/>
                    <a:gd name="T17" fmla="*/ 90 h 300"/>
                    <a:gd name="T18" fmla="*/ 734 w 916"/>
                    <a:gd name="T19" fmla="*/ 72 h 300"/>
                    <a:gd name="T20" fmla="*/ 153 w 916"/>
                    <a:gd name="T21" fmla="*/ 74 h 300"/>
                    <a:gd name="T22" fmla="*/ 85 w 916"/>
                    <a:gd name="T23" fmla="*/ 99 h 300"/>
                    <a:gd name="T24" fmla="*/ 70 w 916"/>
                    <a:gd name="T25" fmla="*/ 150 h 300"/>
                    <a:gd name="T26" fmla="*/ 85 w 916"/>
                    <a:gd name="T27" fmla="*/ 201 h 300"/>
                    <a:gd name="T28" fmla="*/ 153 w 916"/>
                    <a:gd name="T29" fmla="*/ 227 h 300"/>
                    <a:gd name="T30" fmla="*/ 280 w 916"/>
                    <a:gd name="T31" fmla="*/ 227 h 300"/>
                    <a:gd name="T32" fmla="*/ 348 w 916"/>
                    <a:gd name="T33" fmla="*/ 201 h 300"/>
                    <a:gd name="T34" fmla="*/ 363 w 916"/>
                    <a:gd name="T35" fmla="*/ 150 h 300"/>
                    <a:gd name="T36" fmla="*/ 348 w 916"/>
                    <a:gd name="T37" fmla="*/ 99 h 300"/>
                    <a:gd name="T38" fmla="*/ 280 w 916"/>
                    <a:gd name="T39" fmla="*/ 74 h 300"/>
                    <a:gd name="T40" fmla="*/ 234 w 916"/>
                    <a:gd name="T41" fmla="*/ 0 h 300"/>
                    <a:gd name="T42" fmla="*/ 321 w 916"/>
                    <a:gd name="T43" fmla="*/ 9 h 300"/>
                    <a:gd name="T44" fmla="*/ 400 w 916"/>
                    <a:gd name="T45" fmla="*/ 53 h 300"/>
                    <a:gd name="T46" fmla="*/ 574 w 916"/>
                    <a:gd name="T47" fmla="*/ 17 h 300"/>
                    <a:gd name="T48" fmla="*/ 662 w 916"/>
                    <a:gd name="T49" fmla="*/ 1 h 300"/>
                    <a:gd name="T50" fmla="*/ 732 w 916"/>
                    <a:gd name="T51" fmla="*/ 0 h 300"/>
                    <a:gd name="T52" fmla="*/ 806 w 916"/>
                    <a:gd name="T53" fmla="*/ 10 h 300"/>
                    <a:gd name="T54" fmla="*/ 875 w 916"/>
                    <a:gd name="T55" fmla="*/ 45 h 300"/>
                    <a:gd name="T56" fmla="*/ 914 w 916"/>
                    <a:gd name="T57" fmla="*/ 123 h 300"/>
                    <a:gd name="T58" fmla="*/ 900 w 916"/>
                    <a:gd name="T59" fmla="*/ 223 h 300"/>
                    <a:gd name="T60" fmla="*/ 843 w 916"/>
                    <a:gd name="T61" fmla="*/ 277 h 300"/>
                    <a:gd name="T62" fmla="*/ 768 w 916"/>
                    <a:gd name="T63" fmla="*/ 297 h 300"/>
                    <a:gd name="T64" fmla="*/ 699 w 916"/>
                    <a:gd name="T65" fmla="*/ 300 h 300"/>
                    <a:gd name="T66" fmla="*/ 632 w 916"/>
                    <a:gd name="T67" fmla="*/ 297 h 300"/>
                    <a:gd name="T68" fmla="*/ 557 w 916"/>
                    <a:gd name="T69" fmla="*/ 277 h 300"/>
                    <a:gd name="T70" fmla="*/ 500 w 916"/>
                    <a:gd name="T71" fmla="*/ 224 h 300"/>
                    <a:gd name="T72" fmla="*/ 485 w 916"/>
                    <a:gd name="T73" fmla="*/ 137 h 300"/>
                    <a:gd name="T74" fmla="*/ 432 w 916"/>
                    <a:gd name="T75" fmla="*/ 150 h 300"/>
                    <a:gd name="T76" fmla="*/ 405 w 916"/>
                    <a:gd name="T77" fmla="*/ 241 h 300"/>
                    <a:gd name="T78" fmla="*/ 342 w 916"/>
                    <a:gd name="T79" fmla="*/ 284 h 300"/>
                    <a:gd name="T80" fmla="*/ 266 w 916"/>
                    <a:gd name="T81" fmla="*/ 298 h 300"/>
                    <a:gd name="T82" fmla="*/ 201 w 916"/>
                    <a:gd name="T83" fmla="*/ 299 h 300"/>
                    <a:gd name="T84" fmla="*/ 129 w 916"/>
                    <a:gd name="T85" fmla="*/ 294 h 300"/>
                    <a:gd name="T86" fmla="*/ 57 w 916"/>
                    <a:gd name="T87" fmla="*/ 267 h 300"/>
                    <a:gd name="T88" fmla="*/ 7 w 916"/>
                    <a:gd name="T89" fmla="*/ 202 h 300"/>
                    <a:gd name="T90" fmla="*/ 7 w 916"/>
                    <a:gd name="T91" fmla="*/ 98 h 300"/>
                    <a:gd name="T92" fmla="*/ 57 w 916"/>
                    <a:gd name="T93" fmla="*/ 33 h 300"/>
                    <a:gd name="T94" fmla="*/ 129 w 916"/>
                    <a:gd name="T95" fmla="*/ 6 h 300"/>
                    <a:gd name="T96" fmla="*/ 201 w 916"/>
                    <a:gd name="T97" fmla="*/ 0 h 300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916" h="300">
                      <a:moveTo>
                        <a:pt x="699" y="71"/>
                      </a:moveTo>
                      <a:lnTo>
                        <a:pt x="665" y="72"/>
                      </a:lnTo>
                      <a:lnTo>
                        <a:pt x="636" y="74"/>
                      </a:lnTo>
                      <a:lnTo>
                        <a:pt x="613" y="78"/>
                      </a:lnTo>
                      <a:lnTo>
                        <a:pt x="594" y="83"/>
                      </a:lnTo>
                      <a:lnTo>
                        <a:pt x="579" y="90"/>
                      </a:lnTo>
                      <a:lnTo>
                        <a:pt x="569" y="99"/>
                      </a:lnTo>
                      <a:lnTo>
                        <a:pt x="561" y="109"/>
                      </a:lnTo>
                      <a:lnTo>
                        <a:pt x="556" y="122"/>
                      </a:lnTo>
                      <a:lnTo>
                        <a:pt x="554" y="135"/>
                      </a:lnTo>
                      <a:lnTo>
                        <a:pt x="553" y="150"/>
                      </a:lnTo>
                      <a:lnTo>
                        <a:pt x="554" y="165"/>
                      </a:lnTo>
                      <a:lnTo>
                        <a:pt x="556" y="179"/>
                      </a:lnTo>
                      <a:lnTo>
                        <a:pt x="561" y="191"/>
                      </a:lnTo>
                      <a:lnTo>
                        <a:pt x="569" y="201"/>
                      </a:lnTo>
                      <a:lnTo>
                        <a:pt x="579" y="210"/>
                      </a:lnTo>
                      <a:lnTo>
                        <a:pt x="594" y="216"/>
                      </a:lnTo>
                      <a:lnTo>
                        <a:pt x="613" y="223"/>
                      </a:lnTo>
                      <a:lnTo>
                        <a:pt x="636" y="227"/>
                      </a:lnTo>
                      <a:lnTo>
                        <a:pt x="665" y="229"/>
                      </a:lnTo>
                      <a:lnTo>
                        <a:pt x="699" y="230"/>
                      </a:lnTo>
                      <a:lnTo>
                        <a:pt x="734" y="229"/>
                      </a:lnTo>
                      <a:lnTo>
                        <a:pt x="763" y="227"/>
                      </a:lnTo>
                      <a:lnTo>
                        <a:pt x="787" y="223"/>
                      </a:lnTo>
                      <a:lnTo>
                        <a:pt x="805" y="216"/>
                      </a:lnTo>
                      <a:lnTo>
                        <a:pt x="820" y="210"/>
                      </a:lnTo>
                      <a:lnTo>
                        <a:pt x="831" y="201"/>
                      </a:lnTo>
                      <a:lnTo>
                        <a:pt x="839" y="191"/>
                      </a:lnTo>
                      <a:lnTo>
                        <a:pt x="843" y="179"/>
                      </a:lnTo>
                      <a:lnTo>
                        <a:pt x="846" y="165"/>
                      </a:lnTo>
                      <a:lnTo>
                        <a:pt x="847" y="150"/>
                      </a:lnTo>
                      <a:lnTo>
                        <a:pt x="846" y="135"/>
                      </a:lnTo>
                      <a:lnTo>
                        <a:pt x="843" y="122"/>
                      </a:lnTo>
                      <a:lnTo>
                        <a:pt x="839" y="109"/>
                      </a:lnTo>
                      <a:lnTo>
                        <a:pt x="831" y="99"/>
                      </a:lnTo>
                      <a:lnTo>
                        <a:pt x="820" y="90"/>
                      </a:lnTo>
                      <a:lnTo>
                        <a:pt x="805" y="83"/>
                      </a:lnTo>
                      <a:lnTo>
                        <a:pt x="787" y="78"/>
                      </a:lnTo>
                      <a:lnTo>
                        <a:pt x="763" y="74"/>
                      </a:lnTo>
                      <a:lnTo>
                        <a:pt x="734" y="72"/>
                      </a:lnTo>
                      <a:lnTo>
                        <a:pt x="699" y="71"/>
                      </a:lnTo>
                      <a:close/>
                      <a:moveTo>
                        <a:pt x="216" y="71"/>
                      </a:moveTo>
                      <a:lnTo>
                        <a:pt x="182" y="72"/>
                      </a:lnTo>
                      <a:lnTo>
                        <a:pt x="153" y="74"/>
                      </a:lnTo>
                      <a:lnTo>
                        <a:pt x="130" y="78"/>
                      </a:lnTo>
                      <a:lnTo>
                        <a:pt x="111" y="83"/>
                      </a:lnTo>
                      <a:lnTo>
                        <a:pt x="96" y="90"/>
                      </a:lnTo>
                      <a:lnTo>
                        <a:pt x="85" y="99"/>
                      </a:lnTo>
                      <a:lnTo>
                        <a:pt x="78" y="109"/>
                      </a:lnTo>
                      <a:lnTo>
                        <a:pt x="73" y="122"/>
                      </a:lnTo>
                      <a:lnTo>
                        <a:pt x="70" y="135"/>
                      </a:lnTo>
                      <a:lnTo>
                        <a:pt x="70" y="150"/>
                      </a:lnTo>
                      <a:lnTo>
                        <a:pt x="70" y="165"/>
                      </a:lnTo>
                      <a:lnTo>
                        <a:pt x="73" y="179"/>
                      </a:lnTo>
                      <a:lnTo>
                        <a:pt x="78" y="191"/>
                      </a:lnTo>
                      <a:lnTo>
                        <a:pt x="85" y="201"/>
                      </a:lnTo>
                      <a:lnTo>
                        <a:pt x="96" y="210"/>
                      </a:lnTo>
                      <a:lnTo>
                        <a:pt x="111" y="216"/>
                      </a:lnTo>
                      <a:lnTo>
                        <a:pt x="130" y="223"/>
                      </a:lnTo>
                      <a:lnTo>
                        <a:pt x="153" y="227"/>
                      </a:lnTo>
                      <a:lnTo>
                        <a:pt x="182" y="229"/>
                      </a:lnTo>
                      <a:lnTo>
                        <a:pt x="216" y="230"/>
                      </a:lnTo>
                      <a:lnTo>
                        <a:pt x="250" y="229"/>
                      </a:lnTo>
                      <a:lnTo>
                        <a:pt x="280" y="227"/>
                      </a:lnTo>
                      <a:lnTo>
                        <a:pt x="304" y="223"/>
                      </a:lnTo>
                      <a:lnTo>
                        <a:pt x="322" y="216"/>
                      </a:lnTo>
                      <a:lnTo>
                        <a:pt x="337" y="210"/>
                      </a:lnTo>
                      <a:lnTo>
                        <a:pt x="348" y="201"/>
                      </a:lnTo>
                      <a:lnTo>
                        <a:pt x="355" y="191"/>
                      </a:lnTo>
                      <a:lnTo>
                        <a:pt x="360" y="179"/>
                      </a:lnTo>
                      <a:lnTo>
                        <a:pt x="363" y="165"/>
                      </a:lnTo>
                      <a:lnTo>
                        <a:pt x="363" y="150"/>
                      </a:lnTo>
                      <a:lnTo>
                        <a:pt x="363" y="135"/>
                      </a:lnTo>
                      <a:lnTo>
                        <a:pt x="360" y="122"/>
                      </a:lnTo>
                      <a:lnTo>
                        <a:pt x="355" y="109"/>
                      </a:lnTo>
                      <a:lnTo>
                        <a:pt x="348" y="99"/>
                      </a:lnTo>
                      <a:lnTo>
                        <a:pt x="337" y="90"/>
                      </a:lnTo>
                      <a:lnTo>
                        <a:pt x="322" y="83"/>
                      </a:lnTo>
                      <a:lnTo>
                        <a:pt x="304" y="78"/>
                      </a:lnTo>
                      <a:lnTo>
                        <a:pt x="280" y="74"/>
                      </a:lnTo>
                      <a:lnTo>
                        <a:pt x="250" y="72"/>
                      </a:lnTo>
                      <a:lnTo>
                        <a:pt x="216" y="71"/>
                      </a:lnTo>
                      <a:close/>
                      <a:moveTo>
                        <a:pt x="216" y="0"/>
                      </a:moveTo>
                      <a:lnTo>
                        <a:pt x="234" y="0"/>
                      </a:lnTo>
                      <a:lnTo>
                        <a:pt x="254" y="1"/>
                      </a:lnTo>
                      <a:lnTo>
                        <a:pt x="276" y="2"/>
                      </a:lnTo>
                      <a:lnTo>
                        <a:pt x="298" y="5"/>
                      </a:lnTo>
                      <a:lnTo>
                        <a:pt x="321" y="9"/>
                      </a:lnTo>
                      <a:lnTo>
                        <a:pt x="343" y="17"/>
                      </a:lnTo>
                      <a:lnTo>
                        <a:pt x="364" y="26"/>
                      </a:lnTo>
                      <a:lnTo>
                        <a:pt x="383" y="37"/>
                      </a:lnTo>
                      <a:lnTo>
                        <a:pt x="400" y="53"/>
                      </a:lnTo>
                      <a:lnTo>
                        <a:pt x="516" y="53"/>
                      </a:lnTo>
                      <a:lnTo>
                        <a:pt x="533" y="37"/>
                      </a:lnTo>
                      <a:lnTo>
                        <a:pt x="553" y="26"/>
                      </a:lnTo>
                      <a:lnTo>
                        <a:pt x="574" y="17"/>
                      </a:lnTo>
                      <a:lnTo>
                        <a:pt x="596" y="9"/>
                      </a:lnTo>
                      <a:lnTo>
                        <a:pt x="618" y="5"/>
                      </a:lnTo>
                      <a:lnTo>
                        <a:pt x="640" y="2"/>
                      </a:lnTo>
                      <a:lnTo>
                        <a:pt x="662" y="1"/>
                      </a:lnTo>
                      <a:lnTo>
                        <a:pt x="682" y="0"/>
                      </a:lnTo>
                      <a:lnTo>
                        <a:pt x="699" y="0"/>
                      </a:lnTo>
                      <a:lnTo>
                        <a:pt x="715" y="0"/>
                      </a:lnTo>
                      <a:lnTo>
                        <a:pt x="732" y="0"/>
                      </a:lnTo>
                      <a:lnTo>
                        <a:pt x="749" y="1"/>
                      </a:lnTo>
                      <a:lnTo>
                        <a:pt x="768" y="3"/>
                      </a:lnTo>
                      <a:lnTo>
                        <a:pt x="787" y="6"/>
                      </a:lnTo>
                      <a:lnTo>
                        <a:pt x="806" y="10"/>
                      </a:lnTo>
                      <a:lnTo>
                        <a:pt x="825" y="16"/>
                      </a:lnTo>
                      <a:lnTo>
                        <a:pt x="843" y="24"/>
                      </a:lnTo>
                      <a:lnTo>
                        <a:pt x="860" y="33"/>
                      </a:lnTo>
                      <a:lnTo>
                        <a:pt x="875" y="45"/>
                      </a:lnTo>
                      <a:lnTo>
                        <a:pt x="889" y="59"/>
                      </a:lnTo>
                      <a:lnTo>
                        <a:pt x="900" y="77"/>
                      </a:lnTo>
                      <a:lnTo>
                        <a:pt x="908" y="98"/>
                      </a:lnTo>
                      <a:lnTo>
                        <a:pt x="914" y="123"/>
                      </a:lnTo>
                      <a:lnTo>
                        <a:pt x="916" y="150"/>
                      </a:lnTo>
                      <a:lnTo>
                        <a:pt x="914" y="178"/>
                      </a:lnTo>
                      <a:lnTo>
                        <a:pt x="908" y="202"/>
                      </a:lnTo>
                      <a:lnTo>
                        <a:pt x="900" y="223"/>
                      </a:lnTo>
                      <a:lnTo>
                        <a:pt x="889" y="241"/>
                      </a:lnTo>
                      <a:lnTo>
                        <a:pt x="875" y="255"/>
                      </a:lnTo>
                      <a:lnTo>
                        <a:pt x="860" y="267"/>
                      </a:lnTo>
                      <a:lnTo>
                        <a:pt x="843" y="277"/>
                      </a:lnTo>
                      <a:lnTo>
                        <a:pt x="825" y="285"/>
                      </a:lnTo>
                      <a:lnTo>
                        <a:pt x="806" y="290"/>
                      </a:lnTo>
                      <a:lnTo>
                        <a:pt x="787" y="294"/>
                      </a:lnTo>
                      <a:lnTo>
                        <a:pt x="768" y="297"/>
                      </a:lnTo>
                      <a:lnTo>
                        <a:pt x="749" y="298"/>
                      </a:lnTo>
                      <a:lnTo>
                        <a:pt x="732" y="299"/>
                      </a:lnTo>
                      <a:lnTo>
                        <a:pt x="715" y="299"/>
                      </a:lnTo>
                      <a:lnTo>
                        <a:pt x="699" y="300"/>
                      </a:lnTo>
                      <a:lnTo>
                        <a:pt x="685" y="299"/>
                      </a:lnTo>
                      <a:lnTo>
                        <a:pt x="668" y="299"/>
                      </a:lnTo>
                      <a:lnTo>
                        <a:pt x="650" y="298"/>
                      </a:lnTo>
                      <a:lnTo>
                        <a:pt x="632" y="297"/>
                      </a:lnTo>
                      <a:lnTo>
                        <a:pt x="613" y="294"/>
                      </a:lnTo>
                      <a:lnTo>
                        <a:pt x="593" y="290"/>
                      </a:lnTo>
                      <a:lnTo>
                        <a:pt x="575" y="285"/>
                      </a:lnTo>
                      <a:lnTo>
                        <a:pt x="557" y="277"/>
                      </a:lnTo>
                      <a:lnTo>
                        <a:pt x="540" y="267"/>
                      </a:lnTo>
                      <a:lnTo>
                        <a:pt x="524" y="255"/>
                      </a:lnTo>
                      <a:lnTo>
                        <a:pt x="511" y="241"/>
                      </a:lnTo>
                      <a:lnTo>
                        <a:pt x="500" y="224"/>
                      </a:lnTo>
                      <a:lnTo>
                        <a:pt x="491" y="202"/>
                      </a:lnTo>
                      <a:lnTo>
                        <a:pt x="486" y="179"/>
                      </a:lnTo>
                      <a:lnTo>
                        <a:pt x="484" y="150"/>
                      </a:lnTo>
                      <a:lnTo>
                        <a:pt x="485" y="137"/>
                      </a:lnTo>
                      <a:lnTo>
                        <a:pt x="486" y="125"/>
                      </a:lnTo>
                      <a:lnTo>
                        <a:pt x="430" y="125"/>
                      </a:lnTo>
                      <a:lnTo>
                        <a:pt x="432" y="137"/>
                      </a:lnTo>
                      <a:lnTo>
                        <a:pt x="432" y="150"/>
                      </a:lnTo>
                      <a:lnTo>
                        <a:pt x="430" y="179"/>
                      </a:lnTo>
                      <a:lnTo>
                        <a:pt x="425" y="202"/>
                      </a:lnTo>
                      <a:lnTo>
                        <a:pt x="416" y="224"/>
                      </a:lnTo>
                      <a:lnTo>
                        <a:pt x="405" y="241"/>
                      </a:lnTo>
                      <a:lnTo>
                        <a:pt x="392" y="255"/>
                      </a:lnTo>
                      <a:lnTo>
                        <a:pt x="377" y="267"/>
                      </a:lnTo>
                      <a:lnTo>
                        <a:pt x="360" y="277"/>
                      </a:lnTo>
                      <a:lnTo>
                        <a:pt x="342" y="284"/>
                      </a:lnTo>
                      <a:lnTo>
                        <a:pt x="323" y="290"/>
                      </a:lnTo>
                      <a:lnTo>
                        <a:pt x="304" y="294"/>
                      </a:lnTo>
                      <a:lnTo>
                        <a:pt x="285" y="296"/>
                      </a:lnTo>
                      <a:lnTo>
                        <a:pt x="266" y="298"/>
                      </a:lnTo>
                      <a:lnTo>
                        <a:pt x="248" y="299"/>
                      </a:lnTo>
                      <a:lnTo>
                        <a:pt x="231" y="299"/>
                      </a:lnTo>
                      <a:lnTo>
                        <a:pt x="216" y="299"/>
                      </a:lnTo>
                      <a:lnTo>
                        <a:pt x="201" y="299"/>
                      </a:lnTo>
                      <a:lnTo>
                        <a:pt x="185" y="299"/>
                      </a:lnTo>
                      <a:lnTo>
                        <a:pt x="167" y="298"/>
                      </a:lnTo>
                      <a:lnTo>
                        <a:pt x="148" y="296"/>
                      </a:lnTo>
                      <a:lnTo>
                        <a:pt x="129" y="294"/>
                      </a:lnTo>
                      <a:lnTo>
                        <a:pt x="110" y="290"/>
                      </a:lnTo>
                      <a:lnTo>
                        <a:pt x="91" y="284"/>
                      </a:lnTo>
                      <a:lnTo>
                        <a:pt x="73" y="277"/>
                      </a:lnTo>
                      <a:lnTo>
                        <a:pt x="57" y="267"/>
                      </a:lnTo>
                      <a:lnTo>
                        <a:pt x="41" y="255"/>
                      </a:lnTo>
                      <a:lnTo>
                        <a:pt x="27" y="240"/>
                      </a:lnTo>
                      <a:lnTo>
                        <a:pt x="16" y="223"/>
                      </a:lnTo>
                      <a:lnTo>
                        <a:pt x="7" y="202"/>
                      </a:lnTo>
                      <a:lnTo>
                        <a:pt x="2" y="178"/>
                      </a:lnTo>
                      <a:lnTo>
                        <a:pt x="0" y="150"/>
                      </a:lnTo>
                      <a:lnTo>
                        <a:pt x="2" y="122"/>
                      </a:lnTo>
                      <a:lnTo>
                        <a:pt x="7" y="98"/>
                      </a:lnTo>
                      <a:lnTo>
                        <a:pt x="16" y="77"/>
                      </a:lnTo>
                      <a:lnTo>
                        <a:pt x="27" y="59"/>
                      </a:lnTo>
                      <a:lnTo>
                        <a:pt x="41" y="45"/>
                      </a:lnTo>
                      <a:lnTo>
                        <a:pt x="57" y="33"/>
                      </a:lnTo>
                      <a:lnTo>
                        <a:pt x="73" y="23"/>
                      </a:lnTo>
                      <a:lnTo>
                        <a:pt x="91" y="16"/>
                      </a:lnTo>
                      <a:lnTo>
                        <a:pt x="110" y="10"/>
                      </a:lnTo>
                      <a:lnTo>
                        <a:pt x="129" y="6"/>
                      </a:lnTo>
                      <a:lnTo>
                        <a:pt x="148" y="3"/>
                      </a:lnTo>
                      <a:lnTo>
                        <a:pt x="167" y="1"/>
                      </a:lnTo>
                      <a:lnTo>
                        <a:pt x="185" y="0"/>
                      </a:lnTo>
                      <a:lnTo>
                        <a:pt x="201" y="0"/>
                      </a:lnTo>
                      <a:lnTo>
                        <a:pt x="216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  <p:sp>
              <p:nvSpPr>
                <p:cNvPr id="99" name="Freeform 24"/>
                <p:cNvSpPr>
                  <a:spLocks noEditPoints="1"/>
                </p:cNvSpPr>
                <p:nvPr/>
              </p:nvSpPr>
              <p:spPr>
                <a:xfrm>
                  <a:off x="2597" y="4335"/>
                  <a:ext cx="217" cy="124"/>
                </a:xfrm>
                <a:custGeom>
                  <a:avLst/>
                  <a:gdLst>
                    <a:gd name="T0" fmla="*/ 1796 w 2393"/>
                    <a:gd name="T1" fmla="*/ 704 h 1360"/>
                    <a:gd name="T2" fmla="*/ 1761 w 2393"/>
                    <a:gd name="T3" fmla="*/ 720 h 1360"/>
                    <a:gd name="T4" fmla="*/ 1590 w 2393"/>
                    <a:gd name="T5" fmla="*/ 904 h 1360"/>
                    <a:gd name="T6" fmla="*/ 1882 w 2393"/>
                    <a:gd name="T7" fmla="*/ 733 h 1360"/>
                    <a:gd name="T8" fmla="*/ 1851 w 2393"/>
                    <a:gd name="T9" fmla="*/ 709 h 1360"/>
                    <a:gd name="T10" fmla="*/ 1814 w 2393"/>
                    <a:gd name="T11" fmla="*/ 702 h 1360"/>
                    <a:gd name="T12" fmla="*/ 1831 w 2393"/>
                    <a:gd name="T13" fmla="*/ 20 h 1360"/>
                    <a:gd name="T14" fmla="*/ 1950 w 2393"/>
                    <a:gd name="T15" fmla="*/ 61 h 1360"/>
                    <a:gd name="T16" fmla="*/ 2057 w 2393"/>
                    <a:gd name="T17" fmla="*/ 121 h 1360"/>
                    <a:gd name="T18" fmla="*/ 2154 w 2393"/>
                    <a:gd name="T19" fmla="*/ 196 h 1360"/>
                    <a:gd name="T20" fmla="*/ 2235 w 2393"/>
                    <a:gd name="T21" fmla="*/ 286 h 1360"/>
                    <a:gd name="T22" fmla="*/ 2301 w 2393"/>
                    <a:gd name="T23" fmla="*/ 388 h 1360"/>
                    <a:gd name="T24" fmla="*/ 2352 w 2393"/>
                    <a:gd name="T25" fmla="*/ 501 h 1360"/>
                    <a:gd name="T26" fmla="*/ 2382 w 2393"/>
                    <a:gd name="T27" fmla="*/ 622 h 1360"/>
                    <a:gd name="T28" fmla="*/ 2393 w 2393"/>
                    <a:gd name="T29" fmla="*/ 748 h 1360"/>
                    <a:gd name="T30" fmla="*/ 2390 w 2393"/>
                    <a:gd name="T31" fmla="*/ 1230 h 1360"/>
                    <a:gd name="T32" fmla="*/ 2370 w 2393"/>
                    <a:gd name="T33" fmla="*/ 1282 h 1360"/>
                    <a:gd name="T34" fmla="*/ 2335 w 2393"/>
                    <a:gd name="T35" fmla="*/ 1324 h 1360"/>
                    <a:gd name="T36" fmla="*/ 2286 w 2393"/>
                    <a:gd name="T37" fmla="*/ 1351 h 1360"/>
                    <a:gd name="T38" fmla="*/ 2230 w 2393"/>
                    <a:gd name="T39" fmla="*/ 1360 h 1360"/>
                    <a:gd name="T40" fmla="*/ 129 w 2393"/>
                    <a:gd name="T41" fmla="*/ 1358 h 1360"/>
                    <a:gd name="T42" fmla="*/ 77 w 2393"/>
                    <a:gd name="T43" fmla="*/ 1339 h 1360"/>
                    <a:gd name="T44" fmla="*/ 36 w 2393"/>
                    <a:gd name="T45" fmla="*/ 1304 h 1360"/>
                    <a:gd name="T46" fmla="*/ 10 w 2393"/>
                    <a:gd name="T47" fmla="*/ 1256 h 1360"/>
                    <a:gd name="T48" fmla="*/ 0 w 2393"/>
                    <a:gd name="T49" fmla="*/ 1200 h 1360"/>
                    <a:gd name="T50" fmla="*/ 3 w 2393"/>
                    <a:gd name="T51" fmla="*/ 684 h 1360"/>
                    <a:gd name="T52" fmla="*/ 23 w 2393"/>
                    <a:gd name="T53" fmla="*/ 561 h 1360"/>
                    <a:gd name="T54" fmla="*/ 63 w 2393"/>
                    <a:gd name="T55" fmla="*/ 443 h 1360"/>
                    <a:gd name="T56" fmla="*/ 122 w 2393"/>
                    <a:gd name="T57" fmla="*/ 336 h 1360"/>
                    <a:gd name="T58" fmla="*/ 195 w 2393"/>
                    <a:gd name="T59" fmla="*/ 240 h 1360"/>
                    <a:gd name="T60" fmla="*/ 283 w 2393"/>
                    <a:gd name="T61" fmla="*/ 157 h 1360"/>
                    <a:gd name="T62" fmla="*/ 385 w 2393"/>
                    <a:gd name="T63" fmla="*/ 89 h 1360"/>
                    <a:gd name="T64" fmla="*/ 498 w 2393"/>
                    <a:gd name="T65" fmla="*/ 38 h 1360"/>
                    <a:gd name="T66" fmla="*/ 640 w 2393"/>
                    <a:gd name="T67" fmla="*/ 0 h 1360"/>
                    <a:gd name="T68" fmla="*/ 1748 w 2393"/>
                    <a:gd name="T69" fmla="*/ 0 h 1360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2393" h="1360">
                      <a:moveTo>
                        <a:pt x="1814" y="702"/>
                      </a:moveTo>
                      <a:lnTo>
                        <a:pt x="1796" y="704"/>
                      </a:lnTo>
                      <a:lnTo>
                        <a:pt x="1778" y="709"/>
                      </a:lnTo>
                      <a:lnTo>
                        <a:pt x="1761" y="720"/>
                      </a:lnTo>
                      <a:lnTo>
                        <a:pt x="1746" y="733"/>
                      </a:lnTo>
                      <a:lnTo>
                        <a:pt x="1590" y="904"/>
                      </a:lnTo>
                      <a:lnTo>
                        <a:pt x="2038" y="904"/>
                      </a:lnTo>
                      <a:lnTo>
                        <a:pt x="1882" y="733"/>
                      </a:lnTo>
                      <a:lnTo>
                        <a:pt x="1867" y="719"/>
                      </a:lnTo>
                      <a:lnTo>
                        <a:pt x="1851" y="709"/>
                      </a:lnTo>
                      <a:lnTo>
                        <a:pt x="1833" y="703"/>
                      </a:lnTo>
                      <a:lnTo>
                        <a:pt x="1814" y="702"/>
                      </a:lnTo>
                      <a:close/>
                      <a:moveTo>
                        <a:pt x="1748" y="0"/>
                      </a:moveTo>
                      <a:lnTo>
                        <a:pt x="1831" y="20"/>
                      </a:lnTo>
                      <a:lnTo>
                        <a:pt x="1892" y="38"/>
                      </a:lnTo>
                      <a:lnTo>
                        <a:pt x="1950" y="61"/>
                      </a:lnTo>
                      <a:lnTo>
                        <a:pt x="2005" y="88"/>
                      </a:lnTo>
                      <a:lnTo>
                        <a:pt x="2057" y="121"/>
                      </a:lnTo>
                      <a:lnTo>
                        <a:pt x="2107" y="157"/>
                      </a:lnTo>
                      <a:lnTo>
                        <a:pt x="2154" y="196"/>
                      </a:lnTo>
                      <a:lnTo>
                        <a:pt x="2196" y="239"/>
                      </a:lnTo>
                      <a:lnTo>
                        <a:pt x="2235" y="286"/>
                      </a:lnTo>
                      <a:lnTo>
                        <a:pt x="2270" y="336"/>
                      </a:lnTo>
                      <a:lnTo>
                        <a:pt x="2301" y="388"/>
                      </a:lnTo>
                      <a:lnTo>
                        <a:pt x="2328" y="443"/>
                      </a:lnTo>
                      <a:lnTo>
                        <a:pt x="2352" y="501"/>
                      </a:lnTo>
                      <a:lnTo>
                        <a:pt x="2369" y="561"/>
                      </a:lnTo>
                      <a:lnTo>
                        <a:pt x="2382" y="622"/>
                      </a:lnTo>
                      <a:lnTo>
                        <a:pt x="2390" y="684"/>
                      </a:lnTo>
                      <a:lnTo>
                        <a:pt x="2393" y="748"/>
                      </a:lnTo>
                      <a:lnTo>
                        <a:pt x="2393" y="1200"/>
                      </a:lnTo>
                      <a:lnTo>
                        <a:pt x="2390" y="1230"/>
                      </a:lnTo>
                      <a:lnTo>
                        <a:pt x="2383" y="1256"/>
                      </a:lnTo>
                      <a:lnTo>
                        <a:pt x="2370" y="1282"/>
                      </a:lnTo>
                      <a:lnTo>
                        <a:pt x="2354" y="1304"/>
                      </a:lnTo>
                      <a:lnTo>
                        <a:pt x="2335" y="1324"/>
                      </a:lnTo>
                      <a:lnTo>
                        <a:pt x="2311" y="1339"/>
                      </a:lnTo>
                      <a:lnTo>
                        <a:pt x="2286" y="1351"/>
                      </a:lnTo>
                      <a:lnTo>
                        <a:pt x="2259" y="1358"/>
                      </a:lnTo>
                      <a:lnTo>
                        <a:pt x="2230" y="1360"/>
                      </a:lnTo>
                      <a:lnTo>
                        <a:pt x="157" y="1360"/>
                      </a:lnTo>
                      <a:lnTo>
                        <a:pt x="129" y="1358"/>
                      </a:lnTo>
                      <a:lnTo>
                        <a:pt x="101" y="1351"/>
                      </a:lnTo>
                      <a:lnTo>
                        <a:pt x="77" y="1339"/>
                      </a:lnTo>
                      <a:lnTo>
                        <a:pt x="55" y="1324"/>
                      </a:lnTo>
                      <a:lnTo>
                        <a:pt x="36" y="1304"/>
                      </a:lnTo>
                      <a:lnTo>
                        <a:pt x="21" y="1282"/>
                      </a:lnTo>
                      <a:lnTo>
                        <a:pt x="10" y="1256"/>
                      </a:lnTo>
                      <a:lnTo>
                        <a:pt x="3" y="1230"/>
                      </a:lnTo>
                      <a:lnTo>
                        <a:pt x="0" y="1200"/>
                      </a:lnTo>
                      <a:lnTo>
                        <a:pt x="0" y="748"/>
                      </a:lnTo>
                      <a:lnTo>
                        <a:pt x="3" y="684"/>
                      </a:lnTo>
                      <a:lnTo>
                        <a:pt x="11" y="622"/>
                      </a:lnTo>
                      <a:lnTo>
                        <a:pt x="23" y="561"/>
                      </a:lnTo>
                      <a:lnTo>
                        <a:pt x="41" y="501"/>
                      </a:lnTo>
                      <a:lnTo>
                        <a:pt x="63" y="443"/>
                      </a:lnTo>
                      <a:lnTo>
                        <a:pt x="90" y="389"/>
                      </a:lnTo>
                      <a:lnTo>
                        <a:pt x="122" y="336"/>
                      </a:lnTo>
                      <a:lnTo>
                        <a:pt x="156" y="286"/>
                      </a:lnTo>
                      <a:lnTo>
                        <a:pt x="195" y="240"/>
                      </a:lnTo>
                      <a:lnTo>
                        <a:pt x="237" y="196"/>
                      </a:lnTo>
                      <a:lnTo>
                        <a:pt x="283" y="157"/>
                      </a:lnTo>
                      <a:lnTo>
                        <a:pt x="332" y="121"/>
                      </a:lnTo>
                      <a:lnTo>
                        <a:pt x="385" y="89"/>
                      </a:lnTo>
                      <a:lnTo>
                        <a:pt x="440" y="62"/>
                      </a:lnTo>
                      <a:lnTo>
                        <a:pt x="498" y="38"/>
                      </a:lnTo>
                      <a:lnTo>
                        <a:pt x="559" y="20"/>
                      </a:lnTo>
                      <a:lnTo>
                        <a:pt x="640" y="0"/>
                      </a:lnTo>
                      <a:lnTo>
                        <a:pt x="1193" y="1280"/>
                      </a:lnTo>
                      <a:lnTo>
                        <a:pt x="1748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  <p:sp>
              <p:nvSpPr>
                <p:cNvPr id="100" name="Freeform 25"/>
                <p:cNvSpPr/>
                <p:nvPr/>
              </p:nvSpPr>
              <p:spPr>
                <a:xfrm>
                  <a:off x="2689" y="4347"/>
                  <a:ext cx="34" cy="83"/>
                </a:xfrm>
                <a:custGeom>
                  <a:avLst/>
                  <a:gdLst>
                    <a:gd name="T0" fmla="*/ 135 w 373"/>
                    <a:gd name="T1" fmla="*/ 0 h 915"/>
                    <a:gd name="T2" fmla="*/ 237 w 373"/>
                    <a:gd name="T3" fmla="*/ 0 h 915"/>
                    <a:gd name="T4" fmla="*/ 258 w 373"/>
                    <a:gd name="T5" fmla="*/ 2 h 915"/>
                    <a:gd name="T6" fmla="*/ 278 w 373"/>
                    <a:gd name="T7" fmla="*/ 9 h 915"/>
                    <a:gd name="T8" fmla="*/ 295 w 373"/>
                    <a:gd name="T9" fmla="*/ 21 h 915"/>
                    <a:gd name="T10" fmla="*/ 310 w 373"/>
                    <a:gd name="T11" fmla="*/ 36 h 915"/>
                    <a:gd name="T12" fmla="*/ 321 w 373"/>
                    <a:gd name="T13" fmla="*/ 53 h 915"/>
                    <a:gd name="T14" fmla="*/ 328 w 373"/>
                    <a:gd name="T15" fmla="*/ 74 h 915"/>
                    <a:gd name="T16" fmla="*/ 366 w 373"/>
                    <a:gd name="T17" fmla="*/ 234 h 915"/>
                    <a:gd name="T18" fmla="*/ 368 w 373"/>
                    <a:gd name="T19" fmla="*/ 257 h 915"/>
                    <a:gd name="T20" fmla="*/ 365 w 373"/>
                    <a:gd name="T21" fmla="*/ 281 h 915"/>
                    <a:gd name="T22" fmla="*/ 357 w 373"/>
                    <a:gd name="T23" fmla="*/ 301 h 915"/>
                    <a:gd name="T24" fmla="*/ 345 w 373"/>
                    <a:gd name="T25" fmla="*/ 319 h 915"/>
                    <a:gd name="T26" fmla="*/ 329 w 373"/>
                    <a:gd name="T27" fmla="*/ 334 h 915"/>
                    <a:gd name="T28" fmla="*/ 309 w 373"/>
                    <a:gd name="T29" fmla="*/ 345 h 915"/>
                    <a:gd name="T30" fmla="*/ 287 w 373"/>
                    <a:gd name="T31" fmla="*/ 351 h 915"/>
                    <a:gd name="T32" fmla="*/ 373 w 373"/>
                    <a:gd name="T33" fmla="*/ 438 h 915"/>
                    <a:gd name="T34" fmla="*/ 187 w 373"/>
                    <a:gd name="T35" fmla="*/ 915 h 915"/>
                    <a:gd name="T36" fmla="*/ 0 w 373"/>
                    <a:gd name="T37" fmla="*/ 438 h 915"/>
                    <a:gd name="T38" fmla="*/ 85 w 373"/>
                    <a:gd name="T39" fmla="*/ 351 h 915"/>
                    <a:gd name="T40" fmla="*/ 63 w 373"/>
                    <a:gd name="T41" fmla="*/ 345 h 915"/>
                    <a:gd name="T42" fmla="*/ 44 w 373"/>
                    <a:gd name="T43" fmla="*/ 334 h 915"/>
                    <a:gd name="T44" fmla="*/ 27 w 373"/>
                    <a:gd name="T45" fmla="*/ 319 h 915"/>
                    <a:gd name="T46" fmla="*/ 15 w 373"/>
                    <a:gd name="T47" fmla="*/ 301 h 915"/>
                    <a:gd name="T48" fmla="*/ 7 w 373"/>
                    <a:gd name="T49" fmla="*/ 281 h 915"/>
                    <a:gd name="T50" fmla="*/ 4 w 373"/>
                    <a:gd name="T51" fmla="*/ 257 h 915"/>
                    <a:gd name="T52" fmla="*/ 6 w 373"/>
                    <a:gd name="T53" fmla="*/ 234 h 915"/>
                    <a:gd name="T54" fmla="*/ 44 w 373"/>
                    <a:gd name="T55" fmla="*/ 74 h 915"/>
                    <a:gd name="T56" fmla="*/ 52 w 373"/>
                    <a:gd name="T57" fmla="*/ 53 h 915"/>
                    <a:gd name="T58" fmla="*/ 63 w 373"/>
                    <a:gd name="T59" fmla="*/ 36 h 915"/>
                    <a:gd name="T60" fmla="*/ 77 w 373"/>
                    <a:gd name="T61" fmla="*/ 21 h 915"/>
                    <a:gd name="T62" fmla="*/ 95 w 373"/>
                    <a:gd name="T63" fmla="*/ 9 h 915"/>
                    <a:gd name="T64" fmla="*/ 114 w 373"/>
                    <a:gd name="T65" fmla="*/ 2 h 915"/>
                    <a:gd name="T66" fmla="*/ 135 w 373"/>
                    <a:gd name="T67" fmla="*/ 0 h 915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373" h="915">
                      <a:moveTo>
                        <a:pt x="135" y="0"/>
                      </a:moveTo>
                      <a:lnTo>
                        <a:pt x="237" y="0"/>
                      </a:lnTo>
                      <a:lnTo>
                        <a:pt x="258" y="2"/>
                      </a:lnTo>
                      <a:lnTo>
                        <a:pt x="278" y="9"/>
                      </a:lnTo>
                      <a:lnTo>
                        <a:pt x="295" y="21"/>
                      </a:lnTo>
                      <a:lnTo>
                        <a:pt x="310" y="36"/>
                      </a:lnTo>
                      <a:lnTo>
                        <a:pt x="321" y="53"/>
                      </a:lnTo>
                      <a:lnTo>
                        <a:pt x="328" y="74"/>
                      </a:lnTo>
                      <a:lnTo>
                        <a:pt x="366" y="234"/>
                      </a:lnTo>
                      <a:lnTo>
                        <a:pt x="368" y="257"/>
                      </a:lnTo>
                      <a:lnTo>
                        <a:pt x="365" y="281"/>
                      </a:lnTo>
                      <a:lnTo>
                        <a:pt x="357" y="301"/>
                      </a:lnTo>
                      <a:lnTo>
                        <a:pt x="345" y="319"/>
                      </a:lnTo>
                      <a:lnTo>
                        <a:pt x="329" y="334"/>
                      </a:lnTo>
                      <a:lnTo>
                        <a:pt x="309" y="345"/>
                      </a:lnTo>
                      <a:lnTo>
                        <a:pt x="287" y="351"/>
                      </a:lnTo>
                      <a:lnTo>
                        <a:pt x="373" y="438"/>
                      </a:lnTo>
                      <a:lnTo>
                        <a:pt x="187" y="915"/>
                      </a:lnTo>
                      <a:lnTo>
                        <a:pt x="0" y="438"/>
                      </a:lnTo>
                      <a:lnTo>
                        <a:pt x="85" y="351"/>
                      </a:lnTo>
                      <a:lnTo>
                        <a:pt x="63" y="345"/>
                      </a:lnTo>
                      <a:lnTo>
                        <a:pt x="44" y="334"/>
                      </a:lnTo>
                      <a:lnTo>
                        <a:pt x="27" y="319"/>
                      </a:lnTo>
                      <a:lnTo>
                        <a:pt x="15" y="301"/>
                      </a:lnTo>
                      <a:lnTo>
                        <a:pt x="7" y="281"/>
                      </a:lnTo>
                      <a:lnTo>
                        <a:pt x="4" y="257"/>
                      </a:lnTo>
                      <a:lnTo>
                        <a:pt x="6" y="234"/>
                      </a:lnTo>
                      <a:lnTo>
                        <a:pt x="44" y="74"/>
                      </a:lnTo>
                      <a:lnTo>
                        <a:pt x="52" y="53"/>
                      </a:lnTo>
                      <a:lnTo>
                        <a:pt x="63" y="36"/>
                      </a:lnTo>
                      <a:lnTo>
                        <a:pt x="77" y="21"/>
                      </a:lnTo>
                      <a:lnTo>
                        <a:pt x="95" y="9"/>
                      </a:lnTo>
                      <a:lnTo>
                        <a:pt x="114" y="2"/>
                      </a:lnTo>
                      <a:lnTo>
                        <a:pt x="135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</p:grpSp>
        </p:grpSp>
        <p:grpSp>
          <p:nvGrpSpPr>
            <p:cNvPr id="101" name="그룹 28"/>
            <p:cNvGrpSpPr/>
            <p:nvPr/>
          </p:nvGrpSpPr>
          <p:grpSpPr>
            <a:xfrm rot="0">
              <a:off x="467102" y="539420"/>
              <a:ext cx="706334" cy="563575"/>
              <a:chOff x="467102" y="539420"/>
              <a:chExt cx="706334" cy="563575"/>
            </a:xfrm>
          </p:grpSpPr>
          <p:sp>
            <p:nvSpPr>
              <p:cNvPr id="102" name="타원 25"/>
              <p:cNvSpPr/>
              <p:nvPr/>
            </p:nvSpPr>
            <p:spPr>
              <a:xfrm>
                <a:off x="652176" y="539420"/>
                <a:ext cx="350330" cy="35033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12700" cap="flat" cmpd="sng" algn="ctr">
                <a:solidFill>
                  <a:srgbClr val="ff0000">
                    <a:alpha val="100000"/>
                  </a:srgbClr>
                </a:solidFill>
                <a:prstDash val="solid"/>
                <a:miter/>
              </a:ln>
            </p:spPr>
            <p:txBody>
              <a:bodyPr anchor="ctr"/>
              <a:p>
                <a:pPr marL="0" indent="0" algn="ctr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pic>
            <p:nvPicPr>
              <p:cNvPr id="103" name="그림 26"/>
              <p:cNvPicPr>
                <a:picLocks noChangeAspect="1"/>
              </p:cNvPicPr>
              <p:nvPr/>
            </p:nvPicPr>
            <p:blipFill rotWithShape="1">
              <a:blip r:embed="rId2"/>
              <a:stretch>
                <a:fillRect/>
              </a:stretch>
            </p:blipFill>
            <p:spPr>
              <a:xfrm>
                <a:off x="704808" y="591912"/>
                <a:ext cx="254385" cy="254385"/>
              </a:xfrm>
              <a:prstGeom prst="rect">
                <a:avLst/>
              </a:prstGeom>
            </p:spPr>
          </p:pic>
          <p:sp>
            <p:nvSpPr>
              <p:cNvPr id="104" name="직사각형 27"/>
              <p:cNvSpPr/>
              <p:nvPr/>
            </p:nvSpPr>
            <p:spPr>
              <a:xfrm>
                <a:off x="467102" y="915925"/>
                <a:ext cx="706334" cy="1870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0" indent="0" algn="ctr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r>
                  <a:rPr xmlns:mc="http://schemas.openxmlformats.org/markup-compatibility/2006" xmlns:hp="http://schemas.haansoft.com/office/presentation/8.0" kumimoji="0" lang="en-US" altLang="ko-KR" sz="700" b="1" i="0" u="none" strike="noStrike" kern="1200" cap="none" spc="0" normalizeH="0" baseline="0" mc:Ignorable="hp" hp:hslEmbossed="0">
                    <a:solidFill>
                      <a:srgbClr val="ffffff"/>
                    </a:solidFill>
                    <a:latin typeface="맑은 고딕"/>
                    <a:ea typeface="맑은 고딕"/>
                    <a:cs typeface="맑은 고딕"/>
                  </a:rPr>
                  <a:t>PPTBIZCAM</a:t>
                </a:r>
                <a:endParaRPr xmlns:mc="http://schemas.openxmlformats.org/markup-compatibility/2006" xmlns:hp="http://schemas.haansoft.com/office/presentation/8.0" kumimoji="0" lang="ko-KR" altLang="en-US" sz="700" b="1" i="0" u="none" strike="noStrike" kern="1200" cap="none" spc="0" normalizeH="0" baseline="0" mc:Ignorable="hp" hp:hslEmbossed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</p:grpSp>
      </p:grp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11150" y="2141603"/>
          <a:ext cx="1057276" cy="335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276"/>
              </a:tblGrid>
              <a:tr h="335914">
                <a:tc>
                  <a:txBody>
                    <a:bodyPr vert="horz" lIns="0" tIns="0" rIns="0" bIns="0" anchor="t" anchorCtr="0"/>
                    <a:p>
                      <a:pPr latinLnBrk="1">
                        <a:defRPr/>
                      </a:pPr>
                      <a:endParaRPr lang="ko-KR" altLang="en-US" sz="100"/>
                    </a:p>
                  </a:txBody>
                  <a:tcPr marL="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7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9" name="직사각형 29"/>
          <p:cNvSpPr/>
          <p:nvPr/>
        </p:nvSpPr>
        <p:spPr>
          <a:xfrm>
            <a:off x="1812909" y="369838"/>
            <a:ext cx="5624657" cy="13713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800" b="1" i="0" u="none" strike="noStrike" kern="0" cap="none" spc="0" normalizeH="0" baseline="0" mc:Ignorable="hp" hp:hslEmbossed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3.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0" cap="none" spc="0" normalizeH="0" baseline="0" mc:Ignorable="hp" hp:hslEmbossed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모델생성</a:t>
            </a:r>
            <a:endParaRPr xmlns:mc="http://schemas.openxmlformats.org/markup-compatibility/2006" xmlns:hp="http://schemas.haansoft.com/office/presentation/8.0" kumimoji="0" lang="ko-KR" altLang="en-US" sz="2800" b="1" i="0" u="none" strike="noStrike" kern="0" cap="none" spc="0" normalizeH="0" baseline="0" mc:Ignorable="hp" hp:hslEmbossed="0">
              <a:solidFill>
                <a:srgbClr val="40404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2800" b="1" i="1" u="none" strike="noStrike" kern="0" cap="none" spc="0" normalizeH="0" baseline="0" mc:Ignorable="hp" hp:hslEmbossed="0">
              <a:solidFill>
                <a:srgbClr val="4040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1" name=""/>
          <p:cNvSpPr/>
          <p:nvPr/>
        </p:nvSpPr>
        <p:spPr>
          <a:xfrm>
            <a:off x="2214562" y="1376362"/>
            <a:ext cx="3657600" cy="2909887"/>
          </a:xfrm>
          <a:prstGeom prst="rect">
            <a:avLst/>
          </a:prstGeom>
          <a:solidFill>
            <a:schemeClr val="lt1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선택모델</a:t>
            </a:r>
            <a:r>
              <a:rPr lang="en-US" altLang="ko-KR">
                <a:solidFill>
                  <a:schemeClr val="tx1"/>
                </a:solidFill>
              </a:rPr>
              <a:t>: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LSTM</a:t>
            </a: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endParaRPr lang="en-US" altLang="ko-KR">
              <a:solidFill>
                <a:schemeClr val="tx1"/>
              </a:solidFill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1200" b="0" i="0" u="none" strike="noStrike" spc="-10" mc:Ignorable="hp" hp:hslEmbossed="0">
                <a:solidFill>
                  <a:schemeClr val="tx1"/>
                </a:solidFill>
              </a:rPr>
              <a:t> </a:t>
            </a:r>
            <a:r>
              <a:rPr xmlns:mc="http://schemas.openxmlformats.org/markup-compatibility/2006" xmlns:hp="http://schemas.haansoft.com/office/presentation/8.0" sz="1200" b="0" i="0" u="none" strike="noStrike" spc="-10" mc:Ignorable="hp" hp:hslEmbossed="0">
                <a:solidFill>
                  <a:schemeClr val="tx1"/>
                </a:solidFill>
              </a:rPr>
              <a:t>·시계열 데이터 이기 때문에 </a:t>
            </a:r>
            <a:r>
              <a:rPr xmlns:mc="http://schemas.openxmlformats.org/markup-compatibility/2006" xmlns:hp="http://schemas.haansoft.com/office/presentation/8.0" lang="EN-US" sz="1200" b="0" i="0" u="none" strike="noStrike" spc="-10" mc:Ignorable="hp" hp:hslEmbossed="0">
                <a:solidFill>
                  <a:schemeClr val="tx1"/>
                </a:solidFill>
              </a:rPr>
              <a:t>RNN</a:t>
            </a:r>
            <a:r>
              <a:rPr xmlns:mc="http://schemas.openxmlformats.org/markup-compatibility/2006" xmlns:hp="http://schemas.haansoft.com/office/presentation/8.0" sz="1200" b="0" i="0" u="none" strike="noStrike" spc="-10" mc:Ignorable="hp" hp:hslEmbossed="0">
                <a:solidFill>
                  <a:schemeClr val="tx1"/>
                </a:solidFill>
              </a:rPr>
              <a:t>과 </a:t>
            </a:r>
            <a:r>
              <a:rPr xmlns:mc="http://schemas.openxmlformats.org/markup-compatibility/2006" xmlns:hp="http://schemas.haansoft.com/office/presentation/8.0" lang="EN-US" sz="1200" b="0" i="0" u="none" strike="noStrike" spc="-10" mc:Ignorable="hp" hp:hslEmbossed="0">
                <a:solidFill>
                  <a:schemeClr val="tx1"/>
                </a:solidFill>
              </a:rPr>
              <a:t>LSTM </a:t>
            </a:r>
            <a:r>
              <a:rPr xmlns:mc="http://schemas.openxmlformats.org/markup-compatibility/2006" xmlns:hp="http://schemas.haansoft.com/office/presentation/8.0" sz="1200" b="0" i="0" u="none" strike="noStrike" spc="-10" mc:Ignorable="hp" hp:hslEmbossed="0">
                <a:solidFill>
                  <a:schemeClr val="tx1"/>
                </a:solidFill>
              </a:rPr>
              <a:t>모델 중 하나를 선택 했어야 했는데 과거 데이터에 영향을 받을 수 있는 </a:t>
            </a:r>
            <a:r>
              <a:rPr xmlns:mc="http://schemas.openxmlformats.org/markup-compatibility/2006" xmlns:hp="http://schemas.haansoft.com/office/presentation/8.0" lang="EN-US" sz="1200" b="0" i="0" u="none" strike="noStrike" spc="-10" mc:Ignorable="hp" hp:hslEmbossed="0">
                <a:solidFill>
                  <a:schemeClr val="tx1"/>
                </a:solidFill>
              </a:rPr>
              <a:t>LSTM</a:t>
            </a:r>
            <a:r>
              <a:rPr xmlns:mc="http://schemas.openxmlformats.org/markup-compatibility/2006" xmlns:hp="http://schemas.haansoft.com/office/presentation/8.0" sz="1200" b="0" i="0" u="none" strike="noStrike" spc="-10" mc:Ignorable="hp" hp:hslEmbossed="0">
                <a:solidFill>
                  <a:schemeClr val="tx1"/>
                </a:solidFill>
              </a:rPr>
              <a:t>을 사용</a:t>
            </a:r>
            <a:r>
              <a:rPr xmlns:mc="http://schemas.openxmlformats.org/markup-compatibility/2006" xmlns:hp="http://schemas.haansoft.com/office/presentation/8.0" lang="en-US" altLang="ko-KR" sz="1200" b="0" i="0" u="none" strike="noStrike" spc="-10" mc:Ignorable="hp" hp:hslEmbossed="0">
                <a:solidFill>
                  <a:schemeClr val="tx1"/>
                </a:solidFill>
              </a:rPr>
              <a:t>.</a:t>
            </a:r>
            <a:endParaRPr xmlns:mc="http://schemas.openxmlformats.org/markup-compatibility/2006" xmlns:hp="http://schemas.haansoft.com/office/presentation/8.0" lang="en-US" altLang="ko-KR" sz="1200" b="0" i="0" u="none" strike="noStrike" spc="-10" mc:Ignorable="hp" hp:hslEmbossed="0">
              <a:solidFill>
                <a:schemeClr val="tx1"/>
              </a:solidFill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1200" b="0" i="0" u="none" strike="noStrike" spc="-10" mc:Ignorable="hp" hp:hslEmbossed="0">
                <a:solidFill>
                  <a:schemeClr val="tx1"/>
                </a:solidFill>
              </a:rPr>
              <a:t> </a:t>
            </a:r>
            <a:r>
              <a:rPr xmlns:mc="http://schemas.openxmlformats.org/markup-compatibility/2006" xmlns:hp="http://schemas.haansoft.com/office/presentation/8.0" sz="1200" b="0" i="0" u="none" strike="noStrike" spc="-10" mc:Ignorable="hp" hp:hslEmbossed="0">
                <a:solidFill>
                  <a:schemeClr val="tx1"/>
                </a:solidFill>
              </a:rPr>
              <a:t>·고려할 기간은 </a:t>
            </a:r>
            <a:r>
              <a:rPr xmlns:mc="http://schemas.openxmlformats.org/markup-compatibility/2006" xmlns:hp="http://schemas.haansoft.com/office/presentation/8.0" lang="EN-US" sz="1200" b="0" i="0" u="none" strike="noStrike" spc="-10" mc:Ignorable="hp" hp:hslEmbossed="0">
                <a:solidFill>
                  <a:schemeClr val="tx1"/>
                </a:solidFill>
              </a:rPr>
              <a:t>24</a:t>
            </a:r>
            <a:r>
              <a:rPr xmlns:mc="http://schemas.openxmlformats.org/markup-compatibility/2006" xmlns:hp="http://schemas.haansoft.com/office/presentation/8.0" sz="1200" b="0" i="0" u="none" strike="noStrike" spc="-10" mc:Ignorable="hp" hp:hslEmbossed="0">
                <a:solidFill>
                  <a:schemeClr val="tx1"/>
                </a:solidFill>
              </a:rPr>
              <a:t>시간으로 지정 </a:t>
            </a:r>
            <a:r>
              <a:rPr xmlns:mc="http://schemas.openxmlformats.org/markup-compatibility/2006" xmlns:hp="http://schemas.haansoft.com/office/presentation/8.0" lang="EN-US" sz="1200" b="0" i="0" u="none" strike="noStrike" spc="-10" mc:Ignorable="hp" hp:hslEmbossed="0">
                <a:solidFill>
                  <a:schemeClr val="tx1"/>
                </a:solidFill>
              </a:rPr>
              <a:t>epoch</a:t>
            </a:r>
            <a:r>
              <a:rPr xmlns:mc="http://schemas.openxmlformats.org/markup-compatibility/2006" xmlns:hp="http://schemas.haansoft.com/office/presentation/8.0" sz="1200" b="0" i="0" u="none" strike="noStrike" spc="-10" mc:Ignorable="hp" hp:hslEmbossed="0">
                <a:solidFill>
                  <a:schemeClr val="tx1"/>
                </a:solidFill>
              </a:rPr>
              <a:t>은 </a:t>
            </a:r>
            <a:r>
              <a:rPr xmlns:mc="http://schemas.openxmlformats.org/markup-compatibility/2006" xmlns:hp="http://schemas.haansoft.com/office/presentation/8.0" lang="EN-US" sz="1200" b="0" i="0" u="none" strike="noStrike" spc="-10" mc:Ignorable="hp" hp:hslEmbossed="0">
                <a:solidFill>
                  <a:schemeClr val="tx1"/>
                </a:solidFill>
              </a:rPr>
              <a:t>30 batch_size</a:t>
            </a:r>
            <a:r>
              <a:rPr xmlns:mc="http://schemas.openxmlformats.org/markup-compatibility/2006" xmlns:hp="http://schemas.haansoft.com/office/presentation/8.0" sz="1200" b="0" i="0" u="none" strike="noStrike" spc="-10" mc:Ignorable="hp" hp:hslEmbossed="0">
                <a:solidFill>
                  <a:schemeClr val="tx1"/>
                </a:solidFill>
              </a:rPr>
              <a:t>는 </a:t>
            </a:r>
            <a:r>
              <a:rPr xmlns:mc="http://schemas.openxmlformats.org/markup-compatibility/2006" xmlns:hp="http://schemas.haansoft.com/office/presentation/8.0" lang="EN-US" sz="1200" b="0" i="0" u="none" strike="noStrike" spc="-10" mc:Ignorable="hp" hp:hslEmbossed="0">
                <a:solidFill>
                  <a:schemeClr val="tx1"/>
                </a:solidFill>
              </a:rPr>
              <a:t>20 </a:t>
            </a:r>
            <a:r>
              <a:rPr xmlns:mc="http://schemas.openxmlformats.org/markup-compatibility/2006" xmlns:hp="http://schemas.haansoft.com/office/presentation/8.0" sz="1200" b="0" i="0" u="none" strike="noStrike" spc="-10" mc:Ignorable="hp" hp:hslEmbossed="0">
                <a:solidFill>
                  <a:schemeClr val="tx1"/>
                </a:solidFill>
              </a:rPr>
              <a:t>활성화 함수는 </a:t>
            </a:r>
            <a:r>
              <a:rPr xmlns:mc="http://schemas.openxmlformats.org/markup-compatibility/2006" xmlns:hp="http://schemas.haansoft.com/office/presentation/8.0" lang="EN-US" sz="1200" b="0" i="0" u="none" strike="noStrike" spc="-10" mc:Ignorable="hp" hp:hslEmbossed="0">
                <a:solidFill>
                  <a:schemeClr val="tx1"/>
                </a:solidFill>
              </a:rPr>
              <a:t>relu</a:t>
            </a:r>
            <a:r>
              <a:rPr xmlns:mc="http://schemas.openxmlformats.org/markup-compatibility/2006" xmlns:hp="http://schemas.haansoft.com/office/presentation/8.0" sz="1200" b="0" i="0" u="none" strike="noStrike" spc="-10" mc:Ignorable="hp" hp:hslEmbossed="0">
                <a:solidFill>
                  <a:schemeClr val="tx1"/>
                </a:solidFill>
              </a:rPr>
              <a:t>함수로 지정함</a:t>
            </a:r>
            <a:r>
              <a:rPr xmlns:mc="http://schemas.openxmlformats.org/markup-compatibility/2006" xmlns:hp="http://schemas.haansoft.com/office/presentation/8.0" lang="EN-US" sz="1200" b="0" i="0" u="none" strike="noStrike" spc="-10" mc:Ignorable="hp" hp:hslEmbossed="0">
                <a:solidFill>
                  <a:schemeClr val="tx1"/>
                </a:solidFill>
              </a:rPr>
              <a:t>.</a:t>
            </a:r>
            <a:endParaRPr xmlns:mc="http://schemas.openxmlformats.org/markup-compatibility/2006" xmlns:hp="http://schemas.haansoft.com/office/presentation/8.0" lang="EN-US" sz="1200" b="0" i="0" u="none" strike="noStrike" spc="-10" mc:Ignorable="hp" hp:hslEmbossed="0">
              <a:solidFill>
                <a:schemeClr val="tx1"/>
              </a:solidFill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xmlns:mc="http://schemas.openxmlformats.org/markup-compatibility/2006" xmlns:hp="http://schemas.haansoft.com/office/presentation/8.0" lang="EN-US" sz="1100" b="0" i="0" u="none" strike="noStrike" spc="-10" mc:Ignorable="hp" hp:hslEmbossed="0">
              <a:solidFill>
                <a:schemeClr val="tx1"/>
              </a:solidFill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xmlns:mc="http://schemas.openxmlformats.org/markup-compatibility/2006" xmlns:hp="http://schemas.haansoft.com/office/presentation/8.0" lang="EN-US" sz="1100" b="0" i="0" u="none" strike="noStrike" spc="-10" mc:Ignorable="hp" hp:hslEmbossed="0">
              <a:solidFill>
                <a:schemeClr val="tx1"/>
              </a:solidFill>
            </a:endParaRPr>
          </a:p>
        </p:txBody>
      </p:sp>
      <p:pic>
        <p:nvPicPr>
          <p:cNvPr id="8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400228" y="2309813"/>
            <a:ext cx="4834507" cy="2886074"/>
          </a:xfrm>
          <a:prstGeom prst="rect">
            <a:avLst/>
          </a:prstGeom>
        </p:spPr>
      </p:pic>
      <p:pic>
        <p:nvPicPr>
          <p:cNvPr id="83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400801" y="1304925"/>
            <a:ext cx="5029200" cy="827924"/>
          </a:xfrm>
          <a:prstGeom prst="rect">
            <a:avLst/>
          </a:prstGeom>
        </p:spPr>
      </p:pic>
      <p:pic>
        <p:nvPicPr>
          <p:cNvPr id="84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386512" y="5391150"/>
            <a:ext cx="2162175" cy="533400"/>
          </a:xfrm>
          <a:prstGeom prst="rect">
            <a:avLst/>
          </a:prstGeom>
        </p:spPr>
      </p:pic>
      <p:graphicFrame>
        <p:nvGraphicFramePr>
          <p:cNvPr id="105" name="표 2"/>
          <p:cNvGraphicFramePr>
            <a:graphicFrameLocks noGrp="1"/>
          </p:cNvGraphicFramePr>
          <p:nvPr/>
        </p:nvGraphicFramePr>
        <p:xfrm>
          <a:off x="292100" y="1359017"/>
          <a:ext cx="1079500" cy="1908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/>
              </a:tblGrid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개요  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변수선택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모델생성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예측결과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활용방안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d8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그룹 30"/>
          <p:cNvGrpSpPr/>
          <p:nvPr/>
        </p:nvGrpSpPr>
        <p:grpSpPr>
          <a:xfrm rot="0">
            <a:off x="292100" y="252412"/>
            <a:ext cx="11506200" cy="6364288"/>
            <a:chOff x="292100" y="252412"/>
            <a:chExt cx="11506200" cy="6364288"/>
          </a:xfrm>
        </p:grpSpPr>
        <p:sp>
          <p:nvSpPr>
            <p:cNvPr id="88" name="모서리가 둥근 직사각형 1"/>
            <p:cNvSpPr/>
            <p:nvPr/>
          </p:nvSpPr>
          <p:spPr>
            <a:xfrm>
              <a:off x="292100" y="252412"/>
              <a:ext cx="11506200" cy="6364288"/>
            </a:xfrm>
            <a:prstGeom prst="roundRect">
              <a:avLst>
                <a:gd name="adj" fmla="val 5692"/>
              </a:avLst>
            </a:prstGeom>
            <a:solidFill>
              <a:srgbClr val="fe6b25">
                <a:alpha val="100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89" name="모서리가 둥근 직사각형 4"/>
            <p:cNvSpPr/>
            <p:nvPr/>
          </p:nvSpPr>
          <p:spPr>
            <a:xfrm>
              <a:off x="1371600" y="303212"/>
              <a:ext cx="10375900" cy="6262688"/>
            </a:xfrm>
            <a:prstGeom prst="roundRect">
              <a:avLst>
                <a:gd name="adj" fmla="val 4867"/>
              </a:avLst>
            </a:prstGeom>
            <a:solidFill>
              <a:srgbClr val="ffffff">
                <a:alpha val="100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grpSp>
          <p:nvGrpSpPr>
            <p:cNvPr id="90" name="그룹 24"/>
            <p:cNvGrpSpPr/>
            <p:nvPr/>
          </p:nvGrpSpPr>
          <p:grpSpPr>
            <a:xfrm rot="0">
              <a:off x="418080" y="1495425"/>
              <a:ext cx="150738" cy="1628710"/>
              <a:chOff x="392680" y="1495425"/>
              <a:chExt cx="150738" cy="1628710"/>
            </a:xfrm>
          </p:grpSpPr>
          <p:sp>
            <p:nvSpPr>
              <p:cNvPr id="91" name="Freeform 9"/>
              <p:cNvSpPr/>
              <p:nvPr/>
            </p:nvSpPr>
            <p:spPr>
              <a:xfrm>
                <a:off x="421490" y="1872946"/>
                <a:ext cx="93118" cy="122886"/>
              </a:xfrm>
              <a:custGeom>
                <a:avLst/>
                <a:gdLst>
                  <a:gd name="T0" fmla="*/ 1093 w 9310"/>
                  <a:gd name="T1" fmla="*/ 12245 h 12286"/>
                  <a:gd name="T2" fmla="*/ 582 w 9310"/>
                  <a:gd name="T3" fmla="*/ 12007 h 12286"/>
                  <a:gd name="T4" fmla="*/ 279 w 9310"/>
                  <a:gd name="T5" fmla="*/ 11710 h 12286"/>
                  <a:gd name="T6" fmla="*/ 42 w 9310"/>
                  <a:gd name="T7" fmla="*/ 11209 h 12286"/>
                  <a:gd name="T8" fmla="*/ 0 w 9310"/>
                  <a:gd name="T9" fmla="*/ 1919 h 12286"/>
                  <a:gd name="T10" fmla="*/ 117 w 9310"/>
                  <a:gd name="T11" fmla="*/ 1260 h 12286"/>
                  <a:gd name="T12" fmla="*/ 498 w 9310"/>
                  <a:gd name="T13" fmla="*/ 629 h 12286"/>
                  <a:gd name="T14" fmla="*/ 1088 w 9310"/>
                  <a:gd name="T15" fmla="*/ 189 h 12286"/>
                  <a:gd name="T16" fmla="*/ 1821 w 9310"/>
                  <a:gd name="T17" fmla="*/ 1 h 12286"/>
                  <a:gd name="T18" fmla="*/ 7682 w 9310"/>
                  <a:gd name="T19" fmla="*/ 22 h 12286"/>
                  <a:gd name="T20" fmla="*/ 8385 w 9310"/>
                  <a:gd name="T21" fmla="*/ 278 h 12286"/>
                  <a:gd name="T22" fmla="*/ 8929 w 9310"/>
                  <a:gd name="T23" fmla="*/ 772 h 12286"/>
                  <a:gd name="T24" fmla="*/ 9250 w 9310"/>
                  <a:gd name="T25" fmla="*/ 1440 h 12286"/>
                  <a:gd name="T26" fmla="*/ 9310 w 9310"/>
                  <a:gd name="T27" fmla="*/ 8471 h 12286"/>
                  <a:gd name="T28" fmla="*/ 9201 w 9310"/>
                  <a:gd name="T29" fmla="*/ 8777 h 12286"/>
                  <a:gd name="T30" fmla="*/ 8880 w 9310"/>
                  <a:gd name="T31" fmla="*/ 8949 h 12286"/>
                  <a:gd name="T32" fmla="*/ 8601 w 9310"/>
                  <a:gd name="T33" fmla="*/ 8894 h 12286"/>
                  <a:gd name="T34" fmla="*/ 8370 w 9310"/>
                  <a:gd name="T35" fmla="*/ 8615 h 12286"/>
                  <a:gd name="T36" fmla="*/ 8349 w 9310"/>
                  <a:gd name="T37" fmla="*/ 1870 h 12286"/>
                  <a:gd name="T38" fmla="*/ 8255 w 9310"/>
                  <a:gd name="T39" fmla="*/ 1503 h 12286"/>
                  <a:gd name="T40" fmla="*/ 8035 w 9310"/>
                  <a:gd name="T41" fmla="*/ 1209 h 12286"/>
                  <a:gd name="T42" fmla="*/ 7720 w 9310"/>
                  <a:gd name="T43" fmla="*/ 1018 h 12286"/>
                  <a:gd name="T44" fmla="*/ 7390 w 9310"/>
                  <a:gd name="T45" fmla="*/ 960 h 12286"/>
                  <a:gd name="T46" fmla="*/ 1680 w 9310"/>
                  <a:gd name="T47" fmla="*/ 989 h 12286"/>
                  <a:gd name="T48" fmla="*/ 1346 w 9310"/>
                  <a:gd name="T49" fmla="*/ 1150 h 12286"/>
                  <a:gd name="T50" fmla="*/ 1098 w 9310"/>
                  <a:gd name="T51" fmla="*/ 1423 h 12286"/>
                  <a:gd name="T52" fmla="*/ 970 w 9310"/>
                  <a:gd name="T53" fmla="*/ 1774 h 12286"/>
                  <a:gd name="T54" fmla="*/ 962 w 9310"/>
                  <a:gd name="T55" fmla="*/ 10904 h 12286"/>
                  <a:gd name="T56" fmla="*/ 1091 w 9310"/>
                  <a:gd name="T57" fmla="*/ 11185 h 12286"/>
                  <a:gd name="T58" fmla="*/ 1405 w 9310"/>
                  <a:gd name="T59" fmla="*/ 11326 h 12286"/>
                  <a:gd name="T60" fmla="*/ 1677 w 9310"/>
                  <a:gd name="T61" fmla="*/ 11273 h 12286"/>
                  <a:gd name="T62" fmla="*/ 4346 w 9310"/>
                  <a:gd name="T63" fmla="*/ 8559 h 12286"/>
                  <a:gd name="T64" fmla="*/ 4655 w 9310"/>
                  <a:gd name="T65" fmla="*/ 8448 h 12286"/>
                  <a:gd name="T66" fmla="*/ 4964 w 9310"/>
                  <a:gd name="T67" fmla="*/ 8559 h 12286"/>
                  <a:gd name="T68" fmla="*/ 7633 w 9310"/>
                  <a:gd name="T69" fmla="*/ 11273 h 12286"/>
                  <a:gd name="T70" fmla="*/ 7902 w 9310"/>
                  <a:gd name="T71" fmla="*/ 11326 h 12286"/>
                  <a:gd name="T72" fmla="*/ 8215 w 9310"/>
                  <a:gd name="T73" fmla="*/ 11182 h 12286"/>
                  <a:gd name="T74" fmla="*/ 8349 w 9310"/>
                  <a:gd name="T75" fmla="*/ 10897 h 12286"/>
                  <a:gd name="T76" fmla="*/ 8408 w 9310"/>
                  <a:gd name="T77" fmla="*/ 10618 h 12286"/>
                  <a:gd name="T78" fmla="*/ 8687 w 9310"/>
                  <a:gd name="T79" fmla="*/ 10387 h 12286"/>
                  <a:gd name="T80" fmla="*/ 8974 w 9310"/>
                  <a:gd name="T81" fmla="*/ 10387 h 12286"/>
                  <a:gd name="T82" fmla="*/ 9253 w 9310"/>
                  <a:gd name="T83" fmla="*/ 10618 h 12286"/>
                  <a:gd name="T84" fmla="*/ 9309 w 9310"/>
                  <a:gd name="T85" fmla="*/ 10920 h 12286"/>
                  <a:gd name="T86" fmla="*/ 9174 w 9310"/>
                  <a:gd name="T87" fmla="*/ 11466 h 12286"/>
                  <a:gd name="T88" fmla="*/ 8890 w 9310"/>
                  <a:gd name="T89" fmla="*/ 11865 h 12286"/>
                  <a:gd name="T90" fmla="*/ 8474 w 9310"/>
                  <a:gd name="T91" fmla="*/ 12151 h 12286"/>
                  <a:gd name="T92" fmla="*/ 7913 w 9310"/>
                  <a:gd name="T93" fmla="*/ 12286 h 12286"/>
                  <a:gd name="T94" fmla="*/ 7489 w 9310"/>
                  <a:gd name="T95" fmla="*/ 12242 h 12286"/>
                  <a:gd name="T96" fmla="*/ 6997 w 9310"/>
                  <a:gd name="T97" fmla="*/ 12001 h 12286"/>
                  <a:gd name="T98" fmla="*/ 2472 w 9310"/>
                  <a:gd name="T99" fmla="*/ 11859 h 12286"/>
                  <a:gd name="T100" fmla="*/ 2080 w 9310"/>
                  <a:gd name="T101" fmla="*/ 12145 h 12286"/>
                  <a:gd name="T102" fmla="*/ 1545 w 9310"/>
                  <a:gd name="T103" fmla="*/ 12285 h 1228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310" h="12286">
                    <a:moveTo>
                      <a:pt x="1447" y="12286"/>
                    </a:moveTo>
                    <a:lnTo>
                      <a:pt x="1375" y="12286"/>
                    </a:lnTo>
                    <a:lnTo>
                      <a:pt x="1232" y="12272"/>
                    </a:lnTo>
                    <a:lnTo>
                      <a:pt x="1093" y="12245"/>
                    </a:lnTo>
                    <a:lnTo>
                      <a:pt x="957" y="12203"/>
                    </a:lnTo>
                    <a:lnTo>
                      <a:pt x="826" y="12150"/>
                    </a:lnTo>
                    <a:lnTo>
                      <a:pt x="700" y="12085"/>
                    </a:lnTo>
                    <a:lnTo>
                      <a:pt x="582" y="12007"/>
                    </a:lnTo>
                    <a:lnTo>
                      <a:pt x="471" y="11918"/>
                    </a:lnTo>
                    <a:lnTo>
                      <a:pt x="419" y="11869"/>
                    </a:lnTo>
                    <a:lnTo>
                      <a:pt x="370" y="11818"/>
                    </a:lnTo>
                    <a:lnTo>
                      <a:pt x="279" y="11710"/>
                    </a:lnTo>
                    <a:lnTo>
                      <a:pt x="202" y="11595"/>
                    </a:lnTo>
                    <a:lnTo>
                      <a:pt x="135" y="11471"/>
                    </a:lnTo>
                    <a:lnTo>
                      <a:pt x="82" y="11343"/>
                    </a:lnTo>
                    <a:lnTo>
                      <a:pt x="42" y="11209"/>
                    </a:lnTo>
                    <a:lnTo>
                      <a:pt x="14" y="11070"/>
                    </a:lnTo>
                    <a:lnTo>
                      <a:pt x="1" y="10927"/>
                    </a:lnTo>
                    <a:lnTo>
                      <a:pt x="0" y="10855"/>
                    </a:lnTo>
                    <a:lnTo>
                      <a:pt x="0" y="1919"/>
                    </a:lnTo>
                    <a:lnTo>
                      <a:pt x="1" y="1821"/>
                    </a:lnTo>
                    <a:lnTo>
                      <a:pt x="22" y="1627"/>
                    </a:lnTo>
                    <a:lnTo>
                      <a:pt x="60" y="1440"/>
                    </a:lnTo>
                    <a:lnTo>
                      <a:pt x="117" y="1260"/>
                    </a:lnTo>
                    <a:lnTo>
                      <a:pt x="189" y="1089"/>
                    </a:lnTo>
                    <a:lnTo>
                      <a:pt x="278" y="924"/>
                    </a:lnTo>
                    <a:lnTo>
                      <a:pt x="382" y="772"/>
                    </a:lnTo>
                    <a:lnTo>
                      <a:pt x="498" y="629"/>
                    </a:lnTo>
                    <a:lnTo>
                      <a:pt x="629" y="498"/>
                    </a:lnTo>
                    <a:lnTo>
                      <a:pt x="772" y="382"/>
                    </a:lnTo>
                    <a:lnTo>
                      <a:pt x="924" y="278"/>
                    </a:lnTo>
                    <a:lnTo>
                      <a:pt x="1088" y="189"/>
                    </a:lnTo>
                    <a:lnTo>
                      <a:pt x="1260" y="117"/>
                    </a:lnTo>
                    <a:lnTo>
                      <a:pt x="1440" y="60"/>
                    </a:lnTo>
                    <a:lnTo>
                      <a:pt x="1627" y="22"/>
                    </a:lnTo>
                    <a:lnTo>
                      <a:pt x="1821" y="1"/>
                    </a:lnTo>
                    <a:lnTo>
                      <a:pt x="1919" y="0"/>
                    </a:lnTo>
                    <a:lnTo>
                      <a:pt x="7390" y="0"/>
                    </a:lnTo>
                    <a:lnTo>
                      <a:pt x="7489" y="1"/>
                    </a:lnTo>
                    <a:lnTo>
                      <a:pt x="7682" y="22"/>
                    </a:lnTo>
                    <a:lnTo>
                      <a:pt x="7869" y="60"/>
                    </a:lnTo>
                    <a:lnTo>
                      <a:pt x="8049" y="117"/>
                    </a:lnTo>
                    <a:lnTo>
                      <a:pt x="8222" y="189"/>
                    </a:lnTo>
                    <a:lnTo>
                      <a:pt x="8385" y="278"/>
                    </a:lnTo>
                    <a:lnTo>
                      <a:pt x="8539" y="382"/>
                    </a:lnTo>
                    <a:lnTo>
                      <a:pt x="8681" y="498"/>
                    </a:lnTo>
                    <a:lnTo>
                      <a:pt x="8811" y="629"/>
                    </a:lnTo>
                    <a:lnTo>
                      <a:pt x="8929" y="772"/>
                    </a:lnTo>
                    <a:lnTo>
                      <a:pt x="9033" y="924"/>
                    </a:lnTo>
                    <a:lnTo>
                      <a:pt x="9120" y="1089"/>
                    </a:lnTo>
                    <a:lnTo>
                      <a:pt x="9194" y="1260"/>
                    </a:lnTo>
                    <a:lnTo>
                      <a:pt x="9250" y="1440"/>
                    </a:lnTo>
                    <a:lnTo>
                      <a:pt x="9289" y="1627"/>
                    </a:lnTo>
                    <a:lnTo>
                      <a:pt x="9308" y="1821"/>
                    </a:lnTo>
                    <a:lnTo>
                      <a:pt x="9310" y="1919"/>
                    </a:lnTo>
                    <a:lnTo>
                      <a:pt x="9310" y="8471"/>
                    </a:lnTo>
                    <a:lnTo>
                      <a:pt x="9308" y="8521"/>
                    </a:lnTo>
                    <a:lnTo>
                      <a:pt x="9289" y="8615"/>
                    </a:lnTo>
                    <a:lnTo>
                      <a:pt x="9253" y="8700"/>
                    </a:lnTo>
                    <a:lnTo>
                      <a:pt x="9201" y="8777"/>
                    </a:lnTo>
                    <a:lnTo>
                      <a:pt x="9136" y="8842"/>
                    </a:lnTo>
                    <a:lnTo>
                      <a:pt x="9058" y="8894"/>
                    </a:lnTo>
                    <a:lnTo>
                      <a:pt x="8974" y="8930"/>
                    </a:lnTo>
                    <a:lnTo>
                      <a:pt x="8880" y="8949"/>
                    </a:lnTo>
                    <a:lnTo>
                      <a:pt x="8830" y="8952"/>
                    </a:lnTo>
                    <a:lnTo>
                      <a:pt x="8781" y="8949"/>
                    </a:lnTo>
                    <a:lnTo>
                      <a:pt x="8687" y="8930"/>
                    </a:lnTo>
                    <a:lnTo>
                      <a:pt x="8601" y="8894"/>
                    </a:lnTo>
                    <a:lnTo>
                      <a:pt x="8524" y="8842"/>
                    </a:lnTo>
                    <a:lnTo>
                      <a:pt x="8460" y="8777"/>
                    </a:lnTo>
                    <a:lnTo>
                      <a:pt x="8408" y="8700"/>
                    </a:lnTo>
                    <a:lnTo>
                      <a:pt x="8370" y="8615"/>
                    </a:lnTo>
                    <a:lnTo>
                      <a:pt x="8352" y="8521"/>
                    </a:lnTo>
                    <a:lnTo>
                      <a:pt x="8350" y="8471"/>
                    </a:lnTo>
                    <a:lnTo>
                      <a:pt x="8350" y="1919"/>
                    </a:lnTo>
                    <a:lnTo>
                      <a:pt x="8349" y="1870"/>
                    </a:lnTo>
                    <a:lnTo>
                      <a:pt x="8340" y="1774"/>
                    </a:lnTo>
                    <a:lnTo>
                      <a:pt x="8320" y="1680"/>
                    </a:lnTo>
                    <a:lnTo>
                      <a:pt x="8293" y="1590"/>
                    </a:lnTo>
                    <a:lnTo>
                      <a:pt x="8255" y="1503"/>
                    </a:lnTo>
                    <a:lnTo>
                      <a:pt x="8211" y="1423"/>
                    </a:lnTo>
                    <a:lnTo>
                      <a:pt x="8160" y="1346"/>
                    </a:lnTo>
                    <a:lnTo>
                      <a:pt x="8101" y="1274"/>
                    </a:lnTo>
                    <a:lnTo>
                      <a:pt x="8035" y="1209"/>
                    </a:lnTo>
                    <a:lnTo>
                      <a:pt x="7964" y="1150"/>
                    </a:lnTo>
                    <a:lnTo>
                      <a:pt x="7888" y="1099"/>
                    </a:lnTo>
                    <a:lnTo>
                      <a:pt x="7806" y="1054"/>
                    </a:lnTo>
                    <a:lnTo>
                      <a:pt x="7720" y="1018"/>
                    </a:lnTo>
                    <a:lnTo>
                      <a:pt x="7630" y="989"/>
                    </a:lnTo>
                    <a:lnTo>
                      <a:pt x="7537" y="970"/>
                    </a:lnTo>
                    <a:lnTo>
                      <a:pt x="7440" y="960"/>
                    </a:lnTo>
                    <a:lnTo>
                      <a:pt x="7390" y="960"/>
                    </a:lnTo>
                    <a:lnTo>
                      <a:pt x="1919" y="960"/>
                    </a:lnTo>
                    <a:lnTo>
                      <a:pt x="1870" y="960"/>
                    </a:lnTo>
                    <a:lnTo>
                      <a:pt x="1774" y="970"/>
                    </a:lnTo>
                    <a:lnTo>
                      <a:pt x="1680" y="989"/>
                    </a:lnTo>
                    <a:lnTo>
                      <a:pt x="1589" y="1018"/>
                    </a:lnTo>
                    <a:lnTo>
                      <a:pt x="1503" y="1054"/>
                    </a:lnTo>
                    <a:lnTo>
                      <a:pt x="1422" y="1099"/>
                    </a:lnTo>
                    <a:lnTo>
                      <a:pt x="1346" y="1150"/>
                    </a:lnTo>
                    <a:lnTo>
                      <a:pt x="1274" y="1209"/>
                    </a:lnTo>
                    <a:lnTo>
                      <a:pt x="1209" y="1274"/>
                    </a:lnTo>
                    <a:lnTo>
                      <a:pt x="1150" y="1346"/>
                    </a:lnTo>
                    <a:lnTo>
                      <a:pt x="1098" y="1423"/>
                    </a:lnTo>
                    <a:lnTo>
                      <a:pt x="1054" y="1503"/>
                    </a:lnTo>
                    <a:lnTo>
                      <a:pt x="1018" y="1590"/>
                    </a:lnTo>
                    <a:lnTo>
                      <a:pt x="989" y="1680"/>
                    </a:lnTo>
                    <a:lnTo>
                      <a:pt x="970" y="1774"/>
                    </a:lnTo>
                    <a:lnTo>
                      <a:pt x="960" y="1870"/>
                    </a:lnTo>
                    <a:lnTo>
                      <a:pt x="960" y="1919"/>
                    </a:lnTo>
                    <a:lnTo>
                      <a:pt x="960" y="10855"/>
                    </a:lnTo>
                    <a:lnTo>
                      <a:pt x="962" y="10904"/>
                    </a:lnTo>
                    <a:lnTo>
                      <a:pt x="978" y="10995"/>
                    </a:lnTo>
                    <a:lnTo>
                      <a:pt x="1011" y="11078"/>
                    </a:lnTo>
                    <a:lnTo>
                      <a:pt x="1061" y="11152"/>
                    </a:lnTo>
                    <a:lnTo>
                      <a:pt x="1091" y="11185"/>
                    </a:lnTo>
                    <a:lnTo>
                      <a:pt x="1129" y="11218"/>
                    </a:lnTo>
                    <a:lnTo>
                      <a:pt x="1212" y="11271"/>
                    </a:lnTo>
                    <a:lnTo>
                      <a:pt x="1306" y="11307"/>
                    </a:lnTo>
                    <a:lnTo>
                      <a:pt x="1405" y="11326"/>
                    </a:lnTo>
                    <a:lnTo>
                      <a:pt x="1456" y="11327"/>
                    </a:lnTo>
                    <a:lnTo>
                      <a:pt x="1504" y="11325"/>
                    </a:lnTo>
                    <a:lnTo>
                      <a:pt x="1595" y="11307"/>
                    </a:lnTo>
                    <a:lnTo>
                      <a:pt x="1677" y="11273"/>
                    </a:lnTo>
                    <a:lnTo>
                      <a:pt x="1751" y="11222"/>
                    </a:lnTo>
                    <a:lnTo>
                      <a:pt x="1784" y="11191"/>
                    </a:lnTo>
                    <a:lnTo>
                      <a:pt x="4310" y="8592"/>
                    </a:lnTo>
                    <a:lnTo>
                      <a:pt x="4346" y="8559"/>
                    </a:lnTo>
                    <a:lnTo>
                      <a:pt x="4426" y="8505"/>
                    </a:lnTo>
                    <a:lnTo>
                      <a:pt x="4513" y="8468"/>
                    </a:lnTo>
                    <a:lnTo>
                      <a:pt x="4607" y="8449"/>
                    </a:lnTo>
                    <a:lnTo>
                      <a:pt x="4655" y="8448"/>
                    </a:lnTo>
                    <a:lnTo>
                      <a:pt x="4703" y="8449"/>
                    </a:lnTo>
                    <a:lnTo>
                      <a:pt x="4797" y="8468"/>
                    </a:lnTo>
                    <a:lnTo>
                      <a:pt x="4885" y="8505"/>
                    </a:lnTo>
                    <a:lnTo>
                      <a:pt x="4964" y="8559"/>
                    </a:lnTo>
                    <a:lnTo>
                      <a:pt x="4999" y="8592"/>
                    </a:lnTo>
                    <a:lnTo>
                      <a:pt x="7527" y="11191"/>
                    </a:lnTo>
                    <a:lnTo>
                      <a:pt x="7560" y="11222"/>
                    </a:lnTo>
                    <a:lnTo>
                      <a:pt x="7633" y="11273"/>
                    </a:lnTo>
                    <a:lnTo>
                      <a:pt x="7714" y="11307"/>
                    </a:lnTo>
                    <a:lnTo>
                      <a:pt x="7803" y="11325"/>
                    </a:lnTo>
                    <a:lnTo>
                      <a:pt x="7852" y="11327"/>
                    </a:lnTo>
                    <a:lnTo>
                      <a:pt x="7902" y="11326"/>
                    </a:lnTo>
                    <a:lnTo>
                      <a:pt x="8002" y="11306"/>
                    </a:lnTo>
                    <a:lnTo>
                      <a:pt x="8095" y="11270"/>
                    </a:lnTo>
                    <a:lnTo>
                      <a:pt x="8179" y="11215"/>
                    </a:lnTo>
                    <a:lnTo>
                      <a:pt x="8215" y="11182"/>
                    </a:lnTo>
                    <a:lnTo>
                      <a:pt x="8248" y="11148"/>
                    </a:lnTo>
                    <a:lnTo>
                      <a:pt x="8298" y="11073"/>
                    </a:lnTo>
                    <a:lnTo>
                      <a:pt x="8331" y="10989"/>
                    </a:lnTo>
                    <a:lnTo>
                      <a:pt x="8349" y="10897"/>
                    </a:lnTo>
                    <a:lnTo>
                      <a:pt x="8350" y="10847"/>
                    </a:lnTo>
                    <a:lnTo>
                      <a:pt x="8352" y="10798"/>
                    </a:lnTo>
                    <a:lnTo>
                      <a:pt x="8370" y="10704"/>
                    </a:lnTo>
                    <a:lnTo>
                      <a:pt x="8408" y="10618"/>
                    </a:lnTo>
                    <a:lnTo>
                      <a:pt x="8460" y="10541"/>
                    </a:lnTo>
                    <a:lnTo>
                      <a:pt x="8524" y="10477"/>
                    </a:lnTo>
                    <a:lnTo>
                      <a:pt x="8601" y="10425"/>
                    </a:lnTo>
                    <a:lnTo>
                      <a:pt x="8687" y="10387"/>
                    </a:lnTo>
                    <a:lnTo>
                      <a:pt x="8781" y="10369"/>
                    </a:lnTo>
                    <a:lnTo>
                      <a:pt x="8830" y="10367"/>
                    </a:lnTo>
                    <a:lnTo>
                      <a:pt x="8880" y="10369"/>
                    </a:lnTo>
                    <a:lnTo>
                      <a:pt x="8974" y="10387"/>
                    </a:lnTo>
                    <a:lnTo>
                      <a:pt x="9058" y="10425"/>
                    </a:lnTo>
                    <a:lnTo>
                      <a:pt x="9136" y="10477"/>
                    </a:lnTo>
                    <a:lnTo>
                      <a:pt x="9201" y="10541"/>
                    </a:lnTo>
                    <a:lnTo>
                      <a:pt x="9253" y="10618"/>
                    </a:lnTo>
                    <a:lnTo>
                      <a:pt x="9289" y="10704"/>
                    </a:lnTo>
                    <a:lnTo>
                      <a:pt x="9308" y="10798"/>
                    </a:lnTo>
                    <a:lnTo>
                      <a:pt x="9310" y="10847"/>
                    </a:lnTo>
                    <a:lnTo>
                      <a:pt x="9309" y="10920"/>
                    </a:lnTo>
                    <a:lnTo>
                      <a:pt x="9295" y="11063"/>
                    </a:lnTo>
                    <a:lnTo>
                      <a:pt x="9267" y="11202"/>
                    </a:lnTo>
                    <a:lnTo>
                      <a:pt x="9227" y="11336"/>
                    </a:lnTo>
                    <a:lnTo>
                      <a:pt x="9174" y="11466"/>
                    </a:lnTo>
                    <a:lnTo>
                      <a:pt x="9107" y="11588"/>
                    </a:lnTo>
                    <a:lnTo>
                      <a:pt x="9030" y="11705"/>
                    </a:lnTo>
                    <a:lnTo>
                      <a:pt x="8939" y="11814"/>
                    </a:lnTo>
                    <a:lnTo>
                      <a:pt x="8890" y="11865"/>
                    </a:lnTo>
                    <a:lnTo>
                      <a:pt x="8837" y="11915"/>
                    </a:lnTo>
                    <a:lnTo>
                      <a:pt x="8724" y="12006"/>
                    </a:lnTo>
                    <a:lnTo>
                      <a:pt x="8602" y="12085"/>
                    </a:lnTo>
                    <a:lnTo>
                      <a:pt x="8474" y="12151"/>
                    </a:lnTo>
                    <a:lnTo>
                      <a:pt x="8340" y="12206"/>
                    </a:lnTo>
                    <a:lnTo>
                      <a:pt x="8200" y="12246"/>
                    </a:lnTo>
                    <a:lnTo>
                      <a:pt x="8058" y="12273"/>
                    </a:lnTo>
                    <a:lnTo>
                      <a:pt x="7913" y="12286"/>
                    </a:lnTo>
                    <a:lnTo>
                      <a:pt x="7841" y="12286"/>
                    </a:lnTo>
                    <a:lnTo>
                      <a:pt x="7767" y="12285"/>
                    </a:lnTo>
                    <a:lnTo>
                      <a:pt x="7626" y="12269"/>
                    </a:lnTo>
                    <a:lnTo>
                      <a:pt x="7489" y="12242"/>
                    </a:lnTo>
                    <a:lnTo>
                      <a:pt x="7358" y="12200"/>
                    </a:lnTo>
                    <a:lnTo>
                      <a:pt x="7232" y="12147"/>
                    </a:lnTo>
                    <a:lnTo>
                      <a:pt x="7111" y="12079"/>
                    </a:lnTo>
                    <a:lnTo>
                      <a:pt x="6997" y="12001"/>
                    </a:lnTo>
                    <a:lnTo>
                      <a:pt x="6889" y="11911"/>
                    </a:lnTo>
                    <a:lnTo>
                      <a:pt x="6839" y="11859"/>
                    </a:lnTo>
                    <a:lnTo>
                      <a:pt x="4655" y="9615"/>
                    </a:lnTo>
                    <a:lnTo>
                      <a:pt x="2472" y="11859"/>
                    </a:lnTo>
                    <a:lnTo>
                      <a:pt x="2422" y="11909"/>
                    </a:lnTo>
                    <a:lnTo>
                      <a:pt x="2315" y="12000"/>
                    </a:lnTo>
                    <a:lnTo>
                      <a:pt x="2201" y="12079"/>
                    </a:lnTo>
                    <a:lnTo>
                      <a:pt x="2080" y="12145"/>
                    </a:lnTo>
                    <a:lnTo>
                      <a:pt x="1955" y="12199"/>
                    </a:lnTo>
                    <a:lnTo>
                      <a:pt x="1823" y="12240"/>
                    </a:lnTo>
                    <a:lnTo>
                      <a:pt x="1686" y="12269"/>
                    </a:lnTo>
                    <a:lnTo>
                      <a:pt x="1545" y="12285"/>
                    </a:lnTo>
                    <a:lnTo>
                      <a:pt x="1473" y="12286"/>
                    </a:lnTo>
                    <a:lnTo>
                      <a:pt x="1460" y="12286"/>
                    </a:lnTo>
                    <a:lnTo>
                      <a:pt x="1447" y="12286"/>
                    </a:lnTo>
                    <a:close/>
                  </a:path>
                </a:pathLst>
              </a:custGeom>
              <a:solidFill>
                <a:srgbClr val="fed8c3">
                  <a:alpha val="10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p>
                <a:pPr marL="0" lvl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grpSp>
            <p:nvGrpSpPr>
              <p:cNvPr id="92" name="Group 12"/>
              <p:cNvGrpSpPr>
                <a:grpSpLocks noChangeAspect="1"/>
              </p:cNvGrpSpPr>
              <p:nvPr/>
            </p:nvGrpSpPr>
            <p:grpSpPr>
              <a:xfrm rot="0">
                <a:off x="392680" y="1495425"/>
                <a:ext cx="150738" cy="119909"/>
                <a:chOff x="6124" y="305"/>
                <a:chExt cx="841" cy="669"/>
              </a:xfrm>
              <a:solidFill>
                <a:srgbClr val="fed8c3">
                  <a:alpha val="100000"/>
                </a:srgbClr>
              </a:solidFill>
            </p:grpSpPr>
            <p:sp>
              <p:nvSpPr>
                <p:cNvPr id="93" name="Freeform 13"/>
                <p:cNvSpPr/>
                <p:nvPr/>
              </p:nvSpPr>
              <p:spPr>
                <a:xfrm>
                  <a:off x="6244" y="440"/>
                  <a:ext cx="601" cy="534"/>
                </a:xfrm>
                <a:custGeom>
                  <a:avLst/>
                  <a:gdLst>
                    <a:gd name="T0" fmla="*/ 902 w 1802"/>
                    <a:gd name="T1" fmla="*/ 0 h 1602"/>
                    <a:gd name="T2" fmla="*/ 2 w 1802"/>
                    <a:gd name="T3" fmla="*/ 742 h 1602"/>
                    <a:gd name="T4" fmla="*/ 2 w 1802"/>
                    <a:gd name="T5" fmla="*/ 743 h 1602"/>
                    <a:gd name="T6" fmla="*/ 2 w 1802"/>
                    <a:gd name="T7" fmla="*/ 746 h 1602"/>
                    <a:gd name="T8" fmla="*/ 0 w 1802"/>
                    <a:gd name="T9" fmla="*/ 749 h 1602"/>
                    <a:gd name="T10" fmla="*/ 0 w 1802"/>
                    <a:gd name="T11" fmla="*/ 751 h 1602"/>
                    <a:gd name="T12" fmla="*/ 0 w 1802"/>
                    <a:gd name="T13" fmla="*/ 1501 h 1602"/>
                    <a:gd name="T14" fmla="*/ 2 w 1802"/>
                    <a:gd name="T15" fmla="*/ 1521 h 1602"/>
                    <a:gd name="T16" fmla="*/ 16 w 1802"/>
                    <a:gd name="T17" fmla="*/ 1557 h 1602"/>
                    <a:gd name="T18" fmla="*/ 30 w 1802"/>
                    <a:gd name="T19" fmla="*/ 1572 h 1602"/>
                    <a:gd name="T20" fmla="*/ 45 w 1802"/>
                    <a:gd name="T21" fmla="*/ 1586 h 1602"/>
                    <a:gd name="T22" fmla="*/ 81 w 1802"/>
                    <a:gd name="T23" fmla="*/ 1601 h 1602"/>
                    <a:gd name="T24" fmla="*/ 100 w 1802"/>
                    <a:gd name="T25" fmla="*/ 1602 h 1602"/>
                    <a:gd name="T26" fmla="*/ 702 w 1802"/>
                    <a:gd name="T27" fmla="*/ 1602 h 1602"/>
                    <a:gd name="T28" fmla="*/ 702 w 1802"/>
                    <a:gd name="T29" fmla="*/ 1001 h 1602"/>
                    <a:gd name="T30" fmla="*/ 1102 w 1802"/>
                    <a:gd name="T31" fmla="*/ 1001 h 1602"/>
                    <a:gd name="T32" fmla="*/ 1102 w 1802"/>
                    <a:gd name="T33" fmla="*/ 1602 h 1602"/>
                    <a:gd name="T34" fmla="*/ 1703 w 1802"/>
                    <a:gd name="T35" fmla="*/ 1602 h 1602"/>
                    <a:gd name="T36" fmla="*/ 1723 w 1802"/>
                    <a:gd name="T37" fmla="*/ 1601 h 1602"/>
                    <a:gd name="T38" fmla="*/ 1758 w 1802"/>
                    <a:gd name="T39" fmla="*/ 1586 h 1602"/>
                    <a:gd name="T40" fmla="*/ 1773 w 1802"/>
                    <a:gd name="T41" fmla="*/ 1572 h 1602"/>
                    <a:gd name="T42" fmla="*/ 1786 w 1802"/>
                    <a:gd name="T43" fmla="*/ 1557 h 1602"/>
                    <a:gd name="T44" fmla="*/ 1802 w 1802"/>
                    <a:gd name="T45" fmla="*/ 1521 h 1602"/>
                    <a:gd name="T46" fmla="*/ 1802 w 1802"/>
                    <a:gd name="T47" fmla="*/ 1501 h 1602"/>
                    <a:gd name="T48" fmla="*/ 1802 w 1802"/>
                    <a:gd name="T49" fmla="*/ 751 h 1602"/>
                    <a:gd name="T50" fmla="*/ 1802 w 1802"/>
                    <a:gd name="T51" fmla="*/ 745 h 1602"/>
                    <a:gd name="T52" fmla="*/ 1801 w 1802"/>
                    <a:gd name="T53" fmla="*/ 742 h 1602"/>
                    <a:gd name="T54" fmla="*/ 902 w 1802"/>
                    <a:gd name="T55" fmla="*/ 0 h 1602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802" h="1602">
                      <a:moveTo>
                        <a:pt x="902" y="0"/>
                      </a:moveTo>
                      <a:lnTo>
                        <a:pt x="2" y="742"/>
                      </a:lnTo>
                      <a:lnTo>
                        <a:pt x="2" y="743"/>
                      </a:lnTo>
                      <a:lnTo>
                        <a:pt x="2" y="746"/>
                      </a:lnTo>
                      <a:lnTo>
                        <a:pt x="0" y="749"/>
                      </a:lnTo>
                      <a:lnTo>
                        <a:pt x="0" y="751"/>
                      </a:lnTo>
                      <a:lnTo>
                        <a:pt x="0" y="1501"/>
                      </a:lnTo>
                      <a:lnTo>
                        <a:pt x="2" y="1521"/>
                      </a:lnTo>
                      <a:lnTo>
                        <a:pt x="16" y="1557"/>
                      </a:lnTo>
                      <a:lnTo>
                        <a:pt x="30" y="1572"/>
                      </a:lnTo>
                      <a:lnTo>
                        <a:pt x="45" y="1586"/>
                      </a:lnTo>
                      <a:lnTo>
                        <a:pt x="81" y="1601"/>
                      </a:lnTo>
                      <a:lnTo>
                        <a:pt x="100" y="1602"/>
                      </a:lnTo>
                      <a:lnTo>
                        <a:pt x="702" y="1602"/>
                      </a:lnTo>
                      <a:lnTo>
                        <a:pt x="702" y="1001"/>
                      </a:lnTo>
                      <a:lnTo>
                        <a:pt x="1102" y="1001"/>
                      </a:lnTo>
                      <a:lnTo>
                        <a:pt x="1102" y="1602"/>
                      </a:lnTo>
                      <a:lnTo>
                        <a:pt x="1703" y="1602"/>
                      </a:lnTo>
                      <a:lnTo>
                        <a:pt x="1723" y="1601"/>
                      </a:lnTo>
                      <a:lnTo>
                        <a:pt x="1758" y="1586"/>
                      </a:lnTo>
                      <a:lnTo>
                        <a:pt x="1773" y="1572"/>
                      </a:lnTo>
                      <a:lnTo>
                        <a:pt x="1786" y="1557"/>
                      </a:lnTo>
                      <a:lnTo>
                        <a:pt x="1802" y="1521"/>
                      </a:lnTo>
                      <a:lnTo>
                        <a:pt x="1802" y="1501"/>
                      </a:lnTo>
                      <a:lnTo>
                        <a:pt x="1802" y="751"/>
                      </a:lnTo>
                      <a:lnTo>
                        <a:pt x="1802" y="745"/>
                      </a:lnTo>
                      <a:lnTo>
                        <a:pt x="1801" y="742"/>
                      </a:lnTo>
                      <a:lnTo>
                        <a:pt x="902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  <p:sp>
              <p:nvSpPr>
                <p:cNvPr id="94" name="Freeform 14"/>
                <p:cNvSpPr/>
                <p:nvPr/>
              </p:nvSpPr>
              <p:spPr>
                <a:xfrm>
                  <a:off x="6124" y="305"/>
                  <a:ext cx="841" cy="394"/>
                </a:xfrm>
                <a:custGeom>
                  <a:avLst/>
                  <a:gdLst>
                    <a:gd name="T0" fmla="*/ 2505 w 2522"/>
                    <a:gd name="T1" fmla="*/ 978 h 1181"/>
                    <a:gd name="T2" fmla="*/ 2162 w 2522"/>
                    <a:gd name="T3" fmla="*/ 694 h 1181"/>
                    <a:gd name="T4" fmla="*/ 2162 w 2522"/>
                    <a:gd name="T5" fmla="*/ 54 h 1181"/>
                    <a:gd name="T6" fmla="*/ 2162 w 2522"/>
                    <a:gd name="T7" fmla="*/ 44 h 1181"/>
                    <a:gd name="T8" fmla="*/ 2155 w 2522"/>
                    <a:gd name="T9" fmla="*/ 26 h 1181"/>
                    <a:gd name="T10" fmla="*/ 2149 w 2522"/>
                    <a:gd name="T11" fmla="*/ 18 h 1181"/>
                    <a:gd name="T12" fmla="*/ 2141 w 2522"/>
                    <a:gd name="T13" fmla="*/ 13 h 1181"/>
                    <a:gd name="T14" fmla="*/ 2123 w 2522"/>
                    <a:gd name="T15" fmla="*/ 5 h 1181"/>
                    <a:gd name="T16" fmla="*/ 2113 w 2522"/>
                    <a:gd name="T17" fmla="*/ 5 h 1181"/>
                    <a:gd name="T18" fmla="*/ 1812 w 2522"/>
                    <a:gd name="T19" fmla="*/ 5 h 1181"/>
                    <a:gd name="T20" fmla="*/ 1802 w 2522"/>
                    <a:gd name="T21" fmla="*/ 5 h 1181"/>
                    <a:gd name="T22" fmla="*/ 1783 w 2522"/>
                    <a:gd name="T23" fmla="*/ 13 h 1181"/>
                    <a:gd name="T24" fmla="*/ 1776 w 2522"/>
                    <a:gd name="T25" fmla="*/ 18 h 1181"/>
                    <a:gd name="T26" fmla="*/ 1770 w 2522"/>
                    <a:gd name="T27" fmla="*/ 26 h 1181"/>
                    <a:gd name="T28" fmla="*/ 1763 w 2522"/>
                    <a:gd name="T29" fmla="*/ 44 h 1181"/>
                    <a:gd name="T30" fmla="*/ 1762 w 2522"/>
                    <a:gd name="T31" fmla="*/ 54 h 1181"/>
                    <a:gd name="T32" fmla="*/ 1762 w 2522"/>
                    <a:gd name="T33" fmla="*/ 360 h 1181"/>
                    <a:gd name="T34" fmla="*/ 1380 w 2522"/>
                    <a:gd name="T35" fmla="*/ 41 h 1181"/>
                    <a:gd name="T36" fmla="*/ 1354 w 2522"/>
                    <a:gd name="T37" fmla="*/ 23 h 1181"/>
                    <a:gd name="T38" fmla="*/ 1295 w 2522"/>
                    <a:gd name="T39" fmla="*/ 1 h 1181"/>
                    <a:gd name="T40" fmla="*/ 1262 w 2522"/>
                    <a:gd name="T41" fmla="*/ 0 h 1181"/>
                    <a:gd name="T42" fmla="*/ 1227 w 2522"/>
                    <a:gd name="T43" fmla="*/ 1 h 1181"/>
                    <a:gd name="T44" fmla="*/ 1168 w 2522"/>
                    <a:gd name="T45" fmla="*/ 23 h 1181"/>
                    <a:gd name="T46" fmla="*/ 1142 w 2522"/>
                    <a:gd name="T47" fmla="*/ 41 h 1181"/>
                    <a:gd name="T48" fmla="*/ 17 w 2522"/>
                    <a:gd name="T49" fmla="*/ 978 h 1181"/>
                    <a:gd name="T50" fmla="*/ 10 w 2522"/>
                    <a:gd name="T51" fmla="*/ 985 h 1181"/>
                    <a:gd name="T52" fmla="*/ 1 w 2522"/>
                    <a:gd name="T53" fmla="*/ 1001 h 1181"/>
                    <a:gd name="T54" fmla="*/ 0 w 2522"/>
                    <a:gd name="T55" fmla="*/ 1012 h 1181"/>
                    <a:gd name="T56" fmla="*/ 0 w 2522"/>
                    <a:gd name="T57" fmla="*/ 1023 h 1181"/>
                    <a:gd name="T58" fmla="*/ 6 w 2522"/>
                    <a:gd name="T59" fmla="*/ 1040 h 1181"/>
                    <a:gd name="T60" fmla="*/ 12 w 2522"/>
                    <a:gd name="T61" fmla="*/ 1048 h 1181"/>
                    <a:gd name="T62" fmla="*/ 108 w 2522"/>
                    <a:gd name="T63" fmla="*/ 1164 h 1181"/>
                    <a:gd name="T64" fmla="*/ 122 w 2522"/>
                    <a:gd name="T65" fmla="*/ 1177 h 1181"/>
                    <a:gd name="T66" fmla="*/ 141 w 2522"/>
                    <a:gd name="T67" fmla="*/ 1181 h 1181"/>
                    <a:gd name="T68" fmla="*/ 160 w 2522"/>
                    <a:gd name="T69" fmla="*/ 1181 h 1181"/>
                    <a:gd name="T70" fmla="*/ 179 w 2522"/>
                    <a:gd name="T71" fmla="*/ 1171 h 1181"/>
                    <a:gd name="T72" fmla="*/ 1262 w 2522"/>
                    <a:gd name="T73" fmla="*/ 268 h 1181"/>
                    <a:gd name="T74" fmla="*/ 2344 w 2522"/>
                    <a:gd name="T75" fmla="*/ 1171 h 1181"/>
                    <a:gd name="T76" fmla="*/ 2358 w 2522"/>
                    <a:gd name="T77" fmla="*/ 1180 h 1181"/>
                    <a:gd name="T78" fmla="*/ 2377 w 2522"/>
                    <a:gd name="T79" fmla="*/ 1181 h 1181"/>
                    <a:gd name="T80" fmla="*/ 2383 w 2522"/>
                    <a:gd name="T81" fmla="*/ 1181 h 1181"/>
                    <a:gd name="T82" fmla="*/ 2401 w 2522"/>
                    <a:gd name="T83" fmla="*/ 1177 h 1181"/>
                    <a:gd name="T84" fmla="*/ 2414 w 2522"/>
                    <a:gd name="T85" fmla="*/ 1164 h 1181"/>
                    <a:gd name="T86" fmla="*/ 2512 w 2522"/>
                    <a:gd name="T87" fmla="*/ 1048 h 1181"/>
                    <a:gd name="T88" fmla="*/ 2518 w 2522"/>
                    <a:gd name="T89" fmla="*/ 1040 h 1181"/>
                    <a:gd name="T90" fmla="*/ 2522 w 2522"/>
                    <a:gd name="T91" fmla="*/ 1023 h 1181"/>
                    <a:gd name="T92" fmla="*/ 2522 w 2522"/>
                    <a:gd name="T93" fmla="*/ 1012 h 1181"/>
                    <a:gd name="T94" fmla="*/ 2521 w 2522"/>
                    <a:gd name="T95" fmla="*/ 1001 h 1181"/>
                    <a:gd name="T96" fmla="*/ 2512 w 2522"/>
                    <a:gd name="T97" fmla="*/ 985 h 1181"/>
                    <a:gd name="T98" fmla="*/ 2505 w 2522"/>
                    <a:gd name="T99" fmla="*/ 978 h 1181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2522" h="1181">
                      <a:moveTo>
                        <a:pt x="2505" y="978"/>
                      </a:moveTo>
                      <a:lnTo>
                        <a:pt x="2162" y="694"/>
                      </a:lnTo>
                      <a:lnTo>
                        <a:pt x="2162" y="54"/>
                      </a:lnTo>
                      <a:lnTo>
                        <a:pt x="2162" y="44"/>
                      </a:lnTo>
                      <a:lnTo>
                        <a:pt x="2155" y="26"/>
                      </a:lnTo>
                      <a:lnTo>
                        <a:pt x="2149" y="18"/>
                      </a:lnTo>
                      <a:lnTo>
                        <a:pt x="2141" y="13"/>
                      </a:lnTo>
                      <a:lnTo>
                        <a:pt x="2123" y="5"/>
                      </a:lnTo>
                      <a:lnTo>
                        <a:pt x="2113" y="5"/>
                      </a:lnTo>
                      <a:lnTo>
                        <a:pt x="1812" y="5"/>
                      </a:lnTo>
                      <a:lnTo>
                        <a:pt x="1802" y="5"/>
                      </a:lnTo>
                      <a:lnTo>
                        <a:pt x="1783" y="13"/>
                      </a:lnTo>
                      <a:lnTo>
                        <a:pt x="1776" y="18"/>
                      </a:lnTo>
                      <a:lnTo>
                        <a:pt x="1770" y="26"/>
                      </a:lnTo>
                      <a:lnTo>
                        <a:pt x="1763" y="44"/>
                      </a:lnTo>
                      <a:lnTo>
                        <a:pt x="1762" y="54"/>
                      </a:lnTo>
                      <a:lnTo>
                        <a:pt x="1762" y="360"/>
                      </a:lnTo>
                      <a:lnTo>
                        <a:pt x="1380" y="41"/>
                      </a:lnTo>
                      <a:lnTo>
                        <a:pt x="1354" y="23"/>
                      </a:lnTo>
                      <a:lnTo>
                        <a:pt x="1295" y="1"/>
                      </a:lnTo>
                      <a:lnTo>
                        <a:pt x="1262" y="0"/>
                      </a:lnTo>
                      <a:lnTo>
                        <a:pt x="1227" y="1"/>
                      </a:lnTo>
                      <a:lnTo>
                        <a:pt x="1168" y="23"/>
                      </a:lnTo>
                      <a:lnTo>
                        <a:pt x="1142" y="41"/>
                      </a:lnTo>
                      <a:lnTo>
                        <a:pt x="17" y="978"/>
                      </a:lnTo>
                      <a:lnTo>
                        <a:pt x="10" y="985"/>
                      </a:lnTo>
                      <a:lnTo>
                        <a:pt x="1" y="1001"/>
                      </a:lnTo>
                      <a:lnTo>
                        <a:pt x="0" y="1012"/>
                      </a:lnTo>
                      <a:lnTo>
                        <a:pt x="0" y="1023"/>
                      </a:lnTo>
                      <a:lnTo>
                        <a:pt x="6" y="1040"/>
                      </a:lnTo>
                      <a:lnTo>
                        <a:pt x="12" y="1048"/>
                      </a:lnTo>
                      <a:lnTo>
                        <a:pt x="108" y="1164"/>
                      </a:lnTo>
                      <a:lnTo>
                        <a:pt x="122" y="1177"/>
                      </a:lnTo>
                      <a:lnTo>
                        <a:pt x="141" y="1181"/>
                      </a:lnTo>
                      <a:lnTo>
                        <a:pt x="160" y="1181"/>
                      </a:lnTo>
                      <a:lnTo>
                        <a:pt x="179" y="1171"/>
                      </a:lnTo>
                      <a:lnTo>
                        <a:pt x="1262" y="268"/>
                      </a:lnTo>
                      <a:lnTo>
                        <a:pt x="2344" y="1171"/>
                      </a:lnTo>
                      <a:lnTo>
                        <a:pt x="2358" y="1180"/>
                      </a:lnTo>
                      <a:lnTo>
                        <a:pt x="2377" y="1181"/>
                      </a:lnTo>
                      <a:lnTo>
                        <a:pt x="2383" y="1181"/>
                      </a:lnTo>
                      <a:lnTo>
                        <a:pt x="2401" y="1177"/>
                      </a:lnTo>
                      <a:lnTo>
                        <a:pt x="2414" y="1164"/>
                      </a:lnTo>
                      <a:lnTo>
                        <a:pt x="2512" y="1048"/>
                      </a:lnTo>
                      <a:lnTo>
                        <a:pt x="2518" y="1040"/>
                      </a:lnTo>
                      <a:lnTo>
                        <a:pt x="2522" y="1023"/>
                      </a:lnTo>
                      <a:lnTo>
                        <a:pt x="2522" y="1012"/>
                      </a:lnTo>
                      <a:lnTo>
                        <a:pt x="2521" y="1001"/>
                      </a:lnTo>
                      <a:lnTo>
                        <a:pt x="2512" y="985"/>
                      </a:lnTo>
                      <a:lnTo>
                        <a:pt x="2505" y="978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</p:grpSp>
          <p:sp>
            <p:nvSpPr>
              <p:cNvPr id="96" name="자유형 11"/>
              <p:cNvSpPr/>
              <p:nvPr/>
            </p:nvSpPr>
            <p:spPr>
              <a:xfrm>
                <a:off x="411947" y="3025934"/>
                <a:ext cx="112204" cy="98201"/>
              </a:xfrm>
              <a:custGeom>
                <a:avLst/>
                <a:gdLst>
                  <a:gd name="connsiteX0" fmla="*/ 149021 w 448462"/>
                  <a:gd name="connsiteY0" fmla="*/ 328125 h 392491"/>
                  <a:gd name="connsiteX1" fmla="*/ 210588 w 448462"/>
                  <a:gd name="connsiteY1" fmla="*/ 357224 h 392491"/>
                  <a:gd name="connsiteX2" fmla="*/ 160375 w 448462"/>
                  <a:gd name="connsiteY2" fmla="*/ 391211 h 392491"/>
                  <a:gd name="connsiteX3" fmla="*/ 158502 w 448462"/>
                  <a:gd name="connsiteY3" fmla="*/ 392025 h 392491"/>
                  <a:gd name="connsiteX4" fmla="*/ 156629 w 448462"/>
                  <a:gd name="connsiteY4" fmla="*/ 392491 h 392491"/>
                  <a:gd name="connsiteX5" fmla="*/ 154757 w 448462"/>
                  <a:gd name="connsiteY5" fmla="*/ 392375 h 392491"/>
                  <a:gd name="connsiteX6" fmla="*/ 153001 w 448462"/>
                  <a:gd name="connsiteY6" fmla="*/ 391676 h 392491"/>
                  <a:gd name="connsiteX7" fmla="*/ 151362 w 448462"/>
                  <a:gd name="connsiteY7" fmla="*/ 390396 h 392491"/>
                  <a:gd name="connsiteX8" fmla="*/ 150075 w 448462"/>
                  <a:gd name="connsiteY8" fmla="*/ 388883 h 392491"/>
                  <a:gd name="connsiteX9" fmla="*/ 149255 w 448462"/>
                  <a:gd name="connsiteY9" fmla="*/ 387137 h 392491"/>
                  <a:gd name="connsiteX10" fmla="*/ 149021 w 448462"/>
                  <a:gd name="connsiteY10" fmla="*/ 385158 h 392491"/>
                  <a:gd name="connsiteX11" fmla="*/ 441235 w 448462"/>
                  <a:gd name="connsiteY11" fmla="*/ 0 h 392491"/>
                  <a:gd name="connsiteX12" fmla="*/ 442983 w 448462"/>
                  <a:gd name="connsiteY12" fmla="*/ 233 h 392491"/>
                  <a:gd name="connsiteX13" fmla="*/ 444615 w 448462"/>
                  <a:gd name="connsiteY13" fmla="*/ 816 h 392491"/>
                  <a:gd name="connsiteX14" fmla="*/ 446131 w 448462"/>
                  <a:gd name="connsiteY14" fmla="*/ 1866 h 392491"/>
                  <a:gd name="connsiteX15" fmla="*/ 447530 w 448462"/>
                  <a:gd name="connsiteY15" fmla="*/ 3615 h 392491"/>
                  <a:gd name="connsiteX16" fmla="*/ 448346 w 448462"/>
                  <a:gd name="connsiteY16" fmla="*/ 5714 h 392491"/>
                  <a:gd name="connsiteX17" fmla="*/ 448462 w 448462"/>
                  <a:gd name="connsiteY17" fmla="*/ 7696 h 392491"/>
                  <a:gd name="connsiteX18" fmla="*/ 447879 w 448462"/>
                  <a:gd name="connsiteY18" fmla="*/ 9911 h 392491"/>
                  <a:gd name="connsiteX19" fmla="*/ 307990 w 448462"/>
                  <a:gd name="connsiteY19" fmla="*/ 362641 h 392491"/>
                  <a:gd name="connsiteX20" fmla="*/ 306708 w 448462"/>
                  <a:gd name="connsiteY20" fmla="*/ 364973 h 392491"/>
                  <a:gd name="connsiteX21" fmla="*/ 305076 w 448462"/>
                  <a:gd name="connsiteY21" fmla="*/ 366955 h 392491"/>
                  <a:gd name="connsiteX22" fmla="*/ 303094 w 448462"/>
                  <a:gd name="connsiteY22" fmla="*/ 368588 h 392491"/>
                  <a:gd name="connsiteX23" fmla="*/ 300646 w 448462"/>
                  <a:gd name="connsiteY23" fmla="*/ 369870 h 392491"/>
                  <a:gd name="connsiteX24" fmla="*/ 298314 w 448462"/>
                  <a:gd name="connsiteY24" fmla="*/ 370570 h 392491"/>
                  <a:gd name="connsiteX25" fmla="*/ 295983 w 448462"/>
                  <a:gd name="connsiteY25" fmla="*/ 370803 h 392491"/>
                  <a:gd name="connsiteX26" fmla="*/ 293068 w 448462"/>
                  <a:gd name="connsiteY26" fmla="*/ 370453 h 392491"/>
                  <a:gd name="connsiteX27" fmla="*/ 290387 w 448462"/>
                  <a:gd name="connsiteY27" fmla="*/ 369404 h 392491"/>
                  <a:gd name="connsiteX28" fmla="*/ 148982 w 448462"/>
                  <a:gd name="connsiteY28" fmla="*/ 302123 h 392491"/>
                  <a:gd name="connsiteX29" fmla="*/ 347858 w 448462"/>
                  <a:gd name="connsiteY29" fmla="*/ 102379 h 392491"/>
                  <a:gd name="connsiteX30" fmla="*/ 120771 w 448462"/>
                  <a:gd name="connsiteY30" fmla="*/ 288830 h 392491"/>
                  <a:gd name="connsiteX31" fmla="*/ 7344 w 448462"/>
                  <a:gd name="connsiteY31" fmla="*/ 234842 h 392491"/>
                  <a:gd name="connsiteX32" fmla="*/ 4896 w 448462"/>
                  <a:gd name="connsiteY32" fmla="*/ 233209 h 392491"/>
                  <a:gd name="connsiteX33" fmla="*/ 2798 w 448462"/>
                  <a:gd name="connsiteY33" fmla="*/ 231227 h 392491"/>
                  <a:gd name="connsiteX34" fmla="*/ 1282 w 448462"/>
                  <a:gd name="connsiteY34" fmla="*/ 228895 h 392491"/>
                  <a:gd name="connsiteX35" fmla="*/ 349 w 448462"/>
                  <a:gd name="connsiteY35" fmla="*/ 226213 h 392491"/>
                  <a:gd name="connsiteX36" fmla="*/ 0 w 448462"/>
                  <a:gd name="connsiteY36" fmla="*/ 223298 h 392491"/>
                  <a:gd name="connsiteX37" fmla="*/ 233 w 448462"/>
                  <a:gd name="connsiteY37" fmla="*/ 220499 h 392491"/>
                  <a:gd name="connsiteX38" fmla="*/ 1165 w 448462"/>
                  <a:gd name="connsiteY38" fmla="*/ 217701 h 392491"/>
                  <a:gd name="connsiteX39" fmla="*/ 2681 w 448462"/>
                  <a:gd name="connsiteY39" fmla="*/ 215252 h 392491"/>
                  <a:gd name="connsiteX40" fmla="*/ 4779 w 448462"/>
                  <a:gd name="connsiteY40" fmla="*/ 213270 h 392491"/>
                  <a:gd name="connsiteX41" fmla="*/ 7227 w 448462"/>
                  <a:gd name="connsiteY41" fmla="*/ 211754 h 392491"/>
                  <a:gd name="connsiteX42" fmla="*/ 437971 w 448462"/>
                  <a:gd name="connsiteY42" fmla="*/ 583 h 392491"/>
                  <a:gd name="connsiteX43" fmla="*/ 439603 w 448462"/>
                  <a:gd name="connsiteY43" fmla="*/ 117 h 39249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448462" h="392491">
                    <a:moveTo>
                      <a:pt x="149021" y="328125"/>
                    </a:moveTo>
                    <a:lnTo>
                      <a:pt x="210588" y="357224"/>
                    </a:lnTo>
                    <a:lnTo>
                      <a:pt x="160375" y="391211"/>
                    </a:lnTo>
                    <a:lnTo>
                      <a:pt x="158502" y="392025"/>
                    </a:lnTo>
                    <a:lnTo>
                      <a:pt x="156629" y="392491"/>
                    </a:lnTo>
                    <a:lnTo>
                      <a:pt x="154757" y="392375"/>
                    </a:lnTo>
                    <a:lnTo>
                      <a:pt x="153001" y="391676"/>
                    </a:lnTo>
                    <a:lnTo>
                      <a:pt x="151362" y="390396"/>
                    </a:lnTo>
                    <a:lnTo>
                      <a:pt x="150075" y="388883"/>
                    </a:lnTo>
                    <a:lnTo>
                      <a:pt x="149255" y="387137"/>
                    </a:lnTo>
                    <a:lnTo>
                      <a:pt x="149021" y="385158"/>
                    </a:lnTo>
                    <a:close/>
                    <a:moveTo>
                      <a:pt x="441235" y="0"/>
                    </a:moveTo>
                    <a:lnTo>
                      <a:pt x="442983" y="233"/>
                    </a:lnTo>
                    <a:lnTo>
                      <a:pt x="444615" y="816"/>
                    </a:lnTo>
                    <a:lnTo>
                      <a:pt x="446131" y="1866"/>
                    </a:lnTo>
                    <a:lnTo>
                      <a:pt x="447530" y="3615"/>
                    </a:lnTo>
                    <a:lnTo>
                      <a:pt x="448346" y="5714"/>
                    </a:lnTo>
                    <a:lnTo>
                      <a:pt x="448462" y="7696"/>
                    </a:lnTo>
                    <a:lnTo>
                      <a:pt x="447879" y="9911"/>
                    </a:lnTo>
                    <a:lnTo>
                      <a:pt x="307990" y="362641"/>
                    </a:lnTo>
                    <a:lnTo>
                      <a:pt x="306708" y="364973"/>
                    </a:lnTo>
                    <a:lnTo>
                      <a:pt x="305076" y="366955"/>
                    </a:lnTo>
                    <a:lnTo>
                      <a:pt x="303094" y="368588"/>
                    </a:lnTo>
                    <a:lnTo>
                      <a:pt x="300646" y="369870"/>
                    </a:lnTo>
                    <a:lnTo>
                      <a:pt x="298314" y="370570"/>
                    </a:lnTo>
                    <a:lnTo>
                      <a:pt x="295983" y="370803"/>
                    </a:lnTo>
                    <a:lnTo>
                      <a:pt x="293068" y="370453"/>
                    </a:lnTo>
                    <a:lnTo>
                      <a:pt x="290387" y="369404"/>
                    </a:lnTo>
                    <a:lnTo>
                      <a:pt x="148982" y="302123"/>
                    </a:lnTo>
                    <a:lnTo>
                      <a:pt x="347858" y="102379"/>
                    </a:lnTo>
                    <a:lnTo>
                      <a:pt x="120771" y="288830"/>
                    </a:lnTo>
                    <a:lnTo>
                      <a:pt x="7344" y="234842"/>
                    </a:lnTo>
                    <a:lnTo>
                      <a:pt x="4896" y="233209"/>
                    </a:lnTo>
                    <a:lnTo>
                      <a:pt x="2798" y="231227"/>
                    </a:lnTo>
                    <a:lnTo>
                      <a:pt x="1282" y="228895"/>
                    </a:lnTo>
                    <a:lnTo>
                      <a:pt x="349" y="226213"/>
                    </a:lnTo>
                    <a:lnTo>
                      <a:pt x="0" y="223298"/>
                    </a:lnTo>
                    <a:lnTo>
                      <a:pt x="233" y="220499"/>
                    </a:lnTo>
                    <a:lnTo>
                      <a:pt x="1165" y="217701"/>
                    </a:lnTo>
                    <a:lnTo>
                      <a:pt x="2681" y="215252"/>
                    </a:lnTo>
                    <a:lnTo>
                      <a:pt x="4779" y="213270"/>
                    </a:lnTo>
                    <a:lnTo>
                      <a:pt x="7227" y="211754"/>
                    </a:lnTo>
                    <a:lnTo>
                      <a:pt x="437971" y="583"/>
                    </a:lnTo>
                    <a:lnTo>
                      <a:pt x="439603" y="117"/>
                    </a:lnTo>
                    <a:close/>
                  </a:path>
                </a:pathLst>
              </a:custGeom>
              <a:solidFill>
                <a:srgbClr val="fed8c3">
                  <a:alpha val="100000"/>
                </a:srgb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  <a:noAutofit/>
              </a:bodyPr>
              <a:p>
                <a:pPr marL="0" lvl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sp>
            <p:nvSpPr>
              <p:cNvPr id="97" name="Freeform 6"/>
              <p:cNvSpPr/>
              <p:nvPr/>
            </p:nvSpPr>
            <p:spPr>
              <a:xfrm rot="10800000" flipH="1" flipV="1">
                <a:off x="411361" y="2648749"/>
                <a:ext cx="113377" cy="100520"/>
              </a:xfrm>
              <a:custGeom>
                <a:avLst/>
                <a:gdLst>
                  <a:gd name="T0" fmla="*/ 2689 w 3491"/>
                  <a:gd name="T1" fmla="*/ 15 h 3097"/>
                  <a:gd name="T2" fmla="*/ 2963 w 3491"/>
                  <a:gd name="T3" fmla="*/ 108 h 3097"/>
                  <a:gd name="T4" fmla="*/ 3204 w 3491"/>
                  <a:gd name="T5" fmla="*/ 281 h 3097"/>
                  <a:gd name="T6" fmla="*/ 3382 w 3491"/>
                  <a:gd name="T7" fmla="*/ 518 h 3097"/>
                  <a:gd name="T8" fmla="*/ 3475 w 3491"/>
                  <a:gd name="T9" fmla="*/ 786 h 3097"/>
                  <a:gd name="T10" fmla="*/ 3486 w 3491"/>
                  <a:gd name="T11" fmla="*/ 1066 h 3097"/>
                  <a:gd name="T12" fmla="*/ 3413 w 3491"/>
                  <a:gd name="T13" fmla="*/ 1339 h 3097"/>
                  <a:gd name="T14" fmla="*/ 3256 w 3491"/>
                  <a:gd name="T15" fmla="*/ 1586 h 3097"/>
                  <a:gd name="T16" fmla="*/ 1965 w 3491"/>
                  <a:gd name="T17" fmla="*/ 2838 h 3097"/>
                  <a:gd name="T18" fmla="*/ 1873 w 3491"/>
                  <a:gd name="T19" fmla="*/ 2828 h 3097"/>
                  <a:gd name="T20" fmla="*/ 1821 w 3491"/>
                  <a:gd name="T21" fmla="*/ 2749 h 3097"/>
                  <a:gd name="T22" fmla="*/ 1853 w 3491"/>
                  <a:gd name="T23" fmla="*/ 2662 h 3097"/>
                  <a:gd name="T24" fmla="*/ 3153 w 3491"/>
                  <a:gd name="T25" fmla="*/ 1355 h 3097"/>
                  <a:gd name="T26" fmla="*/ 3242 w 3491"/>
                  <a:gd name="T27" fmla="*/ 1126 h 3097"/>
                  <a:gd name="T28" fmla="*/ 3253 w 3491"/>
                  <a:gd name="T29" fmla="*/ 885 h 3097"/>
                  <a:gd name="T30" fmla="*/ 3183 w 3491"/>
                  <a:gd name="T31" fmla="*/ 653 h 3097"/>
                  <a:gd name="T32" fmla="*/ 3035 w 3491"/>
                  <a:gd name="T33" fmla="*/ 448 h 3097"/>
                  <a:gd name="T34" fmla="*/ 2825 w 3491"/>
                  <a:gd name="T35" fmla="*/ 301 h 3097"/>
                  <a:gd name="T36" fmla="*/ 2586 w 3491"/>
                  <a:gd name="T37" fmla="*/ 234 h 3097"/>
                  <a:gd name="T38" fmla="*/ 2340 w 3491"/>
                  <a:gd name="T39" fmla="*/ 243 h 3097"/>
                  <a:gd name="T40" fmla="*/ 2108 w 3491"/>
                  <a:gd name="T41" fmla="*/ 331 h 3097"/>
                  <a:gd name="T42" fmla="*/ 378 w 3491"/>
                  <a:gd name="T43" fmla="*/ 1972 h 3097"/>
                  <a:gd name="T44" fmla="*/ 258 w 3491"/>
                  <a:gd name="T45" fmla="*/ 2149 h 3097"/>
                  <a:gd name="T46" fmla="*/ 218 w 3491"/>
                  <a:gd name="T47" fmla="*/ 2350 h 3097"/>
                  <a:gd name="T48" fmla="*/ 258 w 3491"/>
                  <a:gd name="T49" fmla="*/ 2551 h 3097"/>
                  <a:gd name="T50" fmla="*/ 378 w 3491"/>
                  <a:gd name="T51" fmla="*/ 2728 h 3097"/>
                  <a:gd name="T52" fmla="*/ 558 w 3491"/>
                  <a:gd name="T53" fmla="*/ 2846 h 3097"/>
                  <a:gd name="T54" fmla="*/ 763 w 3491"/>
                  <a:gd name="T55" fmla="*/ 2885 h 3097"/>
                  <a:gd name="T56" fmla="*/ 968 w 3491"/>
                  <a:gd name="T57" fmla="*/ 2846 h 3097"/>
                  <a:gd name="T58" fmla="*/ 1149 w 3491"/>
                  <a:gd name="T59" fmla="*/ 2728 h 3097"/>
                  <a:gd name="T60" fmla="*/ 2809 w 3491"/>
                  <a:gd name="T61" fmla="*/ 1091 h 3097"/>
                  <a:gd name="T62" fmla="*/ 2837 w 3491"/>
                  <a:gd name="T63" fmla="*/ 942 h 3097"/>
                  <a:gd name="T64" fmla="*/ 2791 w 3491"/>
                  <a:gd name="T65" fmla="*/ 797 h 3097"/>
                  <a:gd name="T66" fmla="*/ 2677 w 3491"/>
                  <a:gd name="T67" fmla="*/ 685 h 3097"/>
                  <a:gd name="T68" fmla="*/ 2528 w 3491"/>
                  <a:gd name="T69" fmla="*/ 641 h 3097"/>
                  <a:gd name="T70" fmla="*/ 2377 w 3491"/>
                  <a:gd name="T71" fmla="*/ 668 h 3097"/>
                  <a:gd name="T72" fmla="*/ 1082 w 3491"/>
                  <a:gd name="T73" fmla="*/ 1906 h 3097"/>
                  <a:gd name="T74" fmla="*/ 992 w 3491"/>
                  <a:gd name="T75" fmla="*/ 1937 h 3097"/>
                  <a:gd name="T76" fmla="*/ 911 w 3491"/>
                  <a:gd name="T77" fmla="*/ 1887 h 3097"/>
                  <a:gd name="T78" fmla="*/ 900 w 3491"/>
                  <a:gd name="T79" fmla="*/ 1796 h 3097"/>
                  <a:gd name="T80" fmla="*/ 2165 w 3491"/>
                  <a:gd name="T81" fmla="*/ 546 h 3097"/>
                  <a:gd name="T82" fmla="*/ 2354 w 3491"/>
                  <a:gd name="T83" fmla="*/ 449 h 3097"/>
                  <a:gd name="T84" fmla="*/ 2562 w 3491"/>
                  <a:gd name="T85" fmla="*/ 429 h 3097"/>
                  <a:gd name="T86" fmla="*/ 2763 w 3491"/>
                  <a:gd name="T87" fmla="*/ 488 h 3097"/>
                  <a:gd name="T88" fmla="*/ 2932 w 3491"/>
                  <a:gd name="T89" fmla="*/ 623 h 3097"/>
                  <a:gd name="T90" fmla="*/ 3032 w 3491"/>
                  <a:gd name="T91" fmla="*/ 809 h 3097"/>
                  <a:gd name="T92" fmla="*/ 3053 w 3491"/>
                  <a:gd name="T93" fmla="*/ 1012 h 3097"/>
                  <a:gd name="T94" fmla="*/ 2993 w 3491"/>
                  <a:gd name="T95" fmla="*/ 1209 h 3097"/>
                  <a:gd name="T96" fmla="*/ 1303 w 3491"/>
                  <a:gd name="T97" fmla="*/ 2879 h 3097"/>
                  <a:gd name="T98" fmla="*/ 1094 w 3491"/>
                  <a:gd name="T99" fmla="*/ 3025 h 3097"/>
                  <a:gd name="T100" fmla="*/ 855 w 3491"/>
                  <a:gd name="T101" fmla="*/ 3092 h 3097"/>
                  <a:gd name="T102" fmla="*/ 609 w 3491"/>
                  <a:gd name="T103" fmla="*/ 3083 h 3097"/>
                  <a:gd name="T104" fmla="*/ 377 w 3491"/>
                  <a:gd name="T105" fmla="*/ 2995 h 3097"/>
                  <a:gd name="T106" fmla="*/ 178 w 3491"/>
                  <a:gd name="T107" fmla="*/ 2832 h 3097"/>
                  <a:gd name="T108" fmla="*/ 51 w 3491"/>
                  <a:gd name="T109" fmla="*/ 2617 h 3097"/>
                  <a:gd name="T110" fmla="*/ 0 w 3491"/>
                  <a:gd name="T111" fmla="*/ 2381 h 3097"/>
                  <a:gd name="T112" fmla="*/ 30 w 3491"/>
                  <a:gd name="T113" fmla="*/ 2141 h 3097"/>
                  <a:gd name="T114" fmla="*/ 139 w 3491"/>
                  <a:gd name="T115" fmla="*/ 1920 h 3097"/>
                  <a:gd name="T116" fmla="*/ 1872 w 3491"/>
                  <a:gd name="T117" fmla="*/ 230 h 3097"/>
                  <a:gd name="T118" fmla="*/ 2123 w 3491"/>
                  <a:gd name="T119" fmla="*/ 76 h 3097"/>
                  <a:gd name="T120" fmla="*/ 2402 w 3491"/>
                  <a:gd name="T121" fmla="*/ 5 h 3097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491" h="3097">
                    <a:moveTo>
                      <a:pt x="2474" y="0"/>
                    </a:moveTo>
                    <a:lnTo>
                      <a:pt x="2546" y="0"/>
                    </a:lnTo>
                    <a:lnTo>
                      <a:pt x="2618" y="5"/>
                    </a:lnTo>
                    <a:lnTo>
                      <a:pt x="2689" y="15"/>
                    </a:lnTo>
                    <a:lnTo>
                      <a:pt x="2758" y="31"/>
                    </a:lnTo>
                    <a:lnTo>
                      <a:pt x="2828" y="51"/>
                    </a:lnTo>
                    <a:lnTo>
                      <a:pt x="2896" y="76"/>
                    </a:lnTo>
                    <a:lnTo>
                      <a:pt x="2963" y="108"/>
                    </a:lnTo>
                    <a:lnTo>
                      <a:pt x="3026" y="143"/>
                    </a:lnTo>
                    <a:lnTo>
                      <a:pt x="3088" y="183"/>
                    </a:lnTo>
                    <a:lnTo>
                      <a:pt x="3147" y="230"/>
                    </a:lnTo>
                    <a:lnTo>
                      <a:pt x="3204" y="281"/>
                    </a:lnTo>
                    <a:lnTo>
                      <a:pt x="3256" y="336"/>
                    </a:lnTo>
                    <a:lnTo>
                      <a:pt x="3303" y="394"/>
                    </a:lnTo>
                    <a:lnTo>
                      <a:pt x="3345" y="455"/>
                    </a:lnTo>
                    <a:lnTo>
                      <a:pt x="3382" y="518"/>
                    </a:lnTo>
                    <a:lnTo>
                      <a:pt x="3413" y="582"/>
                    </a:lnTo>
                    <a:lnTo>
                      <a:pt x="3439" y="650"/>
                    </a:lnTo>
                    <a:lnTo>
                      <a:pt x="3460" y="717"/>
                    </a:lnTo>
                    <a:lnTo>
                      <a:pt x="3475" y="786"/>
                    </a:lnTo>
                    <a:lnTo>
                      <a:pt x="3486" y="856"/>
                    </a:lnTo>
                    <a:lnTo>
                      <a:pt x="3491" y="926"/>
                    </a:lnTo>
                    <a:lnTo>
                      <a:pt x="3491" y="996"/>
                    </a:lnTo>
                    <a:lnTo>
                      <a:pt x="3486" y="1066"/>
                    </a:lnTo>
                    <a:lnTo>
                      <a:pt x="3475" y="1136"/>
                    </a:lnTo>
                    <a:lnTo>
                      <a:pt x="3460" y="1205"/>
                    </a:lnTo>
                    <a:lnTo>
                      <a:pt x="3439" y="1273"/>
                    </a:lnTo>
                    <a:lnTo>
                      <a:pt x="3413" y="1339"/>
                    </a:lnTo>
                    <a:lnTo>
                      <a:pt x="3382" y="1404"/>
                    </a:lnTo>
                    <a:lnTo>
                      <a:pt x="3345" y="1467"/>
                    </a:lnTo>
                    <a:lnTo>
                      <a:pt x="3303" y="1528"/>
                    </a:lnTo>
                    <a:lnTo>
                      <a:pt x="3256" y="1586"/>
                    </a:lnTo>
                    <a:lnTo>
                      <a:pt x="3204" y="1641"/>
                    </a:lnTo>
                    <a:lnTo>
                      <a:pt x="2007" y="2813"/>
                    </a:lnTo>
                    <a:lnTo>
                      <a:pt x="1988" y="2828"/>
                    </a:lnTo>
                    <a:lnTo>
                      <a:pt x="1965" y="2838"/>
                    </a:lnTo>
                    <a:lnTo>
                      <a:pt x="1942" y="2844"/>
                    </a:lnTo>
                    <a:lnTo>
                      <a:pt x="1918" y="2844"/>
                    </a:lnTo>
                    <a:lnTo>
                      <a:pt x="1894" y="2838"/>
                    </a:lnTo>
                    <a:lnTo>
                      <a:pt x="1873" y="2828"/>
                    </a:lnTo>
                    <a:lnTo>
                      <a:pt x="1853" y="2813"/>
                    </a:lnTo>
                    <a:lnTo>
                      <a:pt x="1837" y="2793"/>
                    </a:lnTo>
                    <a:lnTo>
                      <a:pt x="1827" y="2772"/>
                    </a:lnTo>
                    <a:lnTo>
                      <a:pt x="1821" y="2749"/>
                    </a:lnTo>
                    <a:lnTo>
                      <a:pt x="1821" y="2726"/>
                    </a:lnTo>
                    <a:lnTo>
                      <a:pt x="1827" y="2703"/>
                    </a:lnTo>
                    <a:lnTo>
                      <a:pt x="1837" y="2681"/>
                    </a:lnTo>
                    <a:lnTo>
                      <a:pt x="1853" y="2662"/>
                    </a:lnTo>
                    <a:lnTo>
                      <a:pt x="3035" y="1505"/>
                    </a:lnTo>
                    <a:lnTo>
                      <a:pt x="3079" y="1458"/>
                    </a:lnTo>
                    <a:lnTo>
                      <a:pt x="3118" y="1407"/>
                    </a:lnTo>
                    <a:lnTo>
                      <a:pt x="3153" y="1355"/>
                    </a:lnTo>
                    <a:lnTo>
                      <a:pt x="3183" y="1300"/>
                    </a:lnTo>
                    <a:lnTo>
                      <a:pt x="3208" y="1243"/>
                    </a:lnTo>
                    <a:lnTo>
                      <a:pt x="3228" y="1185"/>
                    </a:lnTo>
                    <a:lnTo>
                      <a:pt x="3242" y="1126"/>
                    </a:lnTo>
                    <a:lnTo>
                      <a:pt x="3253" y="1066"/>
                    </a:lnTo>
                    <a:lnTo>
                      <a:pt x="3257" y="1006"/>
                    </a:lnTo>
                    <a:lnTo>
                      <a:pt x="3257" y="946"/>
                    </a:lnTo>
                    <a:lnTo>
                      <a:pt x="3253" y="885"/>
                    </a:lnTo>
                    <a:lnTo>
                      <a:pt x="3242" y="826"/>
                    </a:lnTo>
                    <a:lnTo>
                      <a:pt x="3228" y="766"/>
                    </a:lnTo>
                    <a:lnTo>
                      <a:pt x="3208" y="709"/>
                    </a:lnTo>
                    <a:lnTo>
                      <a:pt x="3183" y="653"/>
                    </a:lnTo>
                    <a:lnTo>
                      <a:pt x="3153" y="598"/>
                    </a:lnTo>
                    <a:lnTo>
                      <a:pt x="3118" y="545"/>
                    </a:lnTo>
                    <a:lnTo>
                      <a:pt x="3079" y="495"/>
                    </a:lnTo>
                    <a:lnTo>
                      <a:pt x="3035" y="448"/>
                    </a:lnTo>
                    <a:lnTo>
                      <a:pt x="2985" y="403"/>
                    </a:lnTo>
                    <a:lnTo>
                      <a:pt x="2935" y="364"/>
                    </a:lnTo>
                    <a:lnTo>
                      <a:pt x="2881" y="331"/>
                    </a:lnTo>
                    <a:lnTo>
                      <a:pt x="2825" y="301"/>
                    </a:lnTo>
                    <a:lnTo>
                      <a:pt x="2767" y="277"/>
                    </a:lnTo>
                    <a:lnTo>
                      <a:pt x="2708" y="258"/>
                    </a:lnTo>
                    <a:lnTo>
                      <a:pt x="2648" y="243"/>
                    </a:lnTo>
                    <a:lnTo>
                      <a:pt x="2586" y="234"/>
                    </a:lnTo>
                    <a:lnTo>
                      <a:pt x="2525" y="229"/>
                    </a:lnTo>
                    <a:lnTo>
                      <a:pt x="2464" y="229"/>
                    </a:lnTo>
                    <a:lnTo>
                      <a:pt x="2402" y="234"/>
                    </a:lnTo>
                    <a:lnTo>
                      <a:pt x="2340" y="243"/>
                    </a:lnTo>
                    <a:lnTo>
                      <a:pt x="2280" y="258"/>
                    </a:lnTo>
                    <a:lnTo>
                      <a:pt x="2221" y="277"/>
                    </a:lnTo>
                    <a:lnTo>
                      <a:pt x="2164" y="301"/>
                    </a:lnTo>
                    <a:lnTo>
                      <a:pt x="2108" y="331"/>
                    </a:lnTo>
                    <a:lnTo>
                      <a:pt x="2055" y="364"/>
                    </a:lnTo>
                    <a:lnTo>
                      <a:pt x="2003" y="403"/>
                    </a:lnTo>
                    <a:lnTo>
                      <a:pt x="1955" y="448"/>
                    </a:lnTo>
                    <a:lnTo>
                      <a:pt x="378" y="1972"/>
                    </a:lnTo>
                    <a:lnTo>
                      <a:pt x="341" y="2013"/>
                    </a:lnTo>
                    <a:lnTo>
                      <a:pt x="307" y="2057"/>
                    </a:lnTo>
                    <a:lnTo>
                      <a:pt x="280" y="2102"/>
                    </a:lnTo>
                    <a:lnTo>
                      <a:pt x="258" y="2149"/>
                    </a:lnTo>
                    <a:lnTo>
                      <a:pt x="241" y="2199"/>
                    </a:lnTo>
                    <a:lnTo>
                      <a:pt x="228" y="2248"/>
                    </a:lnTo>
                    <a:lnTo>
                      <a:pt x="220" y="2299"/>
                    </a:lnTo>
                    <a:lnTo>
                      <a:pt x="218" y="2350"/>
                    </a:lnTo>
                    <a:lnTo>
                      <a:pt x="220" y="2402"/>
                    </a:lnTo>
                    <a:lnTo>
                      <a:pt x="228" y="2452"/>
                    </a:lnTo>
                    <a:lnTo>
                      <a:pt x="241" y="2503"/>
                    </a:lnTo>
                    <a:lnTo>
                      <a:pt x="258" y="2551"/>
                    </a:lnTo>
                    <a:lnTo>
                      <a:pt x="280" y="2599"/>
                    </a:lnTo>
                    <a:lnTo>
                      <a:pt x="307" y="2644"/>
                    </a:lnTo>
                    <a:lnTo>
                      <a:pt x="341" y="2687"/>
                    </a:lnTo>
                    <a:lnTo>
                      <a:pt x="378" y="2728"/>
                    </a:lnTo>
                    <a:lnTo>
                      <a:pt x="419" y="2765"/>
                    </a:lnTo>
                    <a:lnTo>
                      <a:pt x="463" y="2796"/>
                    </a:lnTo>
                    <a:lnTo>
                      <a:pt x="509" y="2824"/>
                    </a:lnTo>
                    <a:lnTo>
                      <a:pt x="558" y="2846"/>
                    </a:lnTo>
                    <a:lnTo>
                      <a:pt x="608" y="2863"/>
                    </a:lnTo>
                    <a:lnTo>
                      <a:pt x="660" y="2874"/>
                    </a:lnTo>
                    <a:lnTo>
                      <a:pt x="711" y="2882"/>
                    </a:lnTo>
                    <a:lnTo>
                      <a:pt x="763" y="2885"/>
                    </a:lnTo>
                    <a:lnTo>
                      <a:pt x="816" y="2882"/>
                    </a:lnTo>
                    <a:lnTo>
                      <a:pt x="867" y="2874"/>
                    </a:lnTo>
                    <a:lnTo>
                      <a:pt x="919" y="2863"/>
                    </a:lnTo>
                    <a:lnTo>
                      <a:pt x="968" y="2846"/>
                    </a:lnTo>
                    <a:lnTo>
                      <a:pt x="1018" y="2824"/>
                    </a:lnTo>
                    <a:lnTo>
                      <a:pt x="1064" y="2796"/>
                    </a:lnTo>
                    <a:lnTo>
                      <a:pt x="1108" y="2765"/>
                    </a:lnTo>
                    <a:lnTo>
                      <a:pt x="1149" y="2728"/>
                    </a:lnTo>
                    <a:lnTo>
                      <a:pt x="2741" y="1187"/>
                    </a:lnTo>
                    <a:lnTo>
                      <a:pt x="2768" y="1158"/>
                    </a:lnTo>
                    <a:lnTo>
                      <a:pt x="2791" y="1125"/>
                    </a:lnTo>
                    <a:lnTo>
                      <a:pt x="2809" y="1091"/>
                    </a:lnTo>
                    <a:lnTo>
                      <a:pt x="2823" y="1055"/>
                    </a:lnTo>
                    <a:lnTo>
                      <a:pt x="2831" y="1018"/>
                    </a:lnTo>
                    <a:lnTo>
                      <a:pt x="2837" y="980"/>
                    </a:lnTo>
                    <a:lnTo>
                      <a:pt x="2837" y="942"/>
                    </a:lnTo>
                    <a:lnTo>
                      <a:pt x="2831" y="904"/>
                    </a:lnTo>
                    <a:lnTo>
                      <a:pt x="2823" y="867"/>
                    </a:lnTo>
                    <a:lnTo>
                      <a:pt x="2809" y="832"/>
                    </a:lnTo>
                    <a:lnTo>
                      <a:pt x="2791" y="797"/>
                    </a:lnTo>
                    <a:lnTo>
                      <a:pt x="2768" y="764"/>
                    </a:lnTo>
                    <a:lnTo>
                      <a:pt x="2741" y="734"/>
                    </a:lnTo>
                    <a:lnTo>
                      <a:pt x="2710" y="707"/>
                    </a:lnTo>
                    <a:lnTo>
                      <a:pt x="2677" y="685"/>
                    </a:lnTo>
                    <a:lnTo>
                      <a:pt x="2642" y="668"/>
                    </a:lnTo>
                    <a:lnTo>
                      <a:pt x="2605" y="654"/>
                    </a:lnTo>
                    <a:lnTo>
                      <a:pt x="2567" y="645"/>
                    </a:lnTo>
                    <a:lnTo>
                      <a:pt x="2528" y="641"/>
                    </a:lnTo>
                    <a:lnTo>
                      <a:pt x="2490" y="641"/>
                    </a:lnTo>
                    <a:lnTo>
                      <a:pt x="2452" y="645"/>
                    </a:lnTo>
                    <a:lnTo>
                      <a:pt x="2415" y="654"/>
                    </a:lnTo>
                    <a:lnTo>
                      <a:pt x="2377" y="668"/>
                    </a:lnTo>
                    <a:lnTo>
                      <a:pt x="2343" y="685"/>
                    </a:lnTo>
                    <a:lnTo>
                      <a:pt x="2309" y="707"/>
                    </a:lnTo>
                    <a:lnTo>
                      <a:pt x="2278" y="734"/>
                    </a:lnTo>
                    <a:lnTo>
                      <a:pt x="1082" y="1906"/>
                    </a:lnTo>
                    <a:lnTo>
                      <a:pt x="1062" y="1922"/>
                    </a:lnTo>
                    <a:lnTo>
                      <a:pt x="1040" y="1931"/>
                    </a:lnTo>
                    <a:lnTo>
                      <a:pt x="1017" y="1937"/>
                    </a:lnTo>
                    <a:lnTo>
                      <a:pt x="992" y="1937"/>
                    </a:lnTo>
                    <a:lnTo>
                      <a:pt x="969" y="1931"/>
                    </a:lnTo>
                    <a:lnTo>
                      <a:pt x="947" y="1922"/>
                    </a:lnTo>
                    <a:lnTo>
                      <a:pt x="927" y="1906"/>
                    </a:lnTo>
                    <a:lnTo>
                      <a:pt x="911" y="1887"/>
                    </a:lnTo>
                    <a:lnTo>
                      <a:pt x="900" y="1865"/>
                    </a:lnTo>
                    <a:lnTo>
                      <a:pt x="896" y="1842"/>
                    </a:lnTo>
                    <a:lnTo>
                      <a:pt x="896" y="1819"/>
                    </a:lnTo>
                    <a:lnTo>
                      <a:pt x="900" y="1796"/>
                    </a:lnTo>
                    <a:lnTo>
                      <a:pt x="911" y="1775"/>
                    </a:lnTo>
                    <a:lnTo>
                      <a:pt x="927" y="1755"/>
                    </a:lnTo>
                    <a:lnTo>
                      <a:pt x="2123" y="583"/>
                    </a:lnTo>
                    <a:lnTo>
                      <a:pt x="2165" y="546"/>
                    </a:lnTo>
                    <a:lnTo>
                      <a:pt x="2209" y="515"/>
                    </a:lnTo>
                    <a:lnTo>
                      <a:pt x="2255" y="488"/>
                    </a:lnTo>
                    <a:lnTo>
                      <a:pt x="2304" y="465"/>
                    </a:lnTo>
                    <a:lnTo>
                      <a:pt x="2354" y="449"/>
                    </a:lnTo>
                    <a:lnTo>
                      <a:pt x="2405" y="436"/>
                    </a:lnTo>
                    <a:lnTo>
                      <a:pt x="2457" y="429"/>
                    </a:lnTo>
                    <a:lnTo>
                      <a:pt x="2509" y="427"/>
                    </a:lnTo>
                    <a:lnTo>
                      <a:pt x="2562" y="429"/>
                    </a:lnTo>
                    <a:lnTo>
                      <a:pt x="2613" y="436"/>
                    </a:lnTo>
                    <a:lnTo>
                      <a:pt x="2665" y="449"/>
                    </a:lnTo>
                    <a:lnTo>
                      <a:pt x="2714" y="465"/>
                    </a:lnTo>
                    <a:lnTo>
                      <a:pt x="2763" y="488"/>
                    </a:lnTo>
                    <a:lnTo>
                      <a:pt x="2810" y="515"/>
                    </a:lnTo>
                    <a:lnTo>
                      <a:pt x="2854" y="546"/>
                    </a:lnTo>
                    <a:lnTo>
                      <a:pt x="2895" y="583"/>
                    </a:lnTo>
                    <a:lnTo>
                      <a:pt x="2932" y="623"/>
                    </a:lnTo>
                    <a:lnTo>
                      <a:pt x="2965" y="666"/>
                    </a:lnTo>
                    <a:lnTo>
                      <a:pt x="2993" y="713"/>
                    </a:lnTo>
                    <a:lnTo>
                      <a:pt x="3015" y="760"/>
                    </a:lnTo>
                    <a:lnTo>
                      <a:pt x="3032" y="809"/>
                    </a:lnTo>
                    <a:lnTo>
                      <a:pt x="3045" y="859"/>
                    </a:lnTo>
                    <a:lnTo>
                      <a:pt x="3053" y="910"/>
                    </a:lnTo>
                    <a:lnTo>
                      <a:pt x="3055" y="961"/>
                    </a:lnTo>
                    <a:lnTo>
                      <a:pt x="3053" y="1012"/>
                    </a:lnTo>
                    <a:lnTo>
                      <a:pt x="3045" y="1063"/>
                    </a:lnTo>
                    <a:lnTo>
                      <a:pt x="3032" y="1113"/>
                    </a:lnTo>
                    <a:lnTo>
                      <a:pt x="3015" y="1162"/>
                    </a:lnTo>
                    <a:lnTo>
                      <a:pt x="2993" y="1209"/>
                    </a:lnTo>
                    <a:lnTo>
                      <a:pt x="2965" y="1255"/>
                    </a:lnTo>
                    <a:lnTo>
                      <a:pt x="2932" y="1298"/>
                    </a:lnTo>
                    <a:lnTo>
                      <a:pt x="2895" y="1339"/>
                    </a:lnTo>
                    <a:lnTo>
                      <a:pt x="1303" y="2879"/>
                    </a:lnTo>
                    <a:lnTo>
                      <a:pt x="1255" y="2923"/>
                    </a:lnTo>
                    <a:lnTo>
                      <a:pt x="1203" y="2962"/>
                    </a:lnTo>
                    <a:lnTo>
                      <a:pt x="1150" y="2995"/>
                    </a:lnTo>
                    <a:lnTo>
                      <a:pt x="1094" y="3025"/>
                    </a:lnTo>
                    <a:lnTo>
                      <a:pt x="1036" y="3049"/>
                    </a:lnTo>
                    <a:lnTo>
                      <a:pt x="977" y="3068"/>
                    </a:lnTo>
                    <a:lnTo>
                      <a:pt x="917" y="3083"/>
                    </a:lnTo>
                    <a:lnTo>
                      <a:pt x="855" y="3092"/>
                    </a:lnTo>
                    <a:lnTo>
                      <a:pt x="794" y="3097"/>
                    </a:lnTo>
                    <a:lnTo>
                      <a:pt x="733" y="3097"/>
                    </a:lnTo>
                    <a:lnTo>
                      <a:pt x="671" y="3092"/>
                    </a:lnTo>
                    <a:lnTo>
                      <a:pt x="609" y="3083"/>
                    </a:lnTo>
                    <a:lnTo>
                      <a:pt x="549" y="3068"/>
                    </a:lnTo>
                    <a:lnTo>
                      <a:pt x="490" y="3049"/>
                    </a:lnTo>
                    <a:lnTo>
                      <a:pt x="433" y="3025"/>
                    </a:lnTo>
                    <a:lnTo>
                      <a:pt x="377" y="2995"/>
                    </a:lnTo>
                    <a:lnTo>
                      <a:pt x="323" y="2962"/>
                    </a:lnTo>
                    <a:lnTo>
                      <a:pt x="272" y="2923"/>
                    </a:lnTo>
                    <a:lnTo>
                      <a:pt x="224" y="2879"/>
                    </a:lnTo>
                    <a:lnTo>
                      <a:pt x="178" y="2832"/>
                    </a:lnTo>
                    <a:lnTo>
                      <a:pt x="139" y="2782"/>
                    </a:lnTo>
                    <a:lnTo>
                      <a:pt x="104" y="2729"/>
                    </a:lnTo>
                    <a:lnTo>
                      <a:pt x="75" y="2674"/>
                    </a:lnTo>
                    <a:lnTo>
                      <a:pt x="51" y="2617"/>
                    </a:lnTo>
                    <a:lnTo>
                      <a:pt x="30" y="2560"/>
                    </a:lnTo>
                    <a:lnTo>
                      <a:pt x="15" y="2501"/>
                    </a:lnTo>
                    <a:lnTo>
                      <a:pt x="5" y="2441"/>
                    </a:lnTo>
                    <a:lnTo>
                      <a:pt x="0" y="2381"/>
                    </a:lnTo>
                    <a:lnTo>
                      <a:pt x="0" y="2321"/>
                    </a:lnTo>
                    <a:lnTo>
                      <a:pt x="5" y="2260"/>
                    </a:lnTo>
                    <a:lnTo>
                      <a:pt x="15" y="2200"/>
                    </a:lnTo>
                    <a:lnTo>
                      <a:pt x="30" y="2141"/>
                    </a:lnTo>
                    <a:lnTo>
                      <a:pt x="51" y="2083"/>
                    </a:lnTo>
                    <a:lnTo>
                      <a:pt x="75" y="2027"/>
                    </a:lnTo>
                    <a:lnTo>
                      <a:pt x="104" y="1972"/>
                    </a:lnTo>
                    <a:lnTo>
                      <a:pt x="139" y="1920"/>
                    </a:lnTo>
                    <a:lnTo>
                      <a:pt x="178" y="1869"/>
                    </a:lnTo>
                    <a:lnTo>
                      <a:pt x="224" y="1822"/>
                    </a:lnTo>
                    <a:lnTo>
                      <a:pt x="1815" y="281"/>
                    </a:lnTo>
                    <a:lnTo>
                      <a:pt x="1872" y="230"/>
                    </a:lnTo>
                    <a:lnTo>
                      <a:pt x="1931" y="183"/>
                    </a:lnTo>
                    <a:lnTo>
                      <a:pt x="1992" y="143"/>
                    </a:lnTo>
                    <a:lnTo>
                      <a:pt x="2057" y="108"/>
                    </a:lnTo>
                    <a:lnTo>
                      <a:pt x="2123" y="76"/>
                    </a:lnTo>
                    <a:lnTo>
                      <a:pt x="2191" y="51"/>
                    </a:lnTo>
                    <a:lnTo>
                      <a:pt x="2261" y="31"/>
                    </a:lnTo>
                    <a:lnTo>
                      <a:pt x="2331" y="15"/>
                    </a:lnTo>
                    <a:lnTo>
                      <a:pt x="2402" y="5"/>
                    </a:lnTo>
                    <a:lnTo>
                      <a:pt x="2474" y="0"/>
                    </a:lnTo>
                    <a:close/>
                  </a:path>
                </a:pathLst>
              </a:custGeom>
              <a:solidFill>
                <a:srgbClr val="fed8c3">
                  <a:alpha val="100000"/>
                </a:srgb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p>
                <a:pPr marL="0" lvl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grpSp>
            <p:nvGrpSpPr>
              <p:cNvPr id="98" name="Group 20"/>
              <p:cNvGrpSpPr>
                <a:grpSpLocks noChangeAspect="1"/>
              </p:cNvGrpSpPr>
              <p:nvPr/>
            </p:nvGrpSpPr>
            <p:grpSpPr>
              <a:xfrm rot="0">
                <a:off x="411361" y="2237725"/>
                <a:ext cx="110025" cy="150079"/>
                <a:chOff x="2597" y="4163"/>
                <a:chExt cx="217" cy="296"/>
              </a:xfrm>
              <a:solidFill>
                <a:srgbClr val="fed8c3">
                  <a:alpha val="100000"/>
                </a:srgbClr>
              </a:solidFill>
            </p:grpSpPr>
            <p:sp>
              <p:nvSpPr>
                <p:cNvPr id="99" name="Freeform 22"/>
                <p:cNvSpPr>
                  <a:spLocks noEditPoints="1"/>
                </p:cNvSpPr>
                <p:nvPr/>
              </p:nvSpPr>
              <p:spPr>
                <a:xfrm>
                  <a:off x="2630" y="4163"/>
                  <a:ext cx="151" cy="176"/>
                </a:xfrm>
                <a:custGeom>
                  <a:avLst/>
                  <a:gdLst>
                    <a:gd name="T0" fmla="*/ 410 w 1662"/>
                    <a:gd name="T1" fmla="*/ 645 h 1942"/>
                    <a:gd name="T2" fmla="*/ 309 w 1662"/>
                    <a:gd name="T3" fmla="*/ 847 h 1942"/>
                    <a:gd name="T4" fmla="*/ 255 w 1662"/>
                    <a:gd name="T5" fmla="*/ 1023 h 1942"/>
                    <a:gd name="T6" fmla="*/ 263 w 1662"/>
                    <a:gd name="T7" fmla="*/ 1206 h 1942"/>
                    <a:gd name="T8" fmla="*/ 347 w 1662"/>
                    <a:gd name="T9" fmla="*/ 1429 h 1942"/>
                    <a:gd name="T10" fmla="*/ 476 w 1662"/>
                    <a:gd name="T11" fmla="*/ 1620 h 1942"/>
                    <a:gd name="T12" fmla="*/ 638 w 1662"/>
                    <a:gd name="T13" fmla="*/ 1753 h 1942"/>
                    <a:gd name="T14" fmla="*/ 825 w 1662"/>
                    <a:gd name="T15" fmla="*/ 1803 h 1942"/>
                    <a:gd name="T16" fmla="*/ 1013 w 1662"/>
                    <a:gd name="T17" fmla="*/ 1753 h 1942"/>
                    <a:gd name="T18" fmla="*/ 1176 w 1662"/>
                    <a:gd name="T19" fmla="*/ 1619 h 1942"/>
                    <a:gd name="T20" fmla="*/ 1305 w 1662"/>
                    <a:gd name="T21" fmla="*/ 1428 h 1942"/>
                    <a:gd name="T22" fmla="*/ 1388 w 1662"/>
                    <a:gd name="T23" fmla="*/ 1205 h 1942"/>
                    <a:gd name="T24" fmla="*/ 1418 w 1662"/>
                    <a:gd name="T25" fmla="*/ 974 h 1942"/>
                    <a:gd name="T26" fmla="*/ 1266 w 1662"/>
                    <a:gd name="T27" fmla="*/ 836 h 1942"/>
                    <a:gd name="T28" fmla="*/ 1012 w 1662"/>
                    <a:gd name="T29" fmla="*/ 794 h 1942"/>
                    <a:gd name="T30" fmla="*/ 806 w 1662"/>
                    <a:gd name="T31" fmla="*/ 713 h 1942"/>
                    <a:gd name="T32" fmla="*/ 646 w 1662"/>
                    <a:gd name="T33" fmla="*/ 610 h 1942"/>
                    <a:gd name="T34" fmla="*/ 526 w 1662"/>
                    <a:gd name="T35" fmla="*/ 499 h 1942"/>
                    <a:gd name="T36" fmla="*/ 944 w 1662"/>
                    <a:gd name="T37" fmla="*/ 23 h 1942"/>
                    <a:gd name="T38" fmla="*/ 1152 w 1662"/>
                    <a:gd name="T39" fmla="*/ 118 h 1942"/>
                    <a:gd name="T40" fmla="*/ 1271 w 1662"/>
                    <a:gd name="T41" fmla="*/ 205 h 1942"/>
                    <a:gd name="T42" fmla="*/ 1388 w 1662"/>
                    <a:gd name="T43" fmla="*/ 323 h 1942"/>
                    <a:gd name="T44" fmla="*/ 1455 w 1662"/>
                    <a:gd name="T45" fmla="*/ 429 h 1942"/>
                    <a:gd name="T46" fmla="*/ 1524 w 1662"/>
                    <a:gd name="T47" fmla="*/ 626 h 1942"/>
                    <a:gd name="T48" fmla="*/ 1555 w 1662"/>
                    <a:gd name="T49" fmla="*/ 892 h 1942"/>
                    <a:gd name="T50" fmla="*/ 1619 w 1662"/>
                    <a:gd name="T51" fmla="*/ 939 h 1942"/>
                    <a:gd name="T52" fmla="*/ 1657 w 1662"/>
                    <a:gd name="T53" fmla="*/ 1032 h 1942"/>
                    <a:gd name="T54" fmla="*/ 1655 w 1662"/>
                    <a:gd name="T55" fmla="*/ 1183 h 1942"/>
                    <a:gd name="T56" fmla="*/ 1611 w 1662"/>
                    <a:gd name="T57" fmla="*/ 1304 h 1942"/>
                    <a:gd name="T58" fmla="*/ 1537 w 1662"/>
                    <a:gd name="T59" fmla="*/ 1372 h 1942"/>
                    <a:gd name="T60" fmla="*/ 1445 w 1662"/>
                    <a:gd name="T61" fmla="*/ 1454 h 1942"/>
                    <a:gd name="T62" fmla="*/ 1313 w 1662"/>
                    <a:gd name="T63" fmla="*/ 1670 h 1942"/>
                    <a:gd name="T64" fmla="*/ 1141 w 1662"/>
                    <a:gd name="T65" fmla="*/ 1836 h 1942"/>
                    <a:gd name="T66" fmla="*/ 937 w 1662"/>
                    <a:gd name="T67" fmla="*/ 1930 h 1942"/>
                    <a:gd name="T68" fmla="*/ 714 w 1662"/>
                    <a:gd name="T69" fmla="*/ 1930 h 1942"/>
                    <a:gd name="T70" fmla="*/ 510 w 1662"/>
                    <a:gd name="T71" fmla="*/ 1836 h 1942"/>
                    <a:gd name="T72" fmla="*/ 337 w 1662"/>
                    <a:gd name="T73" fmla="*/ 1669 h 1942"/>
                    <a:gd name="T74" fmla="*/ 205 w 1662"/>
                    <a:gd name="T75" fmla="*/ 1452 h 1942"/>
                    <a:gd name="T76" fmla="*/ 111 w 1662"/>
                    <a:gd name="T77" fmla="*/ 1364 h 1942"/>
                    <a:gd name="T78" fmla="*/ 39 w 1662"/>
                    <a:gd name="T79" fmla="*/ 1284 h 1942"/>
                    <a:gd name="T80" fmla="*/ 2 w 1662"/>
                    <a:gd name="T81" fmla="*/ 1143 h 1942"/>
                    <a:gd name="T82" fmla="*/ 9 w 1662"/>
                    <a:gd name="T83" fmla="*/ 1009 h 1942"/>
                    <a:gd name="T84" fmla="*/ 50 w 1662"/>
                    <a:gd name="T85" fmla="*/ 930 h 1942"/>
                    <a:gd name="T86" fmla="*/ 98 w 1662"/>
                    <a:gd name="T87" fmla="*/ 851 h 1942"/>
                    <a:gd name="T88" fmla="*/ 85 w 1662"/>
                    <a:gd name="T89" fmla="*/ 643 h 1942"/>
                    <a:gd name="T90" fmla="*/ 120 w 1662"/>
                    <a:gd name="T91" fmla="*/ 487 h 1942"/>
                    <a:gd name="T92" fmla="*/ 183 w 1662"/>
                    <a:gd name="T93" fmla="*/ 377 h 1942"/>
                    <a:gd name="T94" fmla="*/ 257 w 1662"/>
                    <a:gd name="T95" fmla="*/ 305 h 1942"/>
                    <a:gd name="T96" fmla="*/ 319 w 1662"/>
                    <a:gd name="T97" fmla="*/ 266 h 1942"/>
                    <a:gd name="T98" fmla="*/ 352 w 1662"/>
                    <a:gd name="T99" fmla="*/ 246 h 1942"/>
                    <a:gd name="T100" fmla="*/ 390 w 1662"/>
                    <a:gd name="T101" fmla="*/ 196 h 1942"/>
                    <a:gd name="T102" fmla="*/ 459 w 1662"/>
                    <a:gd name="T103" fmla="*/ 127 h 1942"/>
                    <a:gd name="T104" fmla="*/ 559 w 1662"/>
                    <a:gd name="T105" fmla="*/ 57 h 1942"/>
                    <a:gd name="T106" fmla="*/ 690 w 1662"/>
                    <a:gd name="T107" fmla="*/ 10 h 1942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662" h="1942">
                      <a:moveTo>
                        <a:pt x="526" y="499"/>
                      </a:moveTo>
                      <a:lnTo>
                        <a:pt x="484" y="546"/>
                      </a:lnTo>
                      <a:lnTo>
                        <a:pt x="445" y="595"/>
                      </a:lnTo>
                      <a:lnTo>
                        <a:pt x="410" y="645"/>
                      </a:lnTo>
                      <a:lnTo>
                        <a:pt x="379" y="696"/>
                      </a:lnTo>
                      <a:lnTo>
                        <a:pt x="352" y="747"/>
                      </a:lnTo>
                      <a:lnTo>
                        <a:pt x="329" y="797"/>
                      </a:lnTo>
                      <a:lnTo>
                        <a:pt x="309" y="847"/>
                      </a:lnTo>
                      <a:lnTo>
                        <a:pt x="291" y="895"/>
                      </a:lnTo>
                      <a:lnTo>
                        <a:pt x="277" y="941"/>
                      </a:lnTo>
                      <a:lnTo>
                        <a:pt x="264" y="984"/>
                      </a:lnTo>
                      <a:lnTo>
                        <a:pt x="255" y="1023"/>
                      </a:lnTo>
                      <a:lnTo>
                        <a:pt x="247" y="1059"/>
                      </a:lnTo>
                      <a:lnTo>
                        <a:pt x="241" y="1091"/>
                      </a:lnTo>
                      <a:lnTo>
                        <a:pt x="250" y="1148"/>
                      </a:lnTo>
                      <a:lnTo>
                        <a:pt x="263" y="1206"/>
                      </a:lnTo>
                      <a:lnTo>
                        <a:pt x="280" y="1263"/>
                      </a:lnTo>
                      <a:lnTo>
                        <a:pt x="299" y="1320"/>
                      </a:lnTo>
                      <a:lnTo>
                        <a:pt x="322" y="1375"/>
                      </a:lnTo>
                      <a:lnTo>
                        <a:pt x="347" y="1429"/>
                      </a:lnTo>
                      <a:lnTo>
                        <a:pt x="375" y="1480"/>
                      </a:lnTo>
                      <a:lnTo>
                        <a:pt x="406" y="1530"/>
                      </a:lnTo>
                      <a:lnTo>
                        <a:pt x="440" y="1576"/>
                      </a:lnTo>
                      <a:lnTo>
                        <a:pt x="476" y="1620"/>
                      </a:lnTo>
                      <a:lnTo>
                        <a:pt x="513" y="1659"/>
                      </a:lnTo>
                      <a:lnTo>
                        <a:pt x="553" y="1695"/>
                      </a:lnTo>
                      <a:lnTo>
                        <a:pt x="594" y="1726"/>
                      </a:lnTo>
                      <a:lnTo>
                        <a:pt x="638" y="1753"/>
                      </a:lnTo>
                      <a:lnTo>
                        <a:pt x="683" y="1774"/>
                      </a:lnTo>
                      <a:lnTo>
                        <a:pt x="729" y="1789"/>
                      </a:lnTo>
                      <a:lnTo>
                        <a:pt x="777" y="1800"/>
                      </a:lnTo>
                      <a:lnTo>
                        <a:pt x="825" y="1803"/>
                      </a:lnTo>
                      <a:lnTo>
                        <a:pt x="875" y="1800"/>
                      </a:lnTo>
                      <a:lnTo>
                        <a:pt x="922" y="1789"/>
                      </a:lnTo>
                      <a:lnTo>
                        <a:pt x="968" y="1774"/>
                      </a:lnTo>
                      <a:lnTo>
                        <a:pt x="1013" y="1753"/>
                      </a:lnTo>
                      <a:lnTo>
                        <a:pt x="1056" y="1726"/>
                      </a:lnTo>
                      <a:lnTo>
                        <a:pt x="1099" y="1695"/>
                      </a:lnTo>
                      <a:lnTo>
                        <a:pt x="1139" y="1659"/>
                      </a:lnTo>
                      <a:lnTo>
                        <a:pt x="1176" y="1619"/>
                      </a:lnTo>
                      <a:lnTo>
                        <a:pt x="1212" y="1576"/>
                      </a:lnTo>
                      <a:lnTo>
                        <a:pt x="1245" y="1529"/>
                      </a:lnTo>
                      <a:lnTo>
                        <a:pt x="1276" y="1480"/>
                      </a:lnTo>
                      <a:lnTo>
                        <a:pt x="1305" y="1428"/>
                      </a:lnTo>
                      <a:lnTo>
                        <a:pt x="1330" y="1374"/>
                      </a:lnTo>
                      <a:lnTo>
                        <a:pt x="1353" y="1319"/>
                      </a:lnTo>
                      <a:lnTo>
                        <a:pt x="1372" y="1262"/>
                      </a:lnTo>
                      <a:lnTo>
                        <a:pt x="1388" y="1205"/>
                      </a:lnTo>
                      <a:lnTo>
                        <a:pt x="1401" y="1147"/>
                      </a:lnTo>
                      <a:lnTo>
                        <a:pt x="1411" y="1089"/>
                      </a:lnTo>
                      <a:lnTo>
                        <a:pt x="1416" y="1032"/>
                      </a:lnTo>
                      <a:lnTo>
                        <a:pt x="1418" y="974"/>
                      </a:lnTo>
                      <a:lnTo>
                        <a:pt x="1417" y="904"/>
                      </a:lnTo>
                      <a:lnTo>
                        <a:pt x="1414" y="838"/>
                      </a:lnTo>
                      <a:lnTo>
                        <a:pt x="1339" y="839"/>
                      </a:lnTo>
                      <a:lnTo>
                        <a:pt x="1266" y="836"/>
                      </a:lnTo>
                      <a:lnTo>
                        <a:pt x="1198" y="830"/>
                      </a:lnTo>
                      <a:lnTo>
                        <a:pt x="1133" y="820"/>
                      </a:lnTo>
                      <a:lnTo>
                        <a:pt x="1070" y="808"/>
                      </a:lnTo>
                      <a:lnTo>
                        <a:pt x="1012" y="794"/>
                      </a:lnTo>
                      <a:lnTo>
                        <a:pt x="956" y="777"/>
                      </a:lnTo>
                      <a:lnTo>
                        <a:pt x="903" y="757"/>
                      </a:lnTo>
                      <a:lnTo>
                        <a:pt x="853" y="737"/>
                      </a:lnTo>
                      <a:lnTo>
                        <a:pt x="806" y="713"/>
                      </a:lnTo>
                      <a:lnTo>
                        <a:pt x="762" y="690"/>
                      </a:lnTo>
                      <a:lnTo>
                        <a:pt x="721" y="664"/>
                      </a:lnTo>
                      <a:lnTo>
                        <a:pt x="682" y="638"/>
                      </a:lnTo>
                      <a:lnTo>
                        <a:pt x="646" y="610"/>
                      </a:lnTo>
                      <a:lnTo>
                        <a:pt x="612" y="583"/>
                      </a:lnTo>
                      <a:lnTo>
                        <a:pt x="581" y="555"/>
                      </a:lnTo>
                      <a:lnTo>
                        <a:pt x="552" y="527"/>
                      </a:lnTo>
                      <a:lnTo>
                        <a:pt x="526" y="499"/>
                      </a:lnTo>
                      <a:close/>
                      <a:moveTo>
                        <a:pt x="808" y="0"/>
                      </a:moveTo>
                      <a:lnTo>
                        <a:pt x="851" y="3"/>
                      </a:lnTo>
                      <a:lnTo>
                        <a:pt x="897" y="11"/>
                      </a:lnTo>
                      <a:lnTo>
                        <a:pt x="944" y="23"/>
                      </a:lnTo>
                      <a:lnTo>
                        <a:pt x="993" y="39"/>
                      </a:lnTo>
                      <a:lnTo>
                        <a:pt x="1044" y="60"/>
                      </a:lnTo>
                      <a:lnTo>
                        <a:pt x="1097" y="86"/>
                      </a:lnTo>
                      <a:lnTo>
                        <a:pt x="1152" y="118"/>
                      </a:lnTo>
                      <a:lnTo>
                        <a:pt x="1179" y="135"/>
                      </a:lnTo>
                      <a:lnTo>
                        <a:pt x="1208" y="155"/>
                      </a:lnTo>
                      <a:lnTo>
                        <a:pt x="1239" y="179"/>
                      </a:lnTo>
                      <a:lnTo>
                        <a:pt x="1271" y="205"/>
                      </a:lnTo>
                      <a:lnTo>
                        <a:pt x="1304" y="233"/>
                      </a:lnTo>
                      <a:lnTo>
                        <a:pt x="1334" y="261"/>
                      </a:lnTo>
                      <a:lnTo>
                        <a:pt x="1363" y="292"/>
                      </a:lnTo>
                      <a:lnTo>
                        <a:pt x="1388" y="323"/>
                      </a:lnTo>
                      <a:lnTo>
                        <a:pt x="1409" y="353"/>
                      </a:lnTo>
                      <a:lnTo>
                        <a:pt x="1409" y="353"/>
                      </a:lnTo>
                      <a:lnTo>
                        <a:pt x="1433" y="389"/>
                      </a:lnTo>
                      <a:lnTo>
                        <a:pt x="1455" y="429"/>
                      </a:lnTo>
                      <a:lnTo>
                        <a:pt x="1475" y="472"/>
                      </a:lnTo>
                      <a:lnTo>
                        <a:pt x="1493" y="519"/>
                      </a:lnTo>
                      <a:lnTo>
                        <a:pt x="1509" y="570"/>
                      </a:lnTo>
                      <a:lnTo>
                        <a:pt x="1524" y="626"/>
                      </a:lnTo>
                      <a:lnTo>
                        <a:pt x="1535" y="685"/>
                      </a:lnTo>
                      <a:lnTo>
                        <a:pt x="1545" y="749"/>
                      </a:lnTo>
                      <a:lnTo>
                        <a:pt x="1551" y="817"/>
                      </a:lnTo>
                      <a:lnTo>
                        <a:pt x="1555" y="892"/>
                      </a:lnTo>
                      <a:lnTo>
                        <a:pt x="1573" y="900"/>
                      </a:lnTo>
                      <a:lnTo>
                        <a:pt x="1590" y="910"/>
                      </a:lnTo>
                      <a:lnTo>
                        <a:pt x="1605" y="922"/>
                      </a:lnTo>
                      <a:lnTo>
                        <a:pt x="1619" y="939"/>
                      </a:lnTo>
                      <a:lnTo>
                        <a:pt x="1632" y="957"/>
                      </a:lnTo>
                      <a:lnTo>
                        <a:pt x="1642" y="979"/>
                      </a:lnTo>
                      <a:lnTo>
                        <a:pt x="1651" y="1003"/>
                      </a:lnTo>
                      <a:lnTo>
                        <a:pt x="1657" y="1032"/>
                      </a:lnTo>
                      <a:lnTo>
                        <a:pt x="1661" y="1064"/>
                      </a:lnTo>
                      <a:lnTo>
                        <a:pt x="1662" y="1102"/>
                      </a:lnTo>
                      <a:lnTo>
                        <a:pt x="1660" y="1143"/>
                      </a:lnTo>
                      <a:lnTo>
                        <a:pt x="1655" y="1183"/>
                      </a:lnTo>
                      <a:lnTo>
                        <a:pt x="1648" y="1218"/>
                      </a:lnTo>
                      <a:lnTo>
                        <a:pt x="1638" y="1250"/>
                      </a:lnTo>
                      <a:lnTo>
                        <a:pt x="1625" y="1278"/>
                      </a:lnTo>
                      <a:lnTo>
                        <a:pt x="1611" y="1304"/>
                      </a:lnTo>
                      <a:lnTo>
                        <a:pt x="1595" y="1325"/>
                      </a:lnTo>
                      <a:lnTo>
                        <a:pt x="1577" y="1344"/>
                      </a:lnTo>
                      <a:lnTo>
                        <a:pt x="1558" y="1360"/>
                      </a:lnTo>
                      <a:lnTo>
                        <a:pt x="1537" y="1372"/>
                      </a:lnTo>
                      <a:lnTo>
                        <a:pt x="1515" y="1382"/>
                      </a:lnTo>
                      <a:lnTo>
                        <a:pt x="1493" y="1390"/>
                      </a:lnTo>
                      <a:lnTo>
                        <a:pt x="1471" y="1395"/>
                      </a:lnTo>
                      <a:lnTo>
                        <a:pt x="1445" y="1454"/>
                      </a:lnTo>
                      <a:lnTo>
                        <a:pt x="1416" y="1512"/>
                      </a:lnTo>
                      <a:lnTo>
                        <a:pt x="1385" y="1567"/>
                      </a:lnTo>
                      <a:lnTo>
                        <a:pt x="1350" y="1620"/>
                      </a:lnTo>
                      <a:lnTo>
                        <a:pt x="1313" y="1670"/>
                      </a:lnTo>
                      <a:lnTo>
                        <a:pt x="1273" y="1717"/>
                      </a:lnTo>
                      <a:lnTo>
                        <a:pt x="1231" y="1761"/>
                      </a:lnTo>
                      <a:lnTo>
                        <a:pt x="1187" y="1801"/>
                      </a:lnTo>
                      <a:lnTo>
                        <a:pt x="1141" y="1836"/>
                      </a:lnTo>
                      <a:lnTo>
                        <a:pt x="1092" y="1868"/>
                      </a:lnTo>
                      <a:lnTo>
                        <a:pt x="1042" y="1893"/>
                      </a:lnTo>
                      <a:lnTo>
                        <a:pt x="990" y="1915"/>
                      </a:lnTo>
                      <a:lnTo>
                        <a:pt x="937" y="1930"/>
                      </a:lnTo>
                      <a:lnTo>
                        <a:pt x="882" y="1939"/>
                      </a:lnTo>
                      <a:lnTo>
                        <a:pt x="825" y="1942"/>
                      </a:lnTo>
                      <a:lnTo>
                        <a:pt x="769" y="1939"/>
                      </a:lnTo>
                      <a:lnTo>
                        <a:pt x="714" y="1930"/>
                      </a:lnTo>
                      <a:lnTo>
                        <a:pt x="661" y="1915"/>
                      </a:lnTo>
                      <a:lnTo>
                        <a:pt x="608" y="1893"/>
                      </a:lnTo>
                      <a:lnTo>
                        <a:pt x="558" y="1867"/>
                      </a:lnTo>
                      <a:lnTo>
                        <a:pt x="510" y="1836"/>
                      </a:lnTo>
                      <a:lnTo>
                        <a:pt x="464" y="1800"/>
                      </a:lnTo>
                      <a:lnTo>
                        <a:pt x="419" y="1760"/>
                      </a:lnTo>
                      <a:lnTo>
                        <a:pt x="377" y="1716"/>
                      </a:lnTo>
                      <a:lnTo>
                        <a:pt x="337" y="1669"/>
                      </a:lnTo>
                      <a:lnTo>
                        <a:pt x="300" y="1618"/>
                      </a:lnTo>
                      <a:lnTo>
                        <a:pt x="266" y="1565"/>
                      </a:lnTo>
                      <a:lnTo>
                        <a:pt x="234" y="1510"/>
                      </a:lnTo>
                      <a:lnTo>
                        <a:pt x="205" y="1452"/>
                      </a:lnTo>
                      <a:lnTo>
                        <a:pt x="179" y="1392"/>
                      </a:lnTo>
                      <a:lnTo>
                        <a:pt x="156" y="1386"/>
                      </a:lnTo>
                      <a:lnTo>
                        <a:pt x="133" y="1376"/>
                      </a:lnTo>
                      <a:lnTo>
                        <a:pt x="111" y="1364"/>
                      </a:lnTo>
                      <a:lnTo>
                        <a:pt x="91" y="1349"/>
                      </a:lnTo>
                      <a:lnTo>
                        <a:pt x="72" y="1330"/>
                      </a:lnTo>
                      <a:lnTo>
                        <a:pt x="55" y="1309"/>
                      </a:lnTo>
                      <a:lnTo>
                        <a:pt x="39" y="1284"/>
                      </a:lnTo>
                      <a:lnTo>
                        <a:pt x="26" y="1254"/>
                      </a:lnTo>
                      <a:lnTo>
                        <a:pt x="15" y="1221"/>
                      </a:lnTo>
                      <a:lnTo>
                        <a:pt x="7" y="1184"/>
                      </a:lnTo>
                      <a:lnTo>
                        <a:pt x="2" y="1143"/>
                      </a:lnTo>
                      <a:lnTo>
                        <a:pt x="0" y="1104"/>
                      </a:lnTo>
                      <a:lnTo>
                        <a:pt x="1" y="1068"/>
                      </a:lnTo>
                      <a:lnTo>
                        <a:pt x="4" y="1038"/>
                      </a:lnTo>
                      <a:lnTo>
                        <a:pt x="9" y="1009"/>
                      </a:lnTo>
                      <a:lnTo>
                        <a:pt x="17" y="985"/>
                      </a:lnTo>
                      <a:lnTo>
                        <a:pt x="27" y="964"/>
                      </a:lnTo>
                      <a:lnTo>
                        <a:pt x="38" y="946"/>
                      </a:lnTo>
                      <a:lnTo>
                        <a:pt x="50" y="930"/>
                      </a:lnTo>
                      <a:lnTo>
                        <a:pt x="65" y="916"/>
                      </a:lnTo>
                      <a:lnTo>
                        <a:pt x="80" y="906"/>
                      </a:lnTo>
                      <a:lnTo>
                        <a:pt x="96" y="897"/>
                      </a:lnTo>
                      <a:lnTo>
                        <a:pt x="98" y="851"/>
                      </a:lnTo>
                      <a:lnTo>
                        <a:pt x="89" y="794"/>
                      </a:lnTo>
                      <a:lnTo>
                        <a:pt x="85" y="740"/>
                      </a:lnTo>
                      <a:lnTo>
                        <a:pt x="83" y="690"/>
                      </a:lnTo>
                      <a:lnTo>
                        <a:pt x="85" y="643"/>
                      </a:lnTo>
                      <a:lnTo>
                        <a:pt x="90" y="599"/>
                      </a:lnTo>
                      <a:lnTo>
                        <a:pt x="98" y="559"/>
                      </a:lnTo>
                      <a:lnTo>
                        <a:pt x="108" y="522"/>
                      </a:lnTo>
                      <a:lnTo>
                        <a:pt x="120" y="487"/>
                      </a:lnTo>
                      <a:lnTo>
                        <a:pt x="134" y="455"/>
                      </a:lnTo>
                      <a:lnTo>
                        <a:pt x="149" y="427"/>
                      </a:lnTo>
                      <a:lnTo>
                        <a:pt x="166" y="400"/>
                      </a:lnTo>
                      <a:lnTo>
                        <a:pt x="183" y="377"/>
                      </a:lnTo>
                      <a:lnTo>
                        <a:pt x="202" y="355"/>
                      </a:lnTo>
                      <a:lnTo>
                        <a:pt x="220" y="337"/>
                      </a:lnTo>
                      <a:lnTo>
                        <a:pt x="239" y="320"/>
                      </a:lnTo>
                      <a:lnTo>
                        <a:pt x="257" y="305"/>
                      </a:lnTo>
                      <a:lnTo>
                        <a:pt x="274" y="293"/>
                      </a:lnTo>
                      <a:lnTo>
                        <a:pt x="290" y="282"/>
                      </a:lnTo>
                      <a:lnTo>
                        <a:pt x="305" y="273"/>
                      </a:lnTo>
                      <a:lnTo>
                        <a:pt x="319" y="266"/>
                      </a:lnTo>
                      <a:lnTo>
                        <a:pt x="331" y="260"/>
                      </a:lnTo>
                      <a:lnTo>
                        <a:pt x="341" y="255"/>
                      </a:lnTo>
                      <a:lnTo>
                        <a:pt x="348" y="253"/>
                      </a:lnTo>
                      <a:lnTo>
                        <a:pt x="352" y="246"/>
                      </a:lnTo>
                      <a:lnTo>
                        <a:pt x="359" y="237"/>
                      </a:lnTo>
                      <a:lnTo>
                        <a:pt x="367" y="225"/>
                      </a:lnTo>
                      <a:lnTo>
                        <a:pt x="377" y="212"/>
                      </a:lnTo>
                      <a:lnTo>
                        <a:pt x="390" y="196"/>
                      </a:lnTo>
                      <a:lnTo>
                        <a:pt x="404" y="180"/>
                      </a:lnTo>
                      <a:lnTo>
                        <a:pt x="421" y="163"/>
                      </a:lnTo>
                      <a:lnTo>
                        <a:pt x="439" y="145"/>
                      </a:lnTo>
                      <a:lnTo>
                        <a:pt x="459" y="127"/>
                      </a:lnTo>
                      <a:lnTo>
                        <a:pt x="481" y="108"/>
                      </a:lnTo>
                      <a:lnTo>
                        <a:pt x="505" y="91"/>
                      </a:lnTo>
                      <a:lnTo>
                        <a:pt x="531" y="74"/>
                      </a:lnTo>
                      <a:lnTo>
                        <a:pt x="559" y="57"/>
                      </a:lnTo>
                      <a:lnTo>
                        <a:pt x="589" y="43"/>
                      </a:lnTo>
                      <a:lnTo>
                        <a:pt x="620" y="30"/>
                      </a:lnTo>
                      <a:lnTo>
                        <a:pt x="655" y="19"/>
                      </a:lnTo>
                      <a:lnTo>
                        <a:pt x="690" y="10"/>
                      </a:lnTo>
                      <a:lnTo>
                        <a:pt x="728" y="3"/>
                      </a:lnTo>
                      <a:lnTo>
                        <a:pt x="767" y="0"/>
                      </a:lnTo>
                      <a:lnTo>
                        <a:pt x="808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  <p:sp>
              <p:nvSpPr>
                <p:cNvPr id="100" name="Freeform 23"/>
                <p:cNvSpPr>
                  <a:spLocks noEditPoints="1"/>
                </p:cNvSpPr>
                <p:nvPr/>
              </p:nvSpPr>
              <p:spPr>
                <a:xfrm>
                  <a:off x="2664" y="4250"/>
                  <a:ext cx="83" cy="27"/>
                </a:xfrm>
                <a:custGeom>
                  <a:avLst/>
                  <a:gdLst>
                    <a:gd name="T0" fmla="*/ 613 w 916"/>
                    <a:gd name="T1" fmla="*/ 78 h 300"/>
                    <a:gd name="T2" fmla="*/ 561 w 916"/>
                    <a:gd name="T3" fmla="*/ 109 h 300"/>
                    <a:gd name="T4" fmla="*/ 554 w 916"/>
                    <a:gd name="T5" fmla="*/ 165 h 300"/>
                    <a:gd name="T6" fmla="*/ 579 w 916"/>
                    <a:gd name="T7" fmla="*/ 210 h 300"/>
                    <a:gd name="T8" fmla="*/ 665 w 916"/>
                    <a:gd name="T9" fmla="*/ 229 h 300"/>
                    <a:gd name="T10" fmla="*/ 787 w 916"/>
                    <a:gd name="T11" fmla="*/ 223 h 300"/>
                    <a:gd name="T12" fmla="*/ 839 w 916"/>
                    <a:gd name="T13" fmla="*/ 191 h 300"/>
                    <a:gd name="T14" fmla="*/ 846 w 916"/>
                    <a:gd name="T15" fmla="*/ 135 h 300"/>
                    <a:gd name="T16" fmla="*/ 820 w 916"/>
                    <a:gd name="T17" fmla="*/ 90 h 300"/>
                    <a:gd name="T18" fmla="*/ 734 w 916"/>
                    <a:gd name="T19" fmla="*/ 72 h 300"/>
                    <a:gd name="T20" fmla="*/ 153 w 916"/>
                    <a:gd name="T21" fmla="*/ 74 h 300"/>
                    <a:gd name="T22" fmla="*/ 85 w 916"/>
                    <a:gd name="T23" fmla="*/ 99 h 300"/>
                    <a:gd name="T24" fmla="*/ 70 w 916"/>
                    <a:gd name="T25" fmla="*/ 150 h 300"/>
                    <a:gd name="T26" fmla="*/ 85 w 916"/>
                    <a:gd name="T27" fmla="*/ 201 h 300"/>
                    <a:gd name="T28" fmla="*/ 153 w 916"/>
                    <a:gd name="T29" fmla="*/ 227 h 300"/>
                    <a:gd name="T30" fmla="*/ 280 w 916"/>
                    <a:gd name="T31" fmla="*/ 227 h 300"/>
                    <a:gd name="T32" fmla="*/ 348 w 916"/>
                    <a:gd name="T33" fmla="*/ 201 h 300"/>
                    <a:gd name="T34" fmla="*/ 363 w 916"/>
                    <a:gd name="T35" fmla="*/ 150 h 300"/>
                    <a:gd name="T36" fmla="*/ 348 w 916"/>
                    <a:gd name="T37" fmla="*/ 99 h 300"/>
                    <a:gd name="T38" fmla="*/ 280 w 916"/>
                    <a:gd name="T39" fmla="*/ 74 h 300"/>
                    <a:gd name="T40" fmla="*/ 234 w 916"/>
                    <a:gd name="T41" fmla="*/ 0 h 300"/>
                    <a:gd name="T42" fmla="*/ 321 w 916"/>
                    <a:gd name="T43" fmla="*/ 9 h 300"/>
                    <a:gd name="T44" fmla="*/ 400 w 916"/>
                    <a:gd name="T45" fmla="*/ 53 h 300"/>
                    <a:gd name="T46" fmla="*/ 574 w 916"/>
                    <a:gd name="T47" fmla="*/ 17 h 300"/>
                    <a:gd name="T48" fmla="*/ 662 w 916"/>
                    <a:gd name="T49" fmla="*/ 1 h 300"/>
                    <a:gd name="T50" fmla="*/ 732 w 916"/>
                    <a:gd name="T51" fmla="*/ 0 h 300"/>
                    <a:gd name="T52" fmla="*/ 806 w 916"/>
                    <a:gd name="T53" fmla="*/ 10 h 300"/>
                    <a:gd name="T54" fmla="*/ 875 w 916"/>
                    <a:gd name="T55" fmla="*/ 45 h 300"/>
                    <a:gd name="T56" fmla="*/ 914 w 916"/>
                    <a:gd name="T57" fmla="*/ 123 h 300"/>
                    <a:gd name="T58" fmla="*/ 900 w 916"/>
                    <a:gd name="T59" fmla="*/ 223 h 300"/>
                    <a:gd name="T60" fmla="*/ 843 w 916"/>
                    <a:gd name="T61" fmla="*/ 277 h 300"/>
                    <a:gd name="T62" fmla="*/ 768 w 916"/>
                    <a:gd name="T63" fmla="*/ 297 h 300"/>
                    <a:gd name="T64" fmla="*/ 699 w 916"/>
                    <a:gd name="T65" fmla="*/ 300 h 300"/>
                    <a:gd name="T66" fmla="*/ 632 w 916"/>
                    <a:gd name="T67" fmla="*/ 297 h 300"/>
                    <a:gd name="T68" fmla="*/ 557 w 916"/>
                    <a:gd name="T69" fmla="*/ 277 h 300"/>
                    <a:gd name="T70" fmla="*/ 500 w 916"/>
                    <a:gd name="T71" fmla="*/ 224 h 300"/>
                    <a:gd name="T72" fmla="*/ 485 w 916"/>
                    <a:gd name="T73" fmla="*/ 137 h 300"/>
                    <a:gd name="T74" fmla="*/ 432 w 916"/>
                    <a:gd name="T75" fmla="*/ 150 h 300"/>
                    <a:gd name="T76" fmla="*/ 405 w 916"/>
                    <a:gd name="T77" fmla="*/ 241 h 300"/>
                    <a:gd name="T78" fmla="*/ 342 w 916"/>
                    <a:gd name="T79" fmla="*/ 284 h 300"/>
                    <a:gd name="T80" fmla="*/ 266 w 916"/>
                    <a:gd name="T81" fmla="*/ 298 h 300"/>
                    <a:gd name="T82" fmla="*/ 201 w 916"/>
                    <a:gd name="T83" fmla="*/ 299 h 300"/>
                    <a:gd name="T84" fmla="*/ 129 w 916"/>
                    <a:gd name="T85" fmla="*/ 294 h 300"/>
                    <a:gd name="T86" fmla="*/ 57 w 916"/>
                    <a:gd name="T87" fmla="*/ 267 h 300"/>
                    <a:gd name="T88" fmla="*/ 7 w 916"/>
                    <a:gd name="T89" fmla="*/ 202 h 300"/>
                    <a:gd name="T90" fmla="*/ 7 w 916"/>
                    <a:gd name="T91" fmla="*/ 98 h 300"/>
                    <a:gd name="T92" fmla="*/ 57 w 916"/>
                    <a:gd name="T93" fmla="*/ 33 h 300"/>
                    <a:gd name="T94" fmla="*/ 129 w 916"/>
                    <a:gd name="T95" fmla="*/ 6 h 300"/>
                    <a:gd name="T96" fmla="*/ 201 w 916"/>
                    <a:gd name="T97" fmla="*/ 0 h 300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916" h="300">
                      <a:moveTo>
                        <a:pt x="699" y="71"/>
                      </a:moveTo>
                      <a:lnTo>
                        <a:pt x="665" y="72"/>
                      </a:lnTo>
                      <a:lnTo>
                        <a:pt x="636" y="74"/>
                      </a:lnTo>
                      <a:lnTo>
                        <a:pt x="613" y="78"/>
                      </a:lnTo>
                      <a:lnTo>
                        <a:pt x="594" y="83"/>
                      </a:lnTo>
                      <a:lnTo>
                        <a:pt x="579" y="90"/>
                      </a:lnTo>
                      <a:lnTo>
                        <a:pt x="569" y="99"/>
                      </a:lnTo>
                      <a:lnTo>
                        <a:pt x="561" y="109"/>
                      </a:lnTo>
                      <a:lnTo>
                        <a:pt x="556" y="122"/>
                      </a:lnTo>
                      <a:lnTo>
                        <a:pt x="554" y="135"/>
                      </a:lnTo>
                      <a:lnTo>
                        <a:pt x="553" y="150"/>
                      </a:lnTo>
                      <a:lnTo>
                        <a:pt x="554" y="165"/>
                      </a:lnTo>
                      <a:lnTo>
                        <a:pt x="556" y="179"/>
                      </a:lnTo>
                      <a:lnTo>
                        <a:pt x="561" y="191"/>
                      </a:lnTo>
                      <a:lnTo>
                        <a:pt x="569" y="201"/>
                      </a:lnTo>
                      <a:lnTo>
                        <a:pt x="579" y="210"/>
                      </a:lnTo>
                      <a:lnTo>
                        <a:pt x="594" y="216"/>
                      </a:lnTo>
                      <a:lnTo>
                        <a:pt x="613" y="223"/>
                      </a:lnTo>
                      <a:lnTo>
                        <a:pt x="636" y="227"/>
                      </a:lnTo>
                      <a:lnTo>
                        <a:pt x="665" y="229"/>
                      </a:lnTo>
                      <a:lnTo>
                        <a:pt x="699" y="230"/>
                      </a:lnTo>
                      <a:lnTo>
                        <a:pt x="734" y="229"/>
                      </a:lnTo>
                      <a:lnTo>
                        <a:pt x="763" y="227"/>
                      </a:lnTo>
                      <a:lnTo>
                        <a:pt x="787" y="223"/>
                      </a:lnTo>
                      <a:lnTo>
                        <a:pt x="805" y="216"/>
                      </a:lnTo>
                      <a:lnTo>
                        <a:pt x="820" y="210"/>
                      </a:lnTo>
                      <a:lnTo>
                        <a:pt x="831" y="201"/>
                      </a:lnTo>
                      <a:lnTo>
                        <a:pt x="839" y="191"/>
                      </a:lnTo>
                      <a:lnTo>
                        <a:pt x="843" y="179"/>
                      </a:lnTo>
                      <a:lnTo>
                        <a:pt x="846" y="165"/>
                      </a:lnTo>
                      <a:lnTo>
                        <a:pt x="847" y="150"/>
                      </a:lnTo>
                      <a:lnTo>
                        <a:pt x="846" y="135"/>
                      </a:lnTo>
                      <a:lnTo>
                        <a:pt x="843" y="122"/>
                      </a:lnTo>
                      <a:lnTo>
                        <a:pt x="839" y="109"/>
                      </a:lnTo>
                      <a:lnTo>
                        <a:pt x="831" y="99"/>
                      </a:lnTo>
                      <a:lnTo>
                        <a:pt x="820" y="90"/>
                      </a:lnTo>
                      <a:lnTo>
                        <a:pt x="805" y="83"/>
                      </a:lnTo>
                      <a:lnTo>
                        <a:pt x="787" y="78"/>
                      </a:lnTo>
                      <a:lnTo>
                        <a:pt x="763" y="74"/>
                      </a:lnTo>
                      <a:lnTo>
                        <a:pt x="734" y="72"/>
                      </a:lnTo>
                      <a:lnTo>
                        <a:pt x="699" y="71"/>
                      </a:lnTo>
                      <a:close/>
                      <a:moveTo>
                        <a:pt x="216" y="71"/>
                      </a:moveTo>
                      <a:lnTo>
                        <a:pt x="182" y="72"/>
                      </a:lnTo>
                      <a:lnTo>
                        <a:pt x="153" y="74"/>
                      </a:lnTo>
                      <a:lnTo>
                        <a:pt x="130" y="78"/>
                      </a:lnTo>
                      <a:lnTo>
                        <a:pt x="111" y="83"/>
                      </a:lnTo>
                      <a:lnTo>
                        <a:pt x="96" y="90"/>
                      </a:lnTo>
                      <a:lnTo>
                        <a:pt x="85" y="99"/>
                      </a:lnTo>
                      <a:lnTo>
                        <a:pt x="78" y="109"/>
                      </a:lnTo>
                      <a:lnTo>
                        <a:pt x="73" y="122"/>
                      </a:lnTo>
                      <a:lnTo>
                        <a:pt x="70" y="135"/>
                      </a:lnTo>
                      <a:lnTo>
                        <a:pt x="70" y="150"/>
                      </a:lnTo>
                      <a:lnTo>
                        <a:pt x="70" y="165"/>
                      </a:lnTo>
                      <a:lnTo>
                        <a:pt x="73" y="179"/>
                      </a:lnTo>
                      <a:lnTo>
                        <a:pt x="78" y="191"/>
                      </a:lnTo>
                      <a:lnTo>
                        <a:pt x="85" y="201"/>
                      </a:lnTo>
                      <a:lnTo>
                        <a:pt x="96" y="210"/>
                      </a:lnTo>
                      <a:lnTo>
                        <a:pt x="111" y="216"/>
                      </a:lnTo>
                      <a:lnTo>
                        <a:pt x="130" y="223"/>
                      </a:lnTo>
                      <a:lnTo>
                        <a:pt x="153" y="227"/>
                      </a:lnTo>
                      <a:lnTo>
                        <a:pt x="182" y="229"/>
                      </a:lnTo>
                      <a:lnTo>
                        <a:pt x="216" y="230"/>
                      </a:lnTo>
                      <a:lnTo>
                        <a:pt x="250" y="229"/>
                      </a:lnTo>
                      <a:lnTo>
                        <a:pt x="280" y="227"/>
                      </a:lnTo>
                      <a:lnTo>
                        <a:pt x="304" y="223"/>
                      </a:lnTo>
                      <a:lnTo>
                        <a:pt x="322" y="216"/>
                      </a:lnTo>
                      <a:lnTo>
                        <a:pt x="337" y="210"/>
                      </a:lnTo>
                      <a:lnTo>
                        <a:pt x="348" y="201"/>
                      </a:lnTo>
                      <a:lnTo>
                        <a:pt x="355" y="191"/>
                      </a:lnTo>
                      <a:lnTo>
                        <a:pt x="360" y="179"/>
                      </a:lnTo>
                      <a:lnTo>
                        <a:pt x="363" y="165"/>
                      </a:lnTo>
                      <a:lnTo>
                        <a:pt x="363" y="150"/>
                      </a:lnTo>
                      <a:lnTo>
                        <a:pt x="363" y="135"/>
                      </a:lnTo>
                      <a:lnTo>
                        <a:pt x="360" y="122"/>
                      </a:lnTo>
                      <a:lnTo>
                        <a:pt x="355" y="109"/>
                      </a:lnTo>
                      <a:lnTo>
                        <a:pt x="348" y="99"/>
                      </a:lnTo>
                      <a:lnTo>
                        <a:pt x="337" y="90"/>
                      </a:lnTo>
                      <a:lnTo>
                        <a:pt x="322" y="83"/>
                      </a:lnTo>
                      <a:lnTo>
                        <a:pt x="304" y="78"/>
                      </a:lnTo>
                      <a:lnTo>
                        <a:pt x="280" y="74"/>
                      </a:lnTo>
                      <a:lnTo>
                        <a:pt x="250" y="72"/>
                      </a:lnTo>
                      <a:lnTo>
                        <a:pt x="216" y="71"/>
                      </a:lnTo>
                      <a:close/>
                      <a:moveTo>
                        <a:pt x="216" y="0"/>
                      </a:moveTo>
                      <a:lnTo>
                        <a:pt x="234" y="0"/>
                      </a:lnTo>
                      <a:lnTo>
                        <a:pt x="254" y="1"/>
                      </a:lnTo>
                      <a:lnTo>
                        <a:pt x="276" y="2"/>
                      </a:lnTo>
                      <a:lnTo>
                        <a:pt x="298" y="5"/>
                      </a:lnTo>
                      <a:lnTo>
                        <a:pt x="321" y="9"/>
                      </a:lnTo>
                      <a:lnTo>
                        <a:pt x="343" y="17"/>
                      </a:lnTo>
                      <a:lnTo>
                        <a:pt x="364" y="26"/>
                      </a:lnTo>
                      <a:lnTo>
                        <a:pt x="383" y="37"/>
                      </a:lnTo>
                      <a:lnTo>
                        <a:pt x="400" y="53"/>
                      </a:lnTo>
                      <a:lnTo>
                        <a:pt x="516" y="53"/>
                      </a:lnTo>
                      <a:lnTo>
                        <a:pt x="533" y="37"/>
                      </a:lnTo>
                      <a:lnTo>
                        <a:pt x="553" y="26"/>
                      </a:lnTo>
                      <a:lnTo>
                        <a:pt x="574" y="17"/>
                      </a:lnTo>
                      <a:lnTo>
                        <a:pt x="596" y="9"/>
                      </a:lnTo>
                      <a:lnTo>
                        <a:pt x="618" y="5"/>
                      </a:lnTo>
                      <a:lnTo>
                        <a:pt x="640" y="2"/>
                      </a:lnTo>
                      <a:lnTo>
                        <a:pt x="662" y="1"/>
                      </a:lnTo>
                      <a:lnTo>
                        <a:pt x="682" y="0"/>
                      </a:lnTo>
                      <a:lnTo>
                        <a:pt x="699" y="0"/>
                      </a:lnTo>
                      <a:lnTo>
                        <a:pt x="715" y="0"/>
                      </a:lnTo>
                      <a:lnTo>
                        <a:pt x="732" y="0"/>
                      </a:lnTo>
                      <a:lnTo>
                        <a:pt x="749" y="1"/>
                      </a:lnTo>
                      <a:lnTo>
                        <a:pt x="768" y="3"/>
                      </a:lnTo>
                      <a:lnTo>
                        <a:pt x="787" y="6"/>
                      </a:lnTo>
                      <a:lnTo>
                        <a:pt x="806" y="10"/>
                      </a:lnTo>
                      <a:lnTo>
                        <a:pt x="825" y="16"/>
                      </a:lnTo>
                      <a:lnTo>
                        <a:pt x="843" y="24"/>
                      </a:lnTo>
                      <a:lnTo>
                        <a:pt x="860" y="33"/>
                      </a:lnTo>
                      <a:lnTo>
                        <a:pt x="875" y="45"/>
                      </a:lnTo>
                      <a:lnTo>
                        <a:pt x="889" y="59"/>
                      </a:lnTo>
                      <a:lnTo>
                        <a:pt x="900" y="77"/>
                      </a:lnTo>
                      <a:lnTo>
                        <a:pt x="908" y="98"/>
                      </a:lnTo>
                      <a:lnTo>
                        <a:pt x="914" y="123"/>
                      </a:lnTo>
                      <a:lnTo>
                        <a:pt x="916" y="150"/>
                      </a:lnTo>
                      <a:lnTo>
                        <a:pt x="914" y="178"/>
                      </a:lnTo>
                      <a:lnTo>
                        <a:pt x="908" y="202"/>
                      </a:lnTo>
                      <a:lnTo>
                        <a:pt x="900" y="223"/>
                      </a:lnTo>
                      <a:lnTo>
                        <a:pt x="889" y="241"/>
                      </a:lnTo>
                      <a:lnTo>
                        <a:pt x="875" y="255"/>
                      </a:lnTo>
                      <a:lnTo>
                        <a:pt x="860" y="267"/>
                      </a:lnTo>
                      <a:lnTo>
                        <a:pt x="843" y="277"/>
                      </a:lnTo>
                      <a:lnTo>
                        <a:pt x="825" y="285"/>
                      </a:lnTo>
                      <a:lnTo>
                        <a:pt x="806" y="290"/>
                      </a:lnTo>
                      <a:lnTo>
                        <a:pt x="787" y="294"/>
                      </a:lnTo>
                      <a:lnTo>
                        <a:pt x="768" y="297"/>
                      </a:lnTo>
                      <a:lnTo>
                        <a:pt x="749" y="298"/>
                      </a:lnTo>
                      <a:lnTo>
                        <a:pt x="732" y="299"/>
                      </a:lnTo>
                      <a:lnTo>
                        <a:pt x="715" y="299"/>
                      </a:lnTo>
                      <a:lnTo>
                        <a:pt x="699" y="300"/>
                      </a:lnTo>
                      <a:lnTo>
                        <a:pt x="685" y="299"/>
                      </a:lnTo>
                      <a:lnTo>
                        <a:pt x="668" y="299"/>
                      </a:lnTo>
                      <a:lnTo>
                        <a:pt x="650" y="298"/>
                      </a:lnTo>
                      <a:lnTo>
                        <a:pt x="632" y="297"/>
                      </a:lnTo>
                      <a:lnTo>
                        <a:pt x="613" y="294"/>
                      </a:lnTo>
                      <a:lnTo>
                        <a:pt x="593" y="290"/>
                      </a:lnTo>
                      <a:lnTo>
                        <a:pt x="575" y="285"/>
                      </a:lnTo>
                      <a:lnTo>
                        <a:pt x="557" y="277"/>
                      </a:lnTo>
                      <a:lnTo>
                        <a:pt x="540" y="267"/>
                      </a:lnTo>
                      <a:lnTo>
                        <a:pt x="524" y="255"/>
                      </a:lnTo>
                      <a:lnTo>
                        <a:pt x="511" y="241"/>
                      </a:lnTo>
                      <a:lnTo>
                        <a:pt x="500" y="224"/>
                      </a:lnTo>
                      <a:lnTo>
                        <a:pt x="491" y="202"/>
                      </a:lnTo>
                      <a:lnTo>
                        <a:pt x="486" y="179"/>
                      </a:lnTo>
                      <a:lnTo>
                        <a:pt x="484" y="150"/>
                      </a:lnTo>
                      <a:lnTo>
                        <a:pt x="485" y="137"/>
                      </a:lnTo>
                      <a:lnTo>
                        <a:pt x="486" y="125"/>
                      </a:lnTo>
                      <a:lnTo>
                        <a:pt x="430" y="125"/>
                      </a:lnTo>
                      <a:lnTo>
                        <a:pt x="432" y="137"/>
                      </a:lnTo>
                      <a:lnTo>
                        <a:pt x="432" y="150"/>
                      </a:lnTo>
                      <a:lnTo>
                        <a:pt x="430" y="179"/>
                      </a:lnTo>
                      <a:lnTo>
                        <a:pt x="425" y="202"/>
                      </a:lnTo>
                      <a:lnTo>
                        <a:pt x="416" y="224"/>
                      </a:lnTo>
                      <a:lnTo>
                        <a:pt x="405" y="241"/>
                      </a:lnTo>
                      <a:lnTo>
                        <a:pt x="392" y="255"/>
                      </a:lnTo>
                      <a:lnTo>
                        <a:pt x="377" y="267"/>
                      </a:lnTo>
                      <a:lnTo>
                        <a:pt x="360" y="277"/>
                      </a:lnTo>
                      <a:lnTo>
                        <a:pt x="342" y="284"/>
                      </a:lnTo>
                      <a:lnTo>
                        <a:pt x="323" y="290"/>
                      </a:lnTo>
                      <a:lnTo>
                        <a:pt x="304" y="294"/>
                      </a:lnTo>
                      <a:lnTo>
                        <a:pt x="285" y="296"/>
                      </a:lnTo>
                      <a:lnTo>
                        <a:pt x="266" y="298"/>
                      </a:lnTo>
                      <a:lnTo>
                        <a:pt x="248" y="299"/>
                      </a:lnTo>
                      <a:lnTo>
                        <a:pt x="231" y="299"/>
                      </a:lnTo>
                      <a:lnTo>
                        <a:pt x="216" y="299"/>
                      </a:lnTo>
                      <a:lnTo>
                        <a:pt x="201" y="299"/>
                      </a:lnTo>
                      <a:lnTo>
                        <a:pt x="185" y="299"/>
                      </a:lnTo>
                      <a:lnTo>
                        <a:pt x="167" y="298"/>
                      </a:lnTo>
                      <a:lnTo>
                        <a:pt x="148" y="296"/>
                      </a:lnTo>
                      <a:lnTo>
                        <a:pt x="129" y="294"/>
                      </a:lnTo>
                      <a:lnTo>
                        <a:pt x="110" y="290"/>
                      </a:lnTo>
                      <a:lnTo>
                        <a:pt x="91" y="284"/>
                      </a:lnTo>
                      <a:lnTo>
                        <a:pt x="73" y="277"/>
                      </a:lnTo>
                      <a:lnTo>
                        <a:pt x="57" y="267"/>
                      </a:lnTo>
                      <a:lnTo>
                        <a:pt x="41" y="255"/>
                      </a:lnTo>
                      <a:lnTo>
                        <a:pt x="27" y="240"/>
                      </a:lnTo>
                      <a:lnTo>
                        <a:pt x="16" y="223"/>
                      </a:lnTo>
                      <a:lnTo>
                        <a:pt x="7" y="202"/>
                      </a:lnTo>
                      <a:lnTo>
                        <a:pt x="2" y="178"/>
                      </a:lnTo>
                      <a:lnTo>
                        <a:pt x="0" y="150"/>
                      </a:lnTo>
                      <a:lnTo>
                        <a:pt x="2" y="122"/>
                      </a:lnTo>
                      <a:lnTo>
                        <a:pt x="7" y="98"/>
                      </a:lnTo>
                      <a:lnTo>
                        <a:pt x="16" y="77"/>
                      </a:lnTo>
                      <a:lnTo>
                        <a:pt x="27" y="59"/>
                      </a:lnTo>
                      <a:lnTo>
                        <a:pt x="41" y="45"/>
                      </a:lnTo>
                      <a:lnTo>
                        <a:pt x="57" y="33"/>
                      </a:lnTo>
                      <a:lnTo>
                        <a:pt x="73" y="23"/>
                      </a:lnTo>
                      <a:lnTo>
                        <a:pt x="91" y="16"/>
                      </a:lnTo>
                      <a:lnTo>
                        <a:pt x="110" y="10"/>
                      </a:lnTo>
                      <a:lnTo>
                        <a:pt x="129" y="6"/>
                      </a:lnTo>
                      <a:lnTo>
                        <a:pt x="148" y="3"/>
                      </a:lnTo>
                      <a:lnTo>
                        <a:pt x="167" y="1"/>
                      </a:lnTo>
                      <a:lnTo>
                        <a:pt x="185" y="0"/>
                      </a:lnTo>
                      <a:lnTo>
                        <a:pt x="201" y="0"/>
                      </a:lnTo>
                      <a:lnTo>
                        <a:pt x="216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  <p:sp>
              <p:nvSpPr>
                <p:cNvPr id="101" name="Freeform 24"/>
                <p:cNvSpPr>
                  <a:spLocks noEditPoints="1"/>
                </p:cNvSpPr>
                <p:nvPr/>
              </p:nvSpPr>
              <p:spPr>
                <a:xfrm>
                  <a:off x="2597" y="4335"/>
                  <a:ext cx="217" cy="124"/>
                </a:xfrm>
                <a:custGeom>
                  <a:avLst/>
                  <a:gdLst>
                    <a:gd name="T0" fmla="*/ 1796 w 2393"/>
                    <a:gd name="T1" fmla="*/ 704 h 1360"/>
                    <a:gd name="T2" fmla="*/ 1761 w 2393"/>
                    <a:gd name="T3" fmla="*/ 720 h 1360"/>
                    <a:gd name="T4" fmla="*/ 1590 w 2393"/>
                    <a:gd name="T5" fmla="*/ 904 h 1360"/>
                    <a:gd name="T6" fmla="*/ 1882 w 2393"/>
                    <a:gd name="T7" fmla="*/ 733 h 1360"/>
                    <a:gd name="T8" fmla="*/ 1851 w 2393"/>
                    <a:gd name="T9" fmla="*/ 709 h 1360"/>
                    <a:gd name="T10" fmla="*/ 1814 w 2393"/>
                    <a:gd name="T11" fmla="*/ 702 h 1360"/>
                    <a:gd name="T12" fmla="*/ 1831 w 2393"/>
                    <a:gd name="T13" fmla="*/ 20 h 1360"/>
                    <a:gd name="T14" fmla="*/ 1950 w 2393"/>
                    <a:gd name="T15" fmla="*/ 61 h 1360"/>
                    <a:gd name="T16" fmla="*/ 2057 w 2393"/>
                    <a:gd name="T17" fmla="*/ 121 h 1360"/>
                    <a:gd name="T18" fmla="*/ 2154 w 2393"/>
                    <a:gd name="T19" fmla="*/ 196 h 1360"/>
                    <a:gd name="T20" fmla="*/ 2235 w 2393"/>
                    <a:gd name="T21" fmla="*/ 286 h 1360"/>
                    <a:gd name="T22" fmla="*/ 2301 w 2393"/>
                    <a:gd name="T23" fmla="*/ 388 h 1360"/>
                    <a:gd name="T24" fmla="*/ 2352 w 2393"/>
                    <a:gd name="T25" fmla="*/ 501 h 1360"/>
                    <a:gd name="T26" fmla="*/ 2382 w 2393"/>
                    <a:gd name="T27" fmla="*/ 622 h 1360"/>
                    <a:gd name="T28" fmla="*/ 2393 w 2393"/>
                    <a:gd name="T29" fmla="*/ 748 h 1360"/>
                    <a:gd name="T30" fmla="*/ 2390 w 2393"/>
                    <a:gd name="T31" fmla="*/ 1230 h 1360"/>
                    <a:gd name="T32" fmla="*/ 2370 w 2393"/>
                    <a:gd name="T33" fmla="*/ 1282 h 1360"/>
                    <a:gd name="T34" fmla="*/ 2335 w 2393"/>
                    <a:gd name="T35" fmla="*/ 1324 h 1360"/>
                    <a:gd name="T36" fmla="*/ 2286 w 2393"/>
                    <a:gd name="T37" fmla="*/ 1351 h 1360"/>
                    <a:gd name="T38" fmla="*/ 2230 w 2393"/>
                    <a:gd name="T39" fmla="*/ 1360 h 1360"/>
                    <a:gd name="T40" fmla="*/ 129 w 2393"/>
                    <a:gd name="T41" fmla="*/ 1358 h 1360"/>
                    <a:gd name="T42" fmla="*/ 77 w 2393"/>
                    <a:gd name="T43" fmla="*/ 1339 h 1360"/>
                    <a:gd name="T44" fmla="*/ 36 w 2393"/>
                    <a:gd name="T45" fmla="*/ 1304 h 1360"/>
                    <a:gd name="T46" fmla="*/ 10 w 2393"/>
                    <a:gd name="T47" fmla="*/ 1256 h 1360"/>
                    <a:gd name="T48" fmla="*/ 0 w 2393"/>
                    <a:gd name="T49" fmla="*/ 1200 h 1360"/>
                    <a:gd name="T50" fmla="*/ 3 w 2393"/>
                    <a:gd name="T51" fmla="*/ 684 h 1360"/>
                    <a:gd name="T52" fmla="*/ 23 w 2393"/>
                    <a:gd name="T53" fmla="*/ 561 h 1360"/>
                    <a:gd name="T54" fmla="*/ 63 w 2393"/>
                    <a:gd name="T55" fmla="*/ 443 h 1360"/>
                    <a:gd name="T56" fmla="*/ 122 w 2393"/>
                    <a:gd name="T57" fmla="*/ 336 h 1360"/>
                    <a:gd name="T58" fmla="*/ 195 w 2393"/>
                    <a:gd name="T59" fmla="*/ 240 h 1360"/>
                    <a:gd name="T60" fmla="*/ 283 w 2393"/>
                    <a:gd name="T61" fmla="*/ 157 h 1360"/>
                    <a:gd name="T62" fmla="*/ 385 w 2393"/>
                    <a:gd name="T63" fmla="*/ 89 h 1360"/>
                    <a:gd name="T64" fmla="*/ 498 w 2393"/>
                    <a:gd name="T65" fmla="*/ 38 h 1360"/>
                    <a:gd name="T66" fmla="*/ 640 w 2393"/>
                    <a:gd name="T67" fmla="*/ 0 h 1360"/>
                    <a:gd name="T68" fmla="*/ 1748 w 2393"/>
                    <a:gd name="T69" fmla="*/ 0 h 1360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2393" h="1360">
                      <a:moveTo>
                        <a:pt x="1814" y="702"/>
                      </a:moveTo>
                      <a:lnTo>
                        <a:pt x="1796" y="704"/>
                      </a:lnTo>
                      <a:lnTo>
                        <a:pt x="1778" y="709"/>
                      </a:lnTo>
                      <a:lnTo>
                        <a:pt x="1761" y="720"/>
                      </a:lnTo>
                      <a:lnTo>
                        <a:pt x="1746" y="733"/>
                      </a:lnTo>
                      <a:lnTo>
                        <a:pt x="1590" y="904"/>
                      </a:lnTo>
                      <a:lnTo>
                        <a:pt x="2038" y="904"/>
                      </a:lnTo>
                      <a:lnTo>
                        <a:pt x="1882" y="733"/>
                      </a:lnTo>
                      <a:lnTo>
                        <a:pt x="1867" y="719"/>
                      </a:lnTo>
                      <a:lnTo>
                        <a:pt x="1851" y="709"/>
                      </a:lnTo>
                      <a:lnTo>
                        <a:pt x="1833" y="703"/>
                      </a:lnTo>
                      <a:lnTo>
                        <a:pt x="1814" y="702"/>
                      </a:lnTo>
                      <a:close/>
                      <a:moveTo>
                        <a:pt x="1748" y="0"/>
                      </a:moveTo>
                      <a:lnTo>
                        <a:pt x="1831" y="20"/>
                      </a:lnTo>
                      <a:lnTo>
                        <a:pt x="1892" y="38"/>
                      </a:lnTo>
                      <a:lnTo>
                        <a:pt x="1950" y="61"/>
                      </a:lnTo>
                      <a:lnTo>
                        <a:pt x="2005" y="88"/>
                      </a:lnTo>
                      <a:lnTo>
                        <a:pt x="2057" y="121"/>
                      </a:lnTo>
                      <a:lnTo>
                        <a:pt x="2107" y="157"/>
                      </a:lnTo>
                      <a:lnTo>
                        <a:pt x="2154" y="196"/>
                      </a:lnTo>
                      <a:lnTo>
                        <a:pt x="2196" y="239"/>
                      </a:lnTo>
                      <a:lnTo>
                        <a:pt x="2235" y="286"/>
                      </a:lnTo>
                      <a:lnTo>
                        <a:pt x="2270" y="336"/>
                      </a:lnTo>
                      <a:lnTo>
                        <a:pt x="2301" y="388"/>
                      </a:lnTo>
                      <a:lnTo>
                        <a:pt x="2328" y="443"/>
                      </a:lnTo>
                      <a:lnTo>
                        <a:pt x="2352" y="501"/>
                      </a:lnTo>
                      <a:lnTo>
                        <a:pt x="2369" y="561"/>
                      </a:lnTo>
                      <a:lnTo>
                        <a:pt x="2382" y="622"/>
                      </a:lnTo>
                      <a:lnTo>
                        <a:pt x="2390" y="684"/>
                      </a:lnTo>
                      <a:lnTo>
                        <a:pt x="2393" y="748"/>
                      </a:lnTo>
                      <a:lnTo>
                        <a:pt x="2393" y="1200"/>
                      </a:lnTo>
                      <a:lnTo>
                        <a:pt x="2390" y="1230"/>
                      </a:lnTo>
                      <a:lnTo>
                        <a:pt x="2383" y="1256"/>
                      </a:lnTo>
                      <a:lnTo>
                        <a:pt x="2370" y="1282"/>
                      </a:lnTo>
                      <a:lnTo>
                        <a:pt x="2354" y="1304"/>
                      </a:lnTo>
                      <a:lnTo>
                        <a:pt x="2335" y="1324"/>
                      </a:lnTo>
                      <a:lnTo>
                        <a:pt x="2311" y="1339"/>
                      </a:lnTo>
                      <a:lnTo>
                        <a:pt x="2286" y="1351"/>
                      </a:lnTo>
                      <a:lnTo>
                        <a:pt x="2259" y="1358"/>
                      </a:lnTo>
                      <a:lnTo>
                        <a:pt x="2230" y="1360"/>
                      </a:lnTo>
                      <a:lnTo>
                        <a:pt x="157" y="1360"/>
                      </a:lnTo>
                      <a:lnTo>
                        <a:pt x="129" y="1358"/>
                      </a:lnTo>
                      <a:lnTo>
                        <a:pt x="101" y="1351"/>
                      </a:lnTo>
                      <a:lnTo>
                        <a:pt x="77" y="1339"/>
                      </a:lnTo>
                      <a:lnTo>
                        <a:pt x="55" y="1324"/>
                      </a:lnTo>
                      <a:lnTo>
                        <a:pt x="36" y="1304"/>
                      </a:lnTo>
                      <a:lnTo>
                        <a:pt x="21" y="1282"/>
                      </a:lnTo>
                      <a:lnTo>
                        <a:pt x="10" y="1256"/>
                      </a:lnTo>
                      <a:lnTo>
                        <a:pt x="3" y="1230"/>
                      </a:lnTo>
                      <a:lnTo>
                        <a:pt x="0" y="1200"/>
                      </a:lnTo>
                      <a:lnTo>
                        <a:pt x="0" y="748"/>
                      </a:lnTo>
                      <a:lnTo>
                        <a:pt x="3" y="684"/>
                      </a:lnTo>
                      <a:lnTo>
                        <a:pt x="11" y="622"/>
                      </a:lnTo>
                      <a:lnTo>
                        <a:pt x="23" y="561"/>
                      </a:lnTo>
                      <a:lnTo>
                        <a:pt x="41" y="501"/>
                      </a:lnTo>
                      <a:lnTo>
                        <a:pt x="63" y="443"/>
                      </a:lnTo>
                      <a:lnTo>
                        <a:pt x="90" y="389"/>
                      </a:lnTo>
                      <a:lnTo>
                        <a:pt x="122" y="336"/>
                      </a:lnTo>
                      <a:lnTo>
                        <a:pt x="156" y="286"/>
                      </a:lnTo>
                      <a:lnTo>
                        <a:pt x="195" y="240"/>
                      </a:lnTo>
                      <a:lnTo>
                        <a:pt x="237" y="196"/>
                      </a:lnTo>
                      <a:lnTo>
                        <a:pt x="283" y="157"/>
                      </a:lnTo>
                      <a:lnTo>
                        <a:pt x="332" y="121"/>
                      </a:lnTo>
                      <a:lnTo>
                        <a:pt x="385" y="89"/>
                      </a:lnTo>
                      <a:lnTo>
                        <a:pt x="440" y="62"/>
                      </a:lnTo>
                      <a:lnTo>
                        <a:pt x="498" y="38"/>
                      </a:lnTo>
                      <a:lnTo>
                        <a:pt x="559" y="20"/>
                      </a:lnTo>
                      <a:lnTo>
                        <a:pt x="640" y="0"/>
                      </a:lnTo>
                      <a:lnTo>
                        <a:pt x="1193" y="1280"/>
                      </a:lnTo>
                      <a:lnTo>
                        <a:pt x="1748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  <p:sp>
              <p:nvSpPr>
                <p:cNvPr id="102" name="Freeform 25"/>
                <p:cNvSpPr/>
                <p:nvPr/>
              </p:nvSpPr>
              <p:spPr>
                <a:xfrm>
                  <a:off x="2689" y="4347"/>
                  <a:ext cx="34" cy="83"/>
                </a:xfrm>
                <a:custGeom>
                  <a:avLst/>
                  <a:gdLst>
                    <a:gd name="T0" fmla="*/ 135 w 373"/>
                    <a:gd name="T1" fmla="*/ 0 h 915"/>
                    <a:gd name="T2" fmla="*/ 237 w 373"/>
                    <a:gd name="T3" fmla="*/ 0 h 915"/>
                    <a:gd name="T4" fmla="*/ 258 w 373"/>
                    <a:gd name="T5" fmla="*/ 2 h 915"/>
                    <a:gd name="T6" fmla="*/ 278 w 373"/>
                    <a:gd name="T7" fmla="*/ 9 h 915"/>
                    <a:gd name="T8" fmla="*/ 295 w 373"/>
                    <a:gd name="T9" fmla="*/ 21 h 915"/>
                    <a:gd name="T10" fmla="*/ 310 w 373"/>
                    <a:gd name="T11" fmla="*/ 36 h 915"/>
                    <a:gd name="T12" fmla="*/ 321 w 373"/>
                    <a:gd name="T13" fmla="*/ 53 h 915"/>
                    <a:gd name="T14" fmla="*/ 328 w 373"/>
                    <a:gd name="T15" fmla="*/ 74 h 915"/>
                    <a:gd name="T16" fmla="*/ 366 w 373"/>
                    <a:gd name="T17" fmla="*/ 234 h 915"/>
                    <a:gd name="T18" fmla="*/ 368 w 373"/>
                    <a:gd name="T19" fmla="*/ 257 h 915"/>
                    <a:gd name="T20" fmla="*/ 365 w 373"/>
                    <a:gd name="T21" fmla="*/ 281 h 915"/>
                    <a:gd name="T22" fmla="*/ 357 w 373"/>
                    <a:gd name="T23" fmla="*/ 301 h 915"/>
                    <a:gd name="T24" fmla="*/ 345 w 373"/>
                    <a:gd name="T25" fmla="*/ 319 h 915"/>
                    <a:gd name="T26" fmla="*/ 329 w 373"/>
                    <a:gd name="T27" fmla="*/ 334 h 915"/>
                    <a:gd name="T28" fmla="*/ 309 w 373"/>
                    <a:gd name="T29" fmla="*/ 345 h 915"/>
                    <a:gd name="T30" fmla="*/ 287 w 373"/>
                    <a:gd name="T31" fmla="*/ 351 h 915"/>
                    <a:gd name="T32" fmla="*/ 373 w 373"/>
                    <a:gd name="T33" fmla="*/ 438 h 915"/>
                    <a:gd name="T34" fmla="*/ 187 w 373"/>
                    <a:gd name="T35" fmla="*/ 915 h 915"/>
                    <a:gd name="T36" fmla="*/ 0 w 373"/>
                    <a:gd name="T37" fmla="*/ 438 h 915"/>
                    <a:gd name="T38" fmla="*/ 85 w 373"/>
                    <a:gd name="T39" fmla="*/ 351 h 915"/>
                    <a:gd name="T40" fmla="*/ 63 w 373"/>
                    <a:gd name="T41" fmla="*/ 345 h 915"/>
                    <a:gd name="T42" fmla="*/ 44 w 373"/>
                    <a:gd name="T43" fmla="*/ 334 h 915"/>
                    <a:gd name="T44" fmla="*/ 27 w 373"/>
                    <a:gd name="T45" fmla="*/ 319 h 915"/>
                    <a:gd name="T46" fmla="*/ 15 w 373"/>
                    <a:gd name="T47" fmla="*/ 301 h 915"/>
                    <a:gd name="T48" fmla="*/ 7 w 373"/>
                    <a:gd name="T49" fmla="*/ 281 h 915"/>
                    <a:gd name="T50" fmla="*/ 4 w 373"/>
                    <a:gd name="T51" fmla="*/ 257 h 915"/>
                    <a:gd name="T52" fmla="*/ 6 w 373"/>
                    <a:gd name="T53" fmla="*/ 234 h 915"/>
                    <a:gd name="T54" fmla="*/ 44 w 373"/>
                    <a:gd name="T55" fmla="*/ 74 h 915"/>
                    <a:gd name="T56" fmla="*/ 52 w 373"/>
                    <a:gd name="T57" fmla="*/ 53 h 915"/>
                    <a:gd name="T58" fmla="*/ 63 w 373"/>
                    <a:gd name="T59" fmla="*/ 36 h 915"/>
                    <a:gd name="T60" fmla="*/ 77 w 373"/>
                    <a:gd name="T61" fmla="*/ 21 h 915"/>
                    <a:gd name="T62" fmla="*/ 95 w 373"/>
                    <a:gd name="T63" fmla="*/ 9 h 915"/>
                    <a:gd name="T64" fmla="*/ 114 w 373"/>
                    <a:gd name="T65" fmla="*/ 2 h 915"/>
                    <a:gd name="T66" fmla="*/ 135 w 373"/>
                    <a:gd name="T67" fmla="*/ 0 h 915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373" h="915">
                      <a:moveTo>
                        <a:pt x="135" y="0"/>
                      </a:moveTo>
                      <a:lnTo>
                        <a:pt x="237" y="0"/>
                      </a:lnTo>
                      <a:lnTo>
                        <a:pt x="258" y="2"/>
                      </a:lnTo>
                      <a:lnTo>
                        <a:pt x="278" y="9"/>
                      </a:lnTo>
                      <a:lnTo>
                        <a:pt x="295" y="21"/>
                      </a:lnTo>
                      <a:lnTo>
                        <a:pt x="310" y="36"/>
                      </a:lnTo>
                      <a:lnTo>
                        <a:pt x="321" y="53"/>
                      </a:lnTo>
                      <a:lnTo>
                        <a:pt x="328" y="74"/>
                      </a:lnTo>
                      <a:lnTo>
                        <a:pt x="366" y="234"/>
                      </a:lnTo>
                      <a:lnTo>
                        <a:pt x="368" y="257"/>
                      </a:lnTo>
                      <a:lnTo>
                        <a:pt x="365" y="281"/>
                      </a:lnTo>
                      <a:lnTo>
                        <a:pt x="357" y="301"/>
                      </a:lnTo>
                      <a:lnTo>
                        <a:pt x="345" y="319"/>
                      </a:lnTo>
                      <a:lnTo>
                        <a:pt x="329" y="334"/>
                      </a:lnTo>
                      <a:lnTo>
                        <a:pt x="309" y="345"/>
                      </a:lnTo>
                      <a:lnTo>
                        <a:pt x="287" y="351"/>
                      </a:lnTo>
                      <a:lnTo>
                        <a:pt x="373" y="438"/>
                      </a:lnTo>
                      <a:lnTo>
                        <a:pt x="187" y="915"/>
                      </a:lnTo>
                      <a:lnTo>
                        <a:pt x="0" y="438"/>
                      </a:lnTo>
                      <a:lnTo>
                        <a:pt x="85" y="351"/>
                      </a:lnTo>
                      <a:lnTo>
                        <a:pt x="63" y="345"/>
                      </a:lnTo>
                      <a:lnTo>
                        <a:pt x="44" y="334"/>
                      </a:lnTo>
                      <a:lnTo>
                        <a:pt x="27" y="319"/>
                      </a:lnTo>
                      <a:lnTo>
                        <a:pt x="15" y="301"/>
                      </a:lnTo>
                      <a:lnTo>
                        <a:pt x="7" y="281"/>
                      </a:lnTo>
                      <a:lnTo>
                        <a:pt x="4" y="257"/>
                      </a:lnTo>
                      <a:lnTo>
                        <a:pt x="6" y="234"/>
                      </a:lnTo>
                      <a:lnTo>
                        <a:pt x="44" y="74"/>
                      </a:lnTo>
                      <a:lnTo>
                        <a:pt x="52" y="53"/>
                      </a:lnTo>
                      <a:lnTo>
                        <a:pt x="63" y="36"/>
                      </a:lnTo>
                      <a:lnTo>
                        <a:pt x="77" y="21"/>
                      </a:lnTo>
                      <a:lnTo>
                        <a:pt x="95" y="9"/>
                      </a:lnTo>
                      <a:lnTo>
                        <a:pt x="114" y="2"/>
                      </a:lnTo>
                      <a:lnTo>
                        <a:pt x="135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</p:grpSp>
        </p:grpSp>
        <p:grpSp>
          <p:nvGrpSpPr>
            <p:cNvPr id="103" name="그룹 28"/>
            <p:cNvGrpSpPr/>
            <p:nvPr/>
          </p:nvGrpSpPr>
          <p:grpSpPr>
            <a:xfrm rot="0">
              <a:off x="467102" y="539420"/>
              <a:ext cx="706334" cy="563575"/>
              <a:chOff x="467102" y="539420"/>
              <a:chExt cx="706334" cy="563575"/>
            </a:xfrm>
          </p:grpSpPr>
          <p:sp>
            <p:nvSpPr>
              <p:cNvPr id="104" name="타원 25"/>
              <p:cNvSpPr/>
              <p:nvPr/>
            </p:nvSpPr>
            <p:spPr>
              <a:xfrm>
                <a:off x="652176" y="539420"/>
                <a:ext cx="350330" cy="35033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12700" cap="flat" cmpd="sng" algn="ctr">
                <a:solidFill>
                  <a:srgbClr val="ff0000">
                    <a:alpha val="100000"/>
                  </a:srgbClr>
                </a:solidFill>
                <a:prstDash val="solid"/>
                <a:miter/>
              </a:ln>
            </p:spPr>
            <p:txBody>
              <a:bodyPr anchor="ctr"/>
              <a:p>
                <a:pPr marL="0" indent="0" algn="ctr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pic>
            <p:nvPicPr>
              <p:cNvPr id="105" name="그림 26"/>
              <p:cNvPicPr>
                <a:picLocks noChangeAspect="1"/>
              </p:cNvPicPr>
              <p:nvPr/>
            </p:nvPicPr>
            <p:blipFill rotWithShape="1">
              <a:blip r:embed="rId2"/>
              <a:stretch>
                <a:fillRect/>
              </a:stretch>
            </p:blipFill>
            <p:spPr>
              <a:xfrm>
                <a:off x="704808" y="591912"/>
                <a:ext cx="254385" cy="254385"/>
              </a:xfrm>
              <a:prstGeom prst="rect">
                <a:avLst/>
              </a:prstGeom>
            </p:spPr>
          </p:pic>
          <p:sp>
            <p:nvSpPr>
              <p:cNvPr id="106" name="직사각형 27"/>
              <p:cNvSpPr/>
              <p:nvPr/>
            </p:nvSpPr>
            <p:spPr>
              <a:xfrm>
                <a:off x="467102" y="915925"/>
                <a:ext cx="706334" cy="1870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0" indent="0" algn="ctr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r>
                  <a:rPr xmlns:mc="http://schemas.openxmlformats.org/markup-compatibility/2006" xmlns:hp="http://schemas.haansoft.com/office/presentation/8.0" kumimoji="0" lang="en-US" altLang="ko-KR" sz="700" b="1" i="0" u="none" strike="noStrike" kern="1200" cap="none" spc="0" normalizeH="0" baseline="0" mc:Ignorable="hp" hp:hslEmbossed="0">
                    <a:solidFill>
                      <a:srgbClr val="ffffff"/>
                    </a:solidFill>
                    <a:latin typeface="맑은 고딕"/>
                    <a:ea typeface="맑은 고딕"/>
                    <a:cs typeface="맑은 고딕"/>
                  </a:rPr>
                  <a:t>PPTBIZCAM</a:t>
                </a:r>
                <a:endParaRPr xmlns:mc="http://schemas.openxmlformats.org/markup-compatibility/2006" xmlns:hp="http://schemas.haansoft.com/office/presentation/8.0" kumimoji="0" lang="ko-KR" altLang="en-US" sz="700" b="1" i="0" u="none" strike="noStrike" kern="1200" cap="none" spc="0" normalizeH="0" baseline="0" mc:Ignorable="hp" hp:hslEmbossed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</p:grpSp>
      </p:grp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11150" y="2520753"/>
          <a:ext cx="1057276" cy="335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276"/>
              </a:tblGrid>
              <a:tr h="335914">
                <a:tc>
                  <a:txBody>
                    <a:bodyPr vert="horz" lIns="0" tIns="0" rIns="0" bIns="0" anchor="t" anchorCtr="0"/>
                    <a:p>
                      <a:pPr latinLnBrk="1">
                        <a:defRPr/>
                      </a:pPr>
                      <a:endParaRPr lang="ko-KR" altLang="en-US" sz="100"/>
                    </a:p>
                  </a:txBody>
                  <a:tcPr marL="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7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9" name="직사각형 29"/>
          <p:cNvSpPr/>
          <p:nvPr/>
        </p:nvSpPr>
        <p:spPr>
          <a:xfrm>
            <a:off x="1812909" y="369838"/>
            <a:ext cx="5624657" cy="13713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800" b="1" i="0" u="none" strike="noStrike" kern="0" cap="none" spc="0" normalizeH="0" baseline="0" mc:Ignorable="hp" hp:hslEmbossed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4.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0" cap="none" spc="0" normalizeH="0" baseline="0" mc:Ignorable="hp" hp:hslEmbossed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예측 결과</a:t>
            </a:r>
            <a:endParaRPr xmlns:mc="http://schemas.openxmlformats.org/markup-compatibility/2006" xmlns:hp="http://schemas.haansoft.com/office/presentation/8.0" kumimoji="0" lang="ko-KR" altLang="en-US" sz="2800" b="1" i="0" u="none" strike="noStrike" kern="0" cap="none" spc="0" normalizeH="0" baseline="0" mc:Ignorable="hp" hp:hslEmbossed="0">
              <a:solidFill>
                <a:srgbClr val="40404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2800" b="1" i="1" u="none" strike="noStrike" kern="0" cap="none" spc="0" normalizeH="0" baseline="0" mc:Ignorable="hp" hp:hslEmbossed="0">
              <a:solidFill>
                <a:srgbClr val="4040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1" name=""/>
          <p:cNvSpPr/>
          <p:nvPr/>
        </p:nvSpPr>
        <p:spPr>
          <a:xfrm>
            <a:off x="2214562" y="1376362"/>
            <a:ext cx="4167187" cy="2052637"/>
          </a:xfrm>
          <a:prstGeom prst="rect">
            <a:avLst/>
          </a:prstGeom>
          <a:solidFill>
            <a:schemeClr val="lt1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1200" b="0" i="0" u="none" strike="noStrike" spc="-10" mc:Ignorable="hp" hp:hslEmbossed="0">
                <a:solidFill>
                  <a:schemeClr val="tx1"/>
                </a:solidFill>
              </a:rPr>
              <a:t> </a:t>
            </a:r>
            <a:r>
              <a:rPr xmlns:mc="http://schemas.openxmlformats.org/markup-compatibility/2006" xmlns:hp="http://schemas.haansoft.com/office/presentation/8.0" sz="1200" b="0" i="0" u="none" strike="noStrike" spc="-10" mc:Ignorable="hp" hp:hslEmbossed="0">
                <a:solidFill>
                  <a:schemeClr val="tx1"/>
                </a:solidFill>
              </a:rPr>
              <a:t>·</a:t>
            </a:r>
            <a:r>
              <a:rPr xmlns:mc="http://schemas.openxmlformats.org/markup-compatibility/2006" xmlns:hp="http://schemas.haansoft.com/office/presentation/8.0" lang="ko-KR" altLang="en-US" sz="1200" b="0" i="0" u="none" strike="noStrike" spc="-10" mc:Ignorable="hp" hp:hslEmbossed="0">
                <a:solidFill>
                  <a:schemeClr val="tx1"/>
                </a:solidFill>
              </a:rPr>
              <a:t>예측 결과 </a:t>
            </a:r>
            <a:r>
              <a:rPr xmlns:mc="http://schemas.openxmlformats.org/markup-compatibility/2006" xmlns:hp="http://schemas.haansoft.com/office/presentation/8.0" lang="en-US" altLang="ko-KR" sz="1200" b="0" i="0" u="none" strike="noStrike" spc="-10" mc:Ignorable="hp" hp:hslEmbossed="0">
                <a:solidFill>
                  <a:schemeClr val="tx1"/>
                </a:solidFill>
              </a:rPr>
              <a:t>test </a:t>
            </a:r>
            <a:r>
              <a:rPr xmlns:mc="http://schemas.openxmlformats.org/markup-compatibility/2006" xmlns:hp="http://schemas.haansoft.com/office/presentation/8.0" lang="ko-KR" altLang="en-US" sz="1200" b="0" i="0" u="none" strike="noStrike" spc="-10" mc:Ignorable="hp" hp:hslEmbossed="0">
                <a:solidFill>
                  <a:schemeClr val="tx1"/>
                </a:solidFill>
              </a:rPr>
              <a:t>값이 </a:t>
            </a:r>
            <a:r>
              <a:rPr xmlns:mc="http://schemas.openxmlformats.org/markup-compatibility/2006" xmlns:hp="http://schemas.haansoft.com/office/presentation/8.0" lang="en-US" altLang="ko-KR" sz="1200" b="0" i="0" u="none" strike="noStrike" spc="-10" mc:Ignorable="hp" hp:hslEmbossed="0">
                <a:solidFill>
                  <a:schemeClr val="tx1"/>
                </a:solidFill>
              </a:rPr>
              <a:t>pred</a:t>
            </a:r>
            <a:r>
              <a:rPr xmlns:mc="http://schemas.openxmlformats.org/markup-compatibility/2006" xmlns:hp="http://schemas.haansoft.com/office/presentation/8.0" lang="ko-KR" altLang="en-US" sz="1200" b="0" i="0" u="none" strike="noStrike" spc="-10" mc:Ignorable="hp" hp:hslEmbossed="0">
                <a:solidFill>
                  <a:schemeClr val="tx1"/>
                </a:solidFill>
              </a:rPr>
              <a:t>값보다 조금더 높게 나온 경향이 보인다</a:t>
            </a:r>
            <a:r>
              <a:rPr xmlns:mc="http://schemas.openxmlformats.org/markup-compatibility/2006" xmlns:hp="http://schemas.haansoft.com/office/presentation/8.0" lang="en-US" altLang="ko-KR" sz="1200" b="0" i="0" u="none" strike="noStrike" spc="-10" mc:Ignorable="hp" hp:hslEmbossed="0">
                <a:solidFill>
                  <a:schemeClr val="tx1"/>
                </a:solidFill>
              </a:rPr>
              <a:t>.</a:t>
            </a:r>
            <a:endParaRPr xmlns:mc="http://schemas.openxmlformats.org/markup-compatibility/2006" xmlns:hp="http://schemas.haansoft.com/office/presentation/8.0" lang="en-US" altLang="ko-KR" sz="1200" b="0" i="0" u="none" strike="noStrike" spc="-10" mc:Ignorable="hp" hp:hslEmbossed="0">
              <a:solidFill>
                <a:schemeClr val="tx1"/>
              </a:solidFill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1200" b="0" i="0" u="none" strike="noStrike" spc="-10" mc:Ignorable="hp" hp:hslEmbossed="0">
                <a:solidFill>
                  <a:schemeClr val="tx1"/>
                </a:solidFill>
              </a:rPr>
              <a:t> </a:t>
            </a:r>
            <a:r>
              <a:rPr xmlns:mc="http://schemas.openxmlformats.org/markup-compatibility/2006" xmlns:hp="http://schemas.haansoft.com/office/presentation/8.0" sz="1200" b="0" i="0" u="none" strike="noStrike" spc="-10" mc:Ignorable="hp" hp:hslEmbossed="0">
                <a:solidFill>
                  <a:schemeClr val="tx1"/>
                </a:solidFill>
              </a:rPr>
              <a:t>·</a:t>
            </a:r>
            <a:r>
              <a:rPr xmlns:mc="http://schemas.openxmlformats.org/markup-compatibility/2006" xmlns:hp="http://schemas.haansoft.com/office/presentation/8.0" lang="ko-KR" altLang="en-US" sz="1200" b="0" i="0" u="none" strike="noStrike" spc="-10" mc:Ignorable="hp" hp:hslEmbossed="0">
                <a:solidFill>
                  <a:schemeClr val="tx1"/>
                </a:solidFill>
              </a:rPr>
              <a:t>또한 </a:t>
            </a:r>
            <a:r>
              <a:rPr xmlns:mc="http://schemas.openxmlformats.org/markup-compatibility/2006" xmlns:hp="http://schemas.haansoft.com/office/presentation/8.0" lang="en-US" altLang="ko-KR" sz="1200" b="0" i="0" u="none" strike="noStrike" spc="-10" mc:Ignorable="hp" hp:hslEmbossed="0">
                <a:solidFill>
                  <a:schemeClr val="tx1"/>
                </a:solidFill>
              </a:rPr>
              <a:t>Train</a:t>
            </a:r>
            <a:r>
              <a:rPr xmlns:mc="http://schemas.openxmlformats.org/markup-compatibility/2006" xmlns:hp="http://schemas.haansoft.com/office/presentation/8.0" lang="ko-KR" altLang="en-US" sz="1200" b="0" i="0" u="none" strike="noStrike" spc="-10" mc:Ignorable="hp" hp:hslEmbossed="0">
                <a:solidFill>
                  <a:schemeClr val="tx1"/>
                </a:solidFill>
              </a:rPr>
              <a:t>의 </a:t>
            </a:r>
            <a:r>
              <a:rPr xmlns:mc="http://schemas.openxmlformats.org/markup-compatibility/2006" xmlns:hp="http://schemas.haansoft.com/office/presentation/8.0" lang="en-US" altLang="ko-KR" sz="1200" b="0" i="0" u="none" strike="noStrike" spc="-10" mc:Ignorable="hp" hp:hslEmbossed="0">
                <a:solidFill>
                  <a:schemeClr val="tx1"/>
                </a:solidFill>
              </a:rPr>
              <a:t>NMAE</a:t>
            </a:r>
            <a:r>
              <a:rPr xmlns:mc="http://schemas.openxmlformats.org/markup-compatibility/2006" xmlns:hp="http://schemas.haansoft.com/office/presentation/8.0" lang="ko-KR" altLang="en-US" sz="1200" b="0" i="0" u="none" strike="noStrike" spc="-10" mc:Ignorable="hp" hp:hslEmbossed="0">
                <a:solidFill>
                  <a:schemeClr val="tx1"/>
                </a:solidFill>
              </a:rPr>
              <a:t>는 </a:t>
            </a:r>
            <a:r>
              <a:rPr xmlns:mc="http://schemas.openxmlformats.org/markup-compatibility/2006" xmlns:hp="http://schemas.haansoft.com/office/presentation/8.0" lang="en-US" altLang="ko-KR" sz="1200" b="0" i="0" u="none" strike="noStrike" spc="-10" mc:Ignorable="hp" hp:hslEmbossed="0">
                <a:solidFill>
                  <a:schemeClr val="tx1"/>
                </a:solidFill>
              </a:rPr>
              <a:t>5.7%</a:t>
            </a:r>
            <a:r>
              <a:rPr xmlns:mc="http://schemas.openxmlformats.org/markup-compatibility/2006" xmlns:hp="http://schemas.haansoft.com/office/presentation/8.0" lang="ko-KR" altLang="en-US" sz="1200" b="0" i="0" u="none" strike="noStrike" spc="-10" mc:Ignorable="hp" hp:hslEmbossed="0">
                <a:solidFill>
                  <a:schemeClr val="tx1"/>
                </a:solidFill>
              </a:rPr>
              <a:t>로 양호하게 나왔지만</a:t>
            </a:r>
            <a:r>
              <a:rPr xmlns:mc="http://schemas.openxmlformats.org/markup-compatibility/2006" xmlns:hp="http://schemas.haansoft.com/office/presentation/8.0" lang="en-US" altLang="ko-KR" sz="1200" b="0" i="0" u="none" strike="noStrike" spc="-10" mc:Ignorable="hp" hp:hslEmbossed="0">
                <a:solidFill>
                  <a:schemeClr val="tx1"/>
                </a:solidFill>
              </a:rPr>
              <a:t>, Test</a:t>
            </a:r>
            <a:r>
              <a:rPr xmlns:mc="http://schemas.openxmlformats.org/markup-compatibility/2006" xmlns:hp="http://schemas.haansoft.com/office/presentation/8.0" lang="ko-KR" altLang="en-US" sz="1200" b="0" i="0" u="none" strike="noStrike" spc="-10" mc:Ignorable="hp" hp:hslEmbossed="0">
                <a:solidFill>
                  <a:schemeClr val="tx1"/>
                </a:solidFill>
              </a:rPr>
              <a:t>의 </a:t>
            </a:r>
            <a:r>
              <a:rPr xmlns:mc="http://schemas.openxmlformats.org/markup-compatibility/2006" xmlns:hp="http://schemas.haansoft.com/office/presentation/8.0" lang="en-US" altLang="ko-KR" sz="1200" b="0" i="0" u="none" strike="noStrike" spc="-10" mc:Ignorable="hp" hp:hslEmbossed="0">
                <a:solidFill>
                  <a:schemeClr val="tx1"/>
                </a:solidFill>
              </a:rPr>
              <a:t>NMAE</a:t>
            </a:r>
            <a:r>
              <a:rPr xmlns:mc="http://schemas.openxmlformats.org/markup-compatibility/2006" xmlns:hp="http://schemas.haansoft.com/office/presentation/8.0" lang="ko-KR" altLang="en-US" sz="1200" b="0" i="0" u="none" strike="noStrike" spc="-10" mc:Ignorable="hp" hp:hslEmbossed="0">
                <a:solidFill>
                  <a:schemeClr val="tx1"/>
                </a:solidFill>
              </a:rPr>
              <a:t>가 </a:t>
            </a:r>
            <a:r>
              <a:rPr xmlns:mc="http://schemas.openxmlformats.org/markup-compatibility/2006" xmlns:hp="http://schemas.haansoft.com/office/presentation/8.0" lang="en-US" altLang="ko-KR" sz="1200" b="0" i="0" u="none" strike="noStrike" spc="-10" mc:Ignorable="hp" hp:hslEmbossed="0">
                <a:solidFill>
                  <a:schemeClr val="tx1"/>
                </a:solidFill>
              </a:rPr>
              <a:t>13.6%</a:t>
            </a:r>
            <a:r>
              <a:rPr xmlns:mc="http://schemas.openxmlformats.org/markup-compatibility/2006" xmlns:hp="http://schemas.haansoft.com/office/presentation/8.0" lang="ko-KR" altLang="en-US" sz="1200" b="0" i="0" u="none" strike="noStrike" spc="-10" mc:Ignorable="hp" hp:hslEmbossed="0">
                <a:solidFill>
                  <a:schemeClr val="tx1"/>
                </a:solidFill>
              </a:rPr>
              <a:t>로 나온 것으로 보아 과대적합인 것으로 보인다</a:t>
            </a:r>
            <a:r>
              <a:rPr xmlns:mc="http://schemas.openxmlformats.org/markup-compatibility/2006" xmlns:hp="http://schemas.haansoft.com/office/presentation/8.0" lang="en-US" altLang="ko-KR" sz="1200" b="0" i="0" u="none" strike="noStrike" spc="-10" mc:Ignorable="hp" hp:hslEmbossed="0">
                <a:solidFill>
                  <a:schemeClr val="tx1"/>
                </a:solidFill>
              </a:rPr>
              <a:t>.</a:t>
            </a:r>
            <a:endParaRPr xmlns:mc="http://schemas.openxmlformats.org/markup-compatibility/2006" xmlns:hp="http://schemas.haansoft.com/office/presentation/8.0" lang="en-US" altLang="ko-KR" sz="1200" b="0" i="0" u="none" strike="noStrike" spc="-10" mc:Ignorable="hp" hp:hslEmbossed="0">
              <a:solidFill>
                <a:schemeClr val="tx1"/>
              </a:solidFill>
            </a:endParaRPr>
          </a:p>
          <a:p>
            <a:pPr marL="228600" indent="-22860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defRPr/>
            </a:pPr>
            <a:endParaRPr xmlns:mc="http://schemas.openxmlformats.org/markup-compatibility/2006" xmlns:hp="http://schemas.haansoft.com/office/presentation/8.0" lang="ko-KR" altLang="en-US" sz="1200" b="0" i="0" u="none" strike="noStrike" spc="-10" mc:Ignorable="hp" hp:hslEmbossed="0">
              <a:solidFill>
                <a:schemeClr val="tx1"/>
              </a:solidFill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xmlns:mc="http://schemas.openxmlformats.org/markup-compatibility/2006" xmlns:hp="http://schemas.haansoft.com/office/presentation/8.0" sz="1200" b="0" i="0" u="none" strike="noStrike" mc:Ignorable="hp" hp:hslEmbossed="0">
              <a:solidFill>
                <a:schemeClr val="tx1"/>
              </a:solidFill>
            </a:endParaRPr>
          </a:p>
        </p:txBody>
      </p:sp>
      <p:pic>
        <p:nvPicPr>
          <p:cNvPr id="8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34392" y="1438274"/>
            <a:ext cx="4347959" cy="3264837"/>
          </a:xfrm>
          <a:prstGeom prst="rect">
            <a:avLst/>
          </a:prstGeom>
        </p:spPr>
      </p:pic>
      <p:pic>
        <p:nvPicPr>
          <p:cNvPr id="86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238998" y="4957763"/>
            <a:ext cx="3906871" cy="600075"/>
          </a:xfrm>
          <a:prstGeom prst="rect">
            <a:avLst/>
          </a:prstGeom>
        </p:spPr>
      </p:pic>
      <p:graphicFrame>
        <p:nvGraphicFramePr>
          <p:cNvPr id="107" name="표 2"/>
          <p:cNvGraphicFramePr>
            <a:graphicFrameLocks noGrp="1"/>
          </p:cNvGraphicFramePr>
          <p:nvPr/>
        </p:nvGraphicFramePr>
        <p:xfrm>
          <a:off x="292100" y="1359017"/>
          <a:ext cx="1079500" cy="1908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/>
              </a:tblGrid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개요  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변수선택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모델생성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예측결과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활용방안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d8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30"/>
          <p:cNvGrpSpPr/>
          <p:nvPr/>
        </p:nvGrpSpPr>
        <p:grpSpPr>
          <a:xfrm rot="0">
            <a:off x="292100" y="252412"/>
            <a:ext cx="11506200" cy="6364288"/>
            <a:chOff x="292100" y="252412"/>
            <a:chExt cx="11506200" cy="6364288"/>
          </a:xfrm>
        </p:grpSpPr>
        <p:sp>
          <p:nvSpPr>
            <p:cNvPr id="125" name="모서리가 둥근 직사각형 1"/>
            <p:cNvSpPr/>
            <p:nvPr/>
          </p:nvSpPr>
          <p:spPr>
            <a:xfrm>
              <a:off x="292100" y="252412"/>
              <a:ext cx="11506200" cy="6364288"/>
            </a:xfrm>
            <a:prstGeom prst="roundRect">
              <a:avLst>
                <a:gd name="adj" fmla="val 5692"/>
              </a:avLst>
            </a:prstGeom>
            <a:solidFill>
              <a:srgbClr val="fe6b25">
                <a:alpha val="100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126" name="모서리가 둥근 직사각형 4"/>
            <p:cNvSpPr/>
            <p:nvPr/>
          </p:nvSpPr>
          <p:spPr>
            <a:xfrm>
              <a:off x="1371600" y="303212"/>
              <a:ext cx="10375900" cy="6262688"/>
            </a:xfrm>
            <a:prstGeom prst="roundRect">
              <a:avLst>
                <a:gd name="adj" fmla="val 4867"/>
              </a:avLst>
            </a:prstGeom>
            <a:solidFill>
              <a:srgbClr val="ffffff">
                <a:alpha val="100000"/>
              </a:srgbClr>
            </a:solidFill>
            <a:ln w="12700" cap="flat" cmpd="sng" algn="ctr">
              <a:noFill/>
              <a:prstDash val="solid"/>
              <a:miter/>
            </a:ln>
          </p:spPr>
          <p:txBody>
            <a:bodyPr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grpSp>
          <p:nvGrpSpPr>
            <p:cNvPr id="127" name="그룹 24"/>
            <p:cNvGrpSpPr/>
            <p:nvPr/>
          </p:nvGrpSpPr>
          <p:grpSpPr>
            <a:xfrm rot="0">
              <a:off x="418080" y="1495425"/>
              <a:ext cx="150738" cy="1628710"/>
              <a:chOff x="392680" y="1495425"/>
              <a:chExt cx="150738" cy="1628710"/>
            </a:xfrm>
          </p:grpSpPr>
          <p:sp>
            <p:nvSpPr>
              <p:cNvPr id="128" name="Freeform 9"/>
              <p:cNvSpPr/>
              <p:nvPr/>
            </p:nvSpPr>
            <p:spPr>
              <a:xfrm>
                <a:off x="421490" y="1872946"/>
                <a:ext cx="93118" cy="122886"/>
              </a:xfrm>
              <a:custGeom>
                <a:avLst/>
                <a:gdLst>
                  <a:gd name="T0" fmla="*/ 1093 w 9310"/>
                  <a:gd name="T1" fmla="*/ 12245 h 12286"/>
                  <a:gd name="T2" fmla="*/ 582 w 9310"/>
                  <a:gd name="T3" fmla="*/ 12007 h 12286"/>
                  <a:gd name="T4" fmla="*/ 279 w 9310"/>
                  <a:gd name="T5" fmla="*/ 11710 h 12286"/>
                  <a:gd name="T6" fmla="*/ 42 w 9310"/>
                  <a:gd name="T7" fmla="*/ 11209 h 12286"/>
                  <a:gd name="T8" fmla="*/ 0 w 9310"/>
                  <a:gd name="T9" fmla="*/ 1919 h 12286"/>
                  <a:gd name="T10" fmla="*/ 117 w 9310"/>
                  <a:gd name="T11" fmla="*/ 1260 h 12286"/>
                  <a:gd name="T12" fmla="*/ 498 w 9310"/>
                  <a:gd name="T13" fmla="*/ 629 h 12286"/>
                  <a:gd name="T14" fmla="*/ 1088 w 9310"/>
                  <a:gd name="T15" fmla="*/ 189 h 12286"/>
                  <a:gd name="T16" fmla="*/ 1821 w 9310"/>
                  <a:gd name="T17" fmla="*/ 1 h 12286"/>
                  <a:gd name="T18" fmla="*/ 7682 w 9310"/>
                  <a:gd name="T19" fmla="*/ 22 h 12286"/>
                  <a:gd name="T20" fmla="*/ 8385 w 9310"/>
                  <a:gd name="T21" fmla="*/ 278 h 12286"/>
                  <a:gd name="T22" fmla="*/ 8929 w 9310"/>
                  <a:gd name="T23" fmla="*/ 772 h 12286"/>
                  <a:gd name="T24" fmla="*/ 9250 w 9310"/>
                  <a:gd name="T25" fmla="*/ 1440 h 12286"/>
                  <a:gd name="T26" fmla="*/ 9310 w 9310"/>
                  <a:gd name="T27" fmla="*/ 8471 h 12286"/>
                  <a:gd name="T28" fmla="*/ 9201 w 9310"/>
                  <a:gd name="T29" fmla="*/ 8777 h 12286"/>
                  <a:gd name="T30" fmla="*/ 8880 w 9310"/>
                  <a:gd name="T31" fmla="*/ 8949 h 12286"/>
                  <a:gd name="T32" fmla="*/ 8601 w 9310"/>
                  <a:gd name="T33" fmla="*/ 8894 h 12286"/>
                  <a:gd name="T34" fmla="*/ 8370 w 9310"/>
                  <a:gd name="T35" fmla="*/ 8615 h 12286"/>
                  <a:gd name="T36" fmla="*/ 8349 w 9310"/>
                  <a:gd name="T37" fmla="*/ 1870 h 12286"/>
                  <a:gd name="T38" fmla="*/ 8255 w 9310"/>
                  <a:gd name="T39" fmla="*/ 1503 h 12286"/>
                  <a:gd name="T40" fmla="*/ 8035 w 9310"/>
                  <a:gd name="T41" fmla="*/ 1209 h 12286"/>
                  <a:gd name="T42" fmla="*/ 7720 w 9310"/>
                  <a:gd name="T43" fmla="*/ 1018 h 12286"/>
                  <a:gd name="T44" fmla="*/ 7390 w 9310"/>
                  <a:gd name="T45" fmla="*/ 960 h 12286"/>
                  <a:gd name="T46" fmla="*/ 1680 w 9310"/>
                  <a:gd name="T47" fmla="*/ 989 h 12286"/>
                  <a:gd name="T48" fmla="*/ 1346 w 9310"/>
                  <a:gd name="T49" fmla="*/ 1150 h 12286"/>
                  <a:gd name="T50" fmla="*/ 1098 w 9310"/>
                  <a:gd name="T51" fmla="*/ 1423 h 12286"/>
                  <a:gd name="T52" fmla="*/ 970 w 9310"/>
                  <a:gd name="T53" fmla="*/ 1774 h 12286"/>
                  <a:gd name="T54" fmla="*/ 962 w 9310"/>
                  <a:gd name="T55" fmla="*/ 10904 h 12286"/>
                  <a:gd name="T56" fmla="*/ 1091 w 9310"/>
                  <a:gd name="T57" fmla="*/ 11185 h 12286"/>
                  <a:gd name="T58" fmla="*/ 1405 w 9310"/>
                  <a:gd name="T59" fmla="*/ 11326 h 12286"/>
                  <a:gd name="T60" fmla="*/ 1677 w 9310"/>
                  <a:gd name="T61" fmla="*/ 11273 h 12286"/>
                  <a:gd name="T62" fmla="*/ 4346 w 9310"/>
                  <a:gd name="T63" fmla="*/ 8559 h 12286"/>
                  <a:gd name="T64" fmla="*/ 4655 w 9310"/>
                  <a:gd name="T65" fmla="*/ 8448 h 12286"/>
                  <a:gd name="T66" fmla="*/ 4964 w 9310"/>
                  <a:gd name="T67" fmla="*/ 8559 h 12286"/>
                  <a:gd name="T68" fmla="*/ 7633 w 9310"/>
                  <a:gd name="T69" fmla="*/ 11273 h 12286"/>
                  <a:gd name="T70" fmla="*/ 7902 w 9310"/>
                  <a:gd name="T71" fmla="*/ 11326 h 12286"/>
                  <a:gd name="T72" fmla="*/ 8215 w 9310"/>
                  <a:gd name="T73" fmla="*/ 11182 h 12286"/>
                  <a:gd name="T74" fmla="*/ 8349 w 9310"/>
                  <a:gd name="T75" fmla="*/ 10897 h 12286"/>
                  <a:gd name="T76" fmla="*/ 8408 w 9310"/>
                  <a:gd name="T77" fmla="*/ 10618 h 12286"/>
                  <a:gd name="T78" fmla="*/ 8687 w 9310"/>
                  <a:gd name="T79" fmla="*/ 10387 h 12286"/>
                  <a:gd name="T80" fmla="*/ 8974 w 9310"/>
                  <a:gd name="T81" fmla="*/ 10387 h 12286"/>
                  <a:gd name="T82" fmla="*/ 9253 w 9310"/>
                  <a:gd name="T83" fmla="*/ 10618 h 12286"/>
                  <a:gd name="T84" fmla="*/ 9309 w 9310"/>
                  <a:gd name="T85" fmla="*/ 10920 h 12286"/>
                  <a:gd name="T86" fmla="*/ 9174 w 9310"/>
                  <a:gd name="T87" fmla="*/ 11466 h 12286"/>
                  <a:gd name="T88" fmla="*/ 8890 w 9310"/>
                  <a:gd name="T89" fmla="*/ 11865 h 12286"/>
                  <a:gd name="T90" fmla="*/ 8474 w 9310"/>
                  <a:gd name="T91" fmla="*/ 12151 h 12286"/>
                  <a:gd name="T92" fmla="*/ 7913 w 9310"/>
                  <a:gd name="T93" fmla="*/ 12286 h 12286"/>
                  <a:gd name="T94" fmla="*/ 7489 w 9310"/>
                  <a:gd name="T95" fmla="*/ 12242 h 12286"/>
                  <a:gd name="T96" fmla="*/ 6997 w 9310"/>
                  <a:gd name="T97" fmla="*/ 12001 h 12286"/>
                  <a:gd name="T98" fmla="*/ 2472 w 9310"/>
                  <a:gd name="T99" fmla="*/ 11859 h 12286"/>
                  <a:gd name="T100" fmla="*/ 2080 w 9310"/>
                  <a:gd name="T101" fmla="*/ 12145 h 12286"/>
                  <a:gd name="T102" fmla="*/ 1545 w 9310"/>
                  <a:gd name="T103" fmla="*/ 12285 h 1228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310" h="12286">
                    <a:moveTo>
                      <a:pt x="1447" y="12286"/>
                    </a:moveTo>
                    <a:lnTo>
                      <a:pt x="1375" y="12286"/>
                    </a:lnTo>
                    <a:lnTo>
                      <a:pt x="1232" y="12272"/>
                    </a:lnTo>
                    <a:lnTo>
                      <a:pt x="1093" y="12245"/>
                    </a:lnTo>
                    <a:lnTo>
                      <a:pt x="957" y="12203"/>
                    </a:lnTo>
                    <a:lnTo>
                      <a:pt x="826" y="12150"/>
                    </a:lnTo>
                    <a:lnTo>
                      <a:pt x="700" y="12085"/>
                    </a:lnTo>
                    <a:lnTo>
                      <a:pt x="582" y="12007"/>
                    </a:lnTo>
                    <a:lnTo>
                      <a:pt x="471" y="11918"/>
                    </a:lnTo>
                    <a:lnTo>
                      <a:pt x="419" y="11869"/>
                    </a:lnTo>
                    <a:lnTo>
                      <a:pt x="370" y="11818"/>
                    </a:lnTo>
                    <a:lnTo>
                      <a:pt x="279" y="11710"/>
                    </a:lnTo>
                    <a:lnTo>
                      <a:pt x="202" y="11595"/>
                    </a:lnTo>
                    <a:lnTo>
                      <a:pt x="135" y="11471"/>
                    </a:lnTo>
                    <a:lnTo>
                      <a:pt x="82" y="11343"/>
                    </a:lnTo>
                    <a:lnTo>
                      <a:pt x="42" y="11209"/>
                    </a:lnTo>
                    <a:lnTo>
                      <a:pt x="14" y="11070"/>
                    </a:lnTo>
                    <a:lnTo>
                      <a:pt x="1" y="10927"/>
                    </a:lnTo>
                    <a:lnTo>
                      <a:pt x="0" y="10855"/>
                    </a:lnTo>
                    <a:lnTo>
                      <a:pt x="0" y="1919"/>
                    </a:lnTo>
                    <a:lnTo>
                      <a:pt x="1" y="1821"/>
                    </a:lnTo>
                    <a:lnTo>
                      <a:pt x="22" y="1627"/>
                    </a:lnTo>
                    <a:lnTo>
                      <a:pt x="60" y="1440"/>
                    </a:lnTo>
                    <a:lnTo>
                      <a:pt x="117" y="1260"/>
                    </a:lnTo>
                    <a:lnTo>
                      <a:pt x="189" y="1089"/>
                    </a:lnTo>
                    <a:lnTo>
                      <a:pt x="278" y="924"/>
                    </a:lnTo>
                    <a:lnTo>
                      <a:pt x="382" y="772"/>
                    </a:lnTo>
                    <a:lnTo>
                      <a:pt x="498" y="629"/>
                    </a:lnTo>
                    <a:lnTo>
                      <a:pt x="629" y="498"/>
                    </a:lnTo>
                    <a:lnTo>
                      <a:pt x="772" y="382"/>
                    </a:lnTo>
                    <a:lnTo>
                      <a:pt x="924" y="278"/>
                    </a:lnTo>
                    <a:lnTo>
                      <a:pt x="1088" y="189"/>
                    </a:lnTo>
                    <a:lnTo>
                      <a:pt x="1260" y="117"/>
                    </a:lnTo>
                    <a:lnTo>
                      <a:pt x="1440" y="60"/>
                    </a:lnTo>
                    <a:lnTo>
                      <a:pt x="1627" y="22"/>
                    </a:lnTo>
                    <a:lnTo>
                      <a:pt x="1821" y="1"/>
                    </a:lnTo>
                    <a:lnTo>
                      <a:pt x="1919" y="0"/>
                    </a:lnTo>
                    <a:lnTo>
                      <a:pt x="7390" y="0"/>
                    </a:lnTo>
                    <a:lnTo>
                      <a:pt x="7489" y="1"/>
                    </a:lnTo>
                    <a:lnTo>
                      <a:pt x="7682" y="22"/>
                    </a:lnTo>
                    <a:lnTo>
                      <a:pt x="7869" y="60"/>
                    </a:lnTo>
                    <a:lnTo>
                      <a:pt x="8049" y="117"/>
                    </a:lnTo>
                    <a:lnTo>
                      <a:pt x="8222" y="189"/>
                    </a:lnTo>
                    <a:lnTo>
                      <a:pt x="8385" y="278"/>
                    </a:lnTo>
                    <a:lnTo>
                      <a:pt x="8539" y="382"/>
                    </a:lnTo>
                    <a:lnTo>
                      <a:pt x="8681" y="498"/>
                    </a:lnTo>
                    <a:lnTo>
                      <a:pt x="8811" y="629"/>
                    </a:lnTo>
                    <a:lnTo>
                      <a:pt x="8929" y="772"/>
                    </a:lnTo>
                    <a:lnTo>
                      <a:pt x="9033" y="924"/>
                    </a:lnTo>
                    <a:lnTo>
                      <a:pt x="9120" y="1089"/>
                    </a:lnTo>
                    <a:lnTo>
                      <a:pt x="9194" y="1260"/>
                    </a:lnTo>
                    <a:lnTo>
                      <a:pt x="9250" y="1440"/>
                    </a:lnTo>
                    <a:lnTo>
                      <a:pt x="9289" y="1627"/>
                    </a:lnTo>
                    <a:lnTo>
                      <a:pt x="9308" y="1821"/>
                    </a:lnTo>
                    <a:lnTo>
                      <a:pt x="9310" y="1919"/>
                    </a:lnTo>
                    <a:lnTo>
                      <a:pt x="9310" y="8471"/>
                    </a:lnTo>
                    <a:lnTo>
                      <a:pt x="9308" y="8521"/>
                    </a:lnTo>
                    <a:lnTo>
                      <a:pt x="9289" y="8615"/>
                    </a:lnTo>
                    <a:lnTo>
                      <a:pt x="9253" y="8700"/>
                    </a:lnTo>
                    <a:lnTo>
                      <a:pt x="9201" y="8777"/>
                    </a:lnTo>
                    <a:lnTo>
                      <a:pt x="9136" y="8842"/>
                    </a:lnTo>
                    <a:lnTo>
                      <a:pt x="9058" y="8894"/>
                    </a:lnTo>
                    <a:lnTo>
                      <a:pt x="8974" y="8930"/>
                    </a:lnTo>
                    <a:lnTo>
                      <a:pt x="8880" y="8949"/>
                    </a:lnTo>
                    <a:lnTo>
                      <a:pt x="8830" y="8952"/>
                    </a:lnTo>
                    <a:lnTo>
                      <a:pt x="8781" y="8949"/>
                    </a:lnTo>
                    <a:lnTo>
                      <a:pt x="8687" y="8930"/>
                    </a:lnTo>
                    <a:lnTo>
                      <a:pt x="8601" y="8894"/>
                    </a:lnTo>
                    <a:lnTo>
                      <a:pt x="8524" y="8842"/>
                    </a:lnTo>
                    <a:lnTo>
                      <a:pt x="8460" y="8777"/>
                    </a:lnTo>
                    <a:lnTo>
                      <a:pt x="8408" y="8700"/>
                    </a:lnTo>
                    <a:lnTo>
                      <a:pt x="8370" y="8615"/>
                    </a:lnTo>
                    <a:lnTo>
                      <a:pt x="8352" y="8521"/>
                    </a:lnTo>
                    <a:lnTo>
                      <a:pt x="8350" y="8471"/>
                    </a:lnTo>
                    <a:lnTo>
                      <a:pt x="8350" y="1919"/>
                    </a:lnTo>
                    <a:lnTo>
                      <a:pt x="8349" y="1870"/>
                    </a:lnTo>
                    <a:lnTo>
                      <a:pt x="8340" y="1774"/>
                    </a:lnTo>
                    <a:lnTo>
                      <a:pt x="8320" y="1680"/>
                    </a:lnTo>
                    <a:lnTo>
                      <a:pt x="8293" y="1590"/>
                    </a:lnTo>
                    <a:lnTo>
                      <a:pt x="8255" y="1503"/>
                    </a:lnTo>
                    <a:lnTo>
                      <a:pt x="8211" y="1423"/>
                    </a:lnTo>
                    <a:lnTo>
                      <a:pt x="8160" y="1346"/>
                    </a:lnTo>
                    <a:lnTo>
                      <a:pt x="8101" y="1274"/>
                    </a:lnTo>
                    <a:lnTo>
                      <a:pt x="8035" y="1209"/>
                    </a:lnTo>
                    <a:lnTo>
                      <a:pt x="7964" y="1150"/>
                    </a:lnTo>
                    <a:lnTo>
                      <a:pt x="7888" y="1099"/>
                    </a:lnTo>
                    <a:lnTo>
                      <a:pt x="7806" y="1054"/>
                    </a:lnTo>
                    <a:lnTo>
                      <a:pt x="7720" y="1018"/>
                    </a:lnTo>
                    <a:lnTo>
                      <a:pt x="7630" y="989"/>
                    </a:lnTo>
                    <a:lnTo>
                      <a:pt x="7537" y="970"/>
                    </a:lnTo>
                    <a:lnTo>
                      <a:pt x="7440" y="960"/>
                    </a:lnTo>
                    <a:lnTo>
                      <a:pt x="7390" y="960"/>
                    </a:lnTo>
                    <a:lnTo>
                      <a:pt x="1919" y="960"/>
                    </a:lnTo>
                    <a:lnTo>
                      <a:pt x="1870" y="960"/>
                    </a:lnTo>
                    <a:lnTo>
                      <a:pt x="1774" y="970"/>
                    </a:lnTo>
                    <a:lnTo>
                      <a:pt x="1680" y="989"/>
                    </a:lnTo>
                    <a:lnTo>
                      <a:pt x="1589" y="1018"/>
                    </a:lnTo>
                    <a:lnTo>
                      <a:pt x="1503" y="1054"/>
                    </a:lnTo>
                    <a:lnTo>
                      <a:pt x="1422" y="1099"/>
                    </a:lnTo>
                    <a:lnTo>
                      <a:pt x="1346" y="1150"/>
                    </a:lnTo>
                    <a:lnTo>
                      <a:pt x="1274" y="1209"/>
                    </a:lnTo>
                    <a:lnTo>
                      <a:pt x="1209" y="1274"/>
                    </a:lnTo>
                    <a:lnTo>
                      <a:pt x="1150" y="1346"/>
                    </a:lnTo>
                    <a:lnTo>
                      <a:pt x="1098" y="1423"/>
                    </a:lnTo>
                    <a:lnTo>
                      <a:pt x="1054" y="1503"/>
                    </a:lnTo>
                    <a:lnTo>
                      <a:pt x="1018" y="1590"/>
                    </a:lnTo>
                    <a:lnTo>
                      <a:pt x="989" y="1680"/>
                    </a:lnTo>
                    <a:lnTo>
                      <a:pt x="970" y="1774"/>
                    </a:lnTo>
                    <a:lnTo>
                      <a:pt x="960" y="1870"/>
                    </a:lnTo>
                    <a:lnTo>
                      <a:pt x="960" y="1919"/>
                    </a:lnTo>
                    <a:lnTo>
                      <a:pt x="960" y="10855"/>
                    </a:lnTo>
                    <a:lnTo>
                      <a:pt x="962" y="10904"/>
                    </a:lnTo>
                    <a:lnTo>
                      <a:pt x="978" y="10995"/>
                    </a:lnTo>
                    <a:lnTo>
                      <a:pt x="1011" y="11078"/>
                    </a:lnTo>
                    <a:lnTo>
                      <a:pt x="1061" y="11152"/>
                    </a:lnTo>
                    <a:lnTo>
                      <a:pt x="1091" y="11185"/>
                    </a:lnTo>
                    <a:lnTo>
                      <a:pt x="1129" y="11218"/>
                    </a:lnTo>
                    <a:lnTo>
                      <a:pt x="1212" y="11271"/>
                    </a:lnTo>
                    <a:lnTo>
                      <a:pt x="1306" y="11307"/>
                    </a:lnTo>
                    <a:lnTo>
                      <a:pt x="1405" y="11326"/>
                    </a:lnTo>
                    <a:lnTo>
                      <a:pt x="1456" y="11327"/>
                    </a:lnTo>
                    <a:lnTo>
                      <a:pt x="1504" y="11325"/>
                    </a:lnTo>
                    <a:lnTo>
                      <a:pt x="1595" y="11307"/>
                    </a:lnTo>
                    <a:lnTo>
                      <a:pt x="1677" y="11273"/>
                    </a:lnTo>
                    <a:lnTo>
                      <a:pt x="1751" y="11222"/>
                    </a:lnTo>
                    <a:lnTo>
                      <a:pt x="1784" y="11191"/>
                    </a:lnTo>
                    <a:lnTo>
                      <a:pt x="4310" y="8592"/>
                    </a:lnTo>
                    <a:lnTo>
                      <a:pt x="4346" y="8559"/>
                    </a:lnTo>
                    <a:lnTo>
                      <a:pt x="4426" y="8505"/>
                    </a:lnTo>
                    <a:lnTo>
                      <a:pt x="4513" y="8468"/>
                    </a:lnTo>
                    <a:lnTo>
                      <a:pt x="4607" y="8449"/>
                    </a:lnTo>
                    <a:lnTo>
                      <a:pt x="4655" y="8448"/>
                    </a:lnTo>
                    <a:lnTo>
                      <a:pt x="4703" y="8449"/>
                    </a:lnTo>
                    <a:lnTo>
                      <a:pt x="4797" y="8468"/>
                    </a:lnTo>
                    <a:lnTo>
                      <a:pt x="4885" y="8505"/>
                    </a:lnTo>
                    <a:lnTo>
                      <a:pt x="4964" y="8559"/>
                    </a:lnTo>
                    <a:lnTo>
                      <a:pt x="4999" y="8592"/>
                    </a:lnTo>
                    <a:lnTo>
                      <a:pt x="7527" y="11191"/>
                    </a:lnTo>
                    <a:lnTo>
                      <a:pt x="7560" y="11222"/>
                    </a:lnTo>
                    <a:lnTo>
                      <a:pt x="7633" y="11273"/>
                    </a:lnTo>
                    <a:lnTo>
                      <a:pt x="7714" y="11307"/>
                    </a:lnTo>
                    <a:lnTo>
                      <a:pt x="7803" y="11325"/>
                    </a:lnTo>
                    <a:lnTo>
                      <a:pt x="7852" y="11327"/>
                    </a:lnTo>
                    <a:lnTo>
                      <a:pt x="7902" y="11326"/>
                    </a:lnTo>
                    <a:lnTo>
                      <a:pt x="8002" y="11306"/>
                    </a:lnTo>
                    <a:lnTo>
                      <a:pt x="8095" y="11270"/>
                    </a:lnTo>
                    <a:lnTo>
                      <a:pt x="8179" y="11215"/>
                    </a:lnTo>
                    <a:lnTo>
                      <a:pt x="8215" y="11182"/>
                    </a:lnTo>
                    <a:lnTo>
                      <a:pt x="8248" y="11148"/>
                    </a:lnTo>
                    <a:lnTo>
                      <a:pt x="8298" y="11073"/>
                    </a:lnTo>
                    <a:lnTo>
                      <a:pt x="8331" y="10989"/>
                    </a:lnTo>
                    <a:lnTo>
                      <a:pt x="8349" y="10897"/>
                    </a:lnTo>
                    <a:lnTo>
                      <a:pt x="8350" y="10847"/>
                    </a:lnTo>
                    <a:lnTo>
                      <a:pt x="8352" y="10798"/>
                    </a:lnTo>
                    <a:lnTo>
                      <a:pt x="8370" y="10704"/>
                    </a:lnTo>
                    <a:lnTo>
                      <a:pt x="8408" y="10618"/>
                    </a:lnTo>
                    <a:lnTo>
                      <a:pt x="8460" y="10541"/>
                    </a:lnTo>
                    <a:lnTo>
                      <a:pt x="8524" y="10477"/>
                    </a:lnTo>
                    <a:lnTo>
                      <a:pt x="8601" y="10425"/>
                    </a:lnTo>
                    <a:lnTo>
                      <a:pt x="8687" y="10387"/>
                    </a:lnTo>
                    <a:lnTo>
                      <a:pt x="8781" y="10369"/>
                    </a:lnTo>
                    <a:lnTo>
                      <a:pt x="8830" y="10367"/>
                    </a:lnTo>
                    <a:lnTo>
                      <a:pt x="8880" y="10369"/>
                    </a:lnTo>
                    <a:lnTo>
                      <a:pt x="8974" y="10387"/>
                    </a:lnTo>
                    <a:lnTo>
                      <a:pt x="9058" y="10425"/>
                    </a:lnTo>
                    <a:lnTo>
                      <a:pt x="9136" y="10477"/>
                    </a:lnTo>
                    <a:lnTo>
                      <a:pt x="9201" y="10541"/>
                    </a:lnTo>
                    <a:lnTo>
                      <a:pt x="9253" y="10618"/>
                    </a:lnTo>
                    <a:lnTo>
                      <a:pt x="9289" y="10704"/>
                    </a:lnTo>
                    <a:lnTo>
                      <a:pt x="9308" y="10798"/>
                    </a:lnTo>
                    <a:lnTo>
                      <a:pt x="9310" y="10847"/>
                    </a:lnTo>
                    <a:lnTo>
                      <a:pt x="9309" y="10920"/>
                    </a:lnTo>
                    <a:lnTo>
                      <a:pt x="9295" y="11063"/>
                    </a:lnTo>
                    <a:lnTo>
                      <a:pt x="9267" y="11202"/>
                    </a:lnTo>
                    <a:lnTo>
                      <a:pt x="9227" y="11336"/>
                    </a:lnTo>
                    <a:lnTo>
                      <a:pt x="9174" y="11466"/>
                    </a:lnTo>
                    <a:lnTo>
                      <a:pt x="9107" y="11588"/>
                    </a:lnTo>
                    <a:lnTo>
                      <a:pt x="9030" y="11705"/>
                    </a:lnTo>
                    <a:lnTo>
                      <a:pt x="8939" y="11814"/>
                    </a:lnTo>
                    <a:lnTo>
                      <a:pt x="8890" y="11865"/>
                    </a:lnTo>
                    <a:lnTo>
                      <a:pt x="8837" y="11915"/>
                    </a:lnTo>
                    <a:lnTo>
                      <a:pt x="8724" y="12006"/>
                    </a:lnTo>
                    <a:lnTo>
                      <a:pt x="8602" y="12085"/>
                    </a:lnTo>
                    <a:lnTo>
                      <a:pt x="8474" y="12151"/>
                    </a:lnTo>
                    <a:lnTo>
                      <a:pt x="8340" y="12206"/>
                    </a:lnTo>
                    <a:lnTo>
                      <a:pt x="8200" y="12246"/>
                    </a:lnTo>
                    <a:lnTo>
                      <a:pt x="8058" y="12273"/>
                    </a:lnTo>
                    <a:lnTo>
                      <a:pt x="7913" y="12286"/>
                    </a:lnTo>
                    <a:lnTo>
                      <a:pt x="7841" y="12286"/>
                    </a:lnTo>
                    <a:lnTo>
                      <a:pt x="7767" y="12285"/>
                    </a:lnTo>
                    <a:lnTo>
                      <a:pt x="7626" y="12269"/>
                    </a:lnTo>
                    <a:lnTo>
                      <a:pt x="7489" y="12242"/>
                    </a:lnTo>
                    <a:lnTo>
                      <a:pt x="7358" y="12200"/>
                    </a:lnTo>
                    <a:lnTo>
                      <a:pt x="7232" y="12147"/>
                    </a:lnTo>
                    <a:lnTo>
                      <a:pt x="7111" y="12079"/>
                    </a:lnTo>
                    <a:lnTo>
                      <a:pt x="6997" y="12001"/>
                    </a:lnTo>
                    <a:lnTo>
                      <a:pt x="6889" y="11911"/>
                    </a:lnTo>
                    <a:lnTo>
                      <a:pt x="6839" y="11859"/>
                    </a:lnTo>
                    <a:lnTo>
                      <a:pt x="4655" y="9615"/>
                    </a:lnTo>
                    <a:lnTo>
                      <a:pt x="2472" y="11859"/>
                    </a:lnTo>
                    <a:lnTo>
                      <a:pt x="2422" y="11909"/>
                    </a:lnTo>
                    <a:lnTo>
                      <a:pt x="2315" y="12000"/>
                    </a:lnTo>
                    <a:lnTo>
                      <a:pt x="2201" y="12079"/>
                    </a:lnTo>
                    <a:lnTo>
                      <a:pt x="2080" y="12145"/>
                    </a:lnTo>
                    <a:lnTo>
                      <a:pt x="1955" y="12199"/>
                    </a:lnTo>
                    <a:lnTo>
                      <a:pt x="1823" y="12240"/>
                    </a:lnTo>
                    <a:lnTo>
                      <a:pt x="1686" y="12269"/>
                    </a:lnTo>
                    <a:lnTo>
                      <a:pt x="1545" y="12285"/>
                    </a:lnTo>
                    <a:lnTo>
                      <a:pt x="1473" y="12286"/>
                    </a:lnTo>
                    <a:lnTo>
                      <a:pt x="1460" y="12286"/>
                    </a:lnTo>
                    <a:lnTo>
                      <a:pt x="1447" y="12286"/>
                    </a:lnTo>
                    <a:close/>
                  </a:path>
                </a:pathLst>
              </a:custGeom>
              <a:solidFill>
                <a:srgbClr val="fed8c3">
                  <a:alpha val="10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p>
                <a:pPr marL="0" lvl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grpSp>
            <p:nvGrpSpPr>
              <p:cNvPr id="129" name="Group 12"/>
              <p:cNvGrpSpPr>
                <a:grpSpLocks noChangeAspect="1"/>
              </p:cNvGrpSpPr>
              <p:nvPr/>
            </p:nvGrpSpPr>
            <p:grpSpPr>
              <a:xfrm rot="0">
                <a:off x="392680" y="1495425"/>
                <a:ext cx="150738" cy="119909"/>
                <a:chOff x="6124" y="305"/>
                <a:chExt cx="841" cy="669"/>
              </a:xfrm>
              <a:solidFill>
                <a:srgbClr val="fed8c3">
                  <a:alpha val="100000"/>
                </a:srgbClr>
              </a:solidFill>
            </p:grpSpPr>
            <p:sp>
              <p:nvSpPr>
                <p:cNvPr id="130" name="Freeform 13"/>
                <p:cNvSpPr/>
                <p:nvPr/>
              </p:nvSpPr>
              <p:spPr>
                <a:xfrm>
                  <a:off x="6244" y="440"/>
                  <a:ext cx="601" cy="534"/>
                </a:xfrm>
                <a:custGeom>
                  <a:avLst/>
                  <a:gdLst>
                    <a:gd name="T0" fmla="*/ 902 w 1802"/>
                    <a:gd name="T1" fmla="*/ 0 h 1602"/>
                    <a:gd name="T2" fmla="*/ 2 w 1802"/>
                    <a:gd name="T3" fmla="*/ 742 h 1602"/>
                    <a:gd name="T4" fmla="*/ 2 w 1802"/>
                    <a:gd name="T5" fmla="*/ 743 h 1602"/>
                    <a:gd name="T6" fmla="*/ 2 w 1802"/>
                    <a:gd name="T7" fmla="*/ 746 h 1602"/>
                    <a:gd name="T8" fmla="*/ 0 w 1802"/>
                    <a:gd name="T9" fmla="*/ 749 h 1602"/>
                    <a:gd name="T10" fmla="*/ 0 w 1802"/>
                    <a:gd name="T11" fmla="*/ 751 h 1602"/>
                    <a:gd name="T12" fmla="*/ 0 w 1802"/>
                    <a:gd name="T13" fmla="*/ 1501 h 1602"/>
                    <a:gd name="T14" fmla="*/ 2 w 1802"/>
                    <a:gd name="T15" fmla="*/ 1521 h 1602"/>
                    <a:gd name="T16" fmla="*/ 16 w 1802"/>
                    <a:gd name="T17" fmla="*/ 1557 h 1602"/>
                    <a:gd name="T18" fmla="*/ 30 w 1802"/>
                    <a:gd name="T19" fmla="*/ 1572 h 1602"/>
                    <a:gd name="T20" fmla="*/ 45 w 1802"/>
                    <a:gd name="T21" fmla="*/ 1586 h 1602"/>
                    <a:gd name="T22" fmla="*/ 81 w 1802"/>
                    <a:gd name="T23" fmla="*/ 1601 h 1602"/>
                    <a:gd name="T24" fmla="*/ 100 w 1802"/>
                    <a:gd name="T25" fmla="*/ 1602 h 1602"/>
                    <a:gd name="T26" fmla="*/ 702 w 1802"/>
                    <a:gd name="T27" fmla="*/ 1602 h 1602"/>
                    <a:gd name="T28" fmla="*/ 702 w 1802"/>
                    <a:gd name="T29" fmla="*/ 1001 h 1602"/>
                    <a:gd name="T30" fmla="*/ 1102 w 1802"/>
                    <a:gd name="T31" fmla="*/ 1001 h 1602"/>
                    <a:gd name="T32" fmla="*/ 1102 w 1802"/>
                    <a:gd name="T33" fmla="*/ 1602 h 1602"/>
                    <a:gd name="T34" fmla="*/ 1703 w 1802"/>
                    <a:gd name="T35" fmla="*/ 1602 h 1602"/>
                    <a:gd name="T36" fmla="*/ 1723 w 1802"/>
                    <a:gd name="T37" fmla="*/ 1601 h 1602"/>
                    <a:gd name="T38" fmla="*/ 1758 w 1802"/>
                    <a:gd name="T39" fmla="*/ 1586 h 1602"/>
                    <a:gd name="T40" fmla="*/ 1773 w 1802"/>
                    <a:gd name="T41" fmla="*/ 1572 h 1602"/>
                    <a:gd name="T42" fmla="*/ 1786 w 1802"/>
                    <a:gd name="T43" fmla="*/ 1557 h 1602"/>
                    <a:gd name="T44" fmla="*/ 1802 w 1802"/>
                    <a:gd name="T45" fmla="*/ 1521 h 1602"/>
                    <a:gd name="T46" fmla="*/ 1802 w 1802"/>
                    <a:gd name="T47" fmla="*/ 1501 h 1602"/>
                    <a:gd name="T48" fmla="*/ 1802 w 1802"/>
                    <a:gd name="T49" fmla="*/ 751 h 1602"/>
                    <a:gd name="T50" fmla="*/ 1802 w 1802"/>
                    <a:gd name="T51" fmla="*/ 745 h 1602"/>
                    <a:gd name="T52" fmla="*/ 1801 w 1802"/>
                    <a:gd name="T53" fmla="*/ 742 h 1602"/>
                    <a:gd name="T54" fmla="*/ 902 w 1802"/>
                    <a:gd name="T55" fmla="*/ 0 h 1602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802" h="1602">
                      <a:moveTo>
                        <a:pt x="902" y="0"/>
                      </a:moveTo>
                      <a:lnTo>
                        <a:pt x="2" y="742"/>
                      </a:lnTo>
                      <a:lnTo>
                        <a:pt x="2" y="743"/>
                      </a:lnTo>
                      <a:lnTo>
                        <a:pt x="2" y="746"/>
                      </a:lnTo>
                      <a:lnTo>
                        <a:pt x="0" y="749"/>
                      </a:lnTo>
                      <a:lnTo>
                        <a:pt x="0" y="751"/>
                      </a:lnTo>
                      <a:lnTo>
                        <a:pt x="0" y="1501"/>
                      </a:lnTo>
                      <a:lnTo>
                        <a:pt x="2" y="1521"/>
                      </a:lnTo>
                      <a:lnTo>
                        <a:pt x="16" y="1557"/>
                      </a:lnTo>
                      <a:lnTo>
                        <a:pt x="30" y="1572"/>
                      </a:lnTo>
                      <a:lnTo>
                        <a:pt x="45" y="1586"/>
                      </a:lnTo>
                      <a:lnTo>
                        <a:pt x="81" y="1601"/>
                      </a:lnTo>
                      <a:lnTo>
                        <a:pt x="100" y="1602"/>
                      </a:lnTo>
                      <a:lnTo>
                        <a:pt x="702" y="1602"/>
                      </a:lnTo>
                      <a:lnTo>
                        <a:pt x="702" y="1001"/>
                      </a:lnTo>
                      <a:lnTo>
                        <a:pt x="1102" y="1001"/>
                      </a:lnTo>
                      <a:lnTo>
                        <a:pt x="1102" y="1602"/>
                      </a:lnTo>
                      <a:lnTo>
                        <a:pt x="1703" y="1602"/>
                      </a:lnTo>
                      <a:lnTo>
                        <a:pt x="1723" y="1601"/>
                      </a:lnTo>
                      <a:lnTo>
                        <a:pt x="1758" y="1586"/>
                      </a:lnTo>
                      <a:lnTo>
                        <a:pt x="1773" y="1572"/>
                      </a:lnTo>
                      <a:lnTo>
                        <a:pt x="1786" y="1557"/>
                      </a:lnTo>
                      <a:lnTo>
                        <a:pt x="1802" y="1521"/>
                      </a:lnTo>
                      <a:lnTo>
                        <a:pt x="1802" y="1501"/>
                      </a:lnTo>
                      <a:lnTo>
                        <a:pt x="1802" y="751"/>
                      </a:lnTo>
                      <a:lnTo>
                        <a:pt x="1802" y="745"/>
                      </a:lnTo>
                      <a:lnTo>
                        <a:pt x="1801" y="742"/>
                      </a:lnTo>
                      <a:lnTo>
                        <a:pt x="902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  <p:sp>
              <p:nvSpPr>
                <p:cNvPr id="131" name="Freeform 14"/>
                <p:cNvSpPr/>
                <p:nvPr/>
              </p:nvSpPr>
              <p:spPr>
                <a:xfrm>
                  <a:off x="6124" y="305"/>
                  <a:ext cx="841" cy="394"/>
                </a:xfrm>
                <a:custGeom>
                  <a:avLst/>
                  <a:gdLst>
                    <a:gd name="T0" fmla="*/ 2505 w 2522"/>
                    <a:gd name="T1" fmla="*/ 978 h 1181"/>
                    <a:gd name="T2" fmla="*/ 2162 w 2522"/>
                    <a:gd name="T3" fmla="*/ 694 h 1181"/>
                    <a:gd name="T4" fmla="*/ 2162 w 2522"/>
                    <a:gd name="T5" fmla="*/ 54 h 1181"/>
                    <a:gd name="T6" fmla="*/ 2162 w 2522"/>
                    <a:gd name="T7" fmla="*/ 44 h 1181"/>
                    <a:gd name="T8" fmla="*/ 2155 w 2522"/>
                    <a:gd name="T9" fmla="*/ 26 h 1181"/>
                    <a:gd name="T10" fmla="*/ 2149 w 2522"/>
                    <a:gd name="T11" fmla="*/ 18 h 1181"/>
                    <a:gd name="T12" fmla="*/ 2141 w 2522"/>
                    <a:gd name="T13" fmla="*/ 13 h 1181"/>
                    <a:gd name="T14" fmla="*/ 2123 w 2522"/>
                    <a:gd name="T15" fmla="*/ 5 h 1181"/>
                    <a:gd name="T16" fmla="*/ 2113 w 2522"/>
                    <a:gd name="T17" fmla="*/ 5 h 1181"/>
                    <a:gd name="T18" fmla="*/ 1812 w 2522"/>
                    <a:gd name="T19" fmla="*/ 5 h 1181"/>
                    <a:gd name="T20" fmla="*/ 1802 w 2522"/>
                    <a:gd name="T21" fmla="*/ 5 h 1181"/>
                    <a:gd name="T22" fmla="*/ 1783 w 2522"/>
                    <a:gd name="T23" fmla="*/ 13 h 1181"/>
                    <a:gd name="T24" fmla="*/ 1776 w 2522"/>
                    <a:gd name="T25" fmla="*/ 18 h 1181"/>
                    <a:gd name="T26" fmla="*/ 1770 w 2522"/>
                    <a:gd name="T27" fmla="*/ 26 h 1181"/>
                    <a:gd name="T28" fmla="*/ 1763 w 2522"/>
                    <a:gd name="T29" fmla="*/ 44 h 1181"/>
                    <a:gd name="T30" fmla="*/ 1762 w 2522"/>
                    <a:gd name="T31" fmla="*/ 54 h 1181"/>
                    <a:gd name="T32" fmla="*/ 1762 w 2522"/>
                    <a:gd name="T33" fmla="*/ 360 h 1181"/>
                    <a:gd name="T34" fmla="*/ 1380 w 2522"/>
                    <a:gd name="T35" fmla="*/ 41 h 1181"/>
                    <a:gd name="T36" fmla="*/ 1354 w 2522"/>
                    <a:gd name="T37" fmla="*/ 23 h 1181"/>
                    <a:gd name="T38" fmla="*/ 1295 w 2522"/>
                    <a:gd name="T39" fmla="*/ 1 h 1181"/>
                    <a:gd name="T40" fmla="*/ 1262 w 2522"/>
                    <a:gd name="T41" fmla="*/ 0 h 1181"/>
                    <a:gd name="T42" fmla="*/ 1227 w 2522"/>
                    <a:gd name="T43" fmla="*/ 1 h 1181"/>
                    <a:gd name="T44" fmla="*/ 1168 w 2522"/>
                    <a:gd name="T45" fmla="*/ 23 h 1181"/>
                    <a:gd name="T46" fmla="*/ 1142 w 2522"/>
                    <a:gd name="T47" fmla="*/ 41 h 1181"/>
                    <a:gd name="T48" fmla="*/ 17 w 2522"/>
                    <a:gd name="T49" fmla="*/ 978 h 1181"/>
                    <a:gd name="T50" fmla="*/ 10 w 2522"/>
                    <a:gd name="T51" fmla="*/ 985 h 1181"/>
                    <a:gd name="T52" fmla="*/ 1 w 2522"/>
                    <a:gd name="T53" fmla="*/ 1001 h 1181"/>
                    <a:gd name="T54" fmla="*/ 0 w 2522"/>
                    <a:gd name="T55" fmla="*/ 1012 h 1181"/>
                    <a:gd name="T56" fmla="*/ 0 w 2522"/>
                    <a:gd name="T57" fmla="*/ 1023 h 1181"/>
                    <a:gd name="T58" fmla="*/ 6 w 2522"/>
                    <a:gd name="T59" fmla="*/ 1040 h 1181"/>
                    <a:gd name="T60" fmla="*/ 12 w 2522"/>
                    <a:gd name="T61" fmla="*/ 1048 h 1181"/>
                    <a:gd name="T62" fmla="*/ 108 w 2522"/>
                    <a:gd name="T63" fmla="*/ 1164 h 1181"/>
                    <a:gd name="T64" fmla="*/ 122 w 2522"/>
                    <a:gd name="T65" fmla="*/ 1177 h 1181"/>
                    <a:gd name="T66" fmla="*/ 141 w 2522"/>
                    <a:gd name="T67" fmla="*/ 1181 h 1181"/>
                    <a:gd name="T68" fmla="*/ 160 w 2522"/>
                    <a:gd name="T69" fmla="*/ 1181 h 1181"/>
                    <a:gd name="T70" fmla="*/ 179 w 2522"/>
                    <a:gd name="T71" fmla="*/ 1171 h 1181"/>
                    <a:gd name="T72" fmla="*/ 1262 w 2522"/>
                    <a:gd name="T73" fmla="*/ 268 h 1181"/>
                    <a:gd name="T74" fmla="*/ 2344 w 2522"/>
                    <a:gd name="T75" fmla="*/ 1171 h 1181"/>
                    <a:gd name="T76" fmla="*/ 2358 w 2522"/>
                    <a:gd name="T77" fmla="*/ 1180 h 1181"/>
                    <a:gd name="T78" fmla="*/ 2377 w 2522"/>
                    <a:gd name="T79" fmla="*/ 1181 h 1181"/>
                    <a:gd name="T80" fmla="*/ 2383 w 2522"/>
                    <a:gd name="T81" fmla="*/ 1181 h 1181"/>
                    <a:gd name="T82" fmla="*/ 2401 w 2522"/>
                    <a:gd name="T83" fmla="*/ 1177 h 1181"/>
                    <a:gd name="T84" fmla="*/ 2414 w 2522"/>
                    <a:gd name="T85" fmla="*/ 1164 h 1181"/>
                    <a:gd name="T86" fmla="*/ 2512 w 2522"/>
                    <a:gd name="T87" fmla="*/ 1048 h 1181"/>
                    <a:gd name="T88" fmla="*/ 2518 w 2522"/>
                    <a:gd name="T89" fmla="*/ 1040 h 1181"/>
                    <a:gd name="T90" fmla="*/ 2522 w 2522"/>
                    <a:gd name="T91" fmla="*/ 1023 h 1181"/>
                    <a:gd name="T92" fmla="*/ 2522 w 2522"/>
                    <a:gd name="T93" fmla="*/ 1012 h 1181"/>
                    <a:gd name="T94" fmla="*/ 2521 w 2522"/>
                    <a:gd name="T95" fmla="*/ 1001 h 1181"/>
                    <a:gd name="T96" fmla="*/ 2512 w 2522"/>
                    <a:gd name="T97" fmla="*/ 985 h 1181"/>
                    <a:gd name="T98" fmla="*/ 2505 w 2522"/>
                    <a:gd name="T99" fmla="*/ 978 h 1181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2522" h="1181">
                      <a:moveTo>
                        <a:pt x="2505" y="978"/>
                      </a:moveTo>
                      <a:lnTo>
                        <a:pt x="2162" y="694"/>
                      </a:lnTo>
                      <a:lnTo>
                        <a:pt x="2162" y="54"/>
                      </a:lnTo>
                      <a:lnTo>
                        <a:pt x="2162" y="44"/>
                      </a:lnTo>
                      <a:lnTo>
                        <a:pt x="2155" y="26"/>
                      </a:lnTo>
                      <a:lnTo>
                        <a:pt x="2149" y="18"/>
                      </a:lnTo>
                      <a:lnTo>
                        <a:pt x="2141" y="13"/>
                      </a:lnTo>
                      <a:lnTo>
                        <a:pt x="2123" y="5"/>
                      </a:lnTo>
                      <a:lnTo>
                        <a:pt x="2113" y="5"/>
                      </a:lnTo>
                      <a:lnTo>
                        <a:pt x="1812" y="5"/>
                      </a:lnTo>
                      <a:lnTo>
                        <a:pt x="1802" y="5"/>
                      </a:lnTo>
                      <a:lnTo>
                        <a:pt x="1783" y="13"/>
                      </a:lnTo>
                      <a:lnTo>
                        <a:pt x="1776" y="18"/>
                      </a:lnTo>
                      <a:lnTo>
                        <a:pt x="1770" y="26"/>
                      </a:lnTo>
                      <a:lnTo>
                        <a:pt x="1763" y="44"/>
                      </a:lnTo>
                      <a:lnTo>
                        <a:pt x="1762" y="54"/>
                      </a:lnTo>
                      <a:lnTo>
                        <a:pt x="1762" y="360"/>
                      </a:lnTo>
                      <a:lnTo>
                        <a:pt x="1380" y="41"/>
                      </a:lnTo>
                      <a:lnTo>
                        <a:pt x="1354" y="23"/>
                      </a:lnTo>
                      <a:lnTo>
                        <a:pt x="1295" y="1"/>
                      </a:lnTo>
                      <a:lnTo>
                        <a:pt x="1262" y="0"/>
                      </a:lnTo>
                      <a:lnTo>
                        <a:pt x="1227" y="1"/>
                      </a:lnTo>
                      <a:lnTo>
                        <a:pt x="1168" y="23"/>
                      </a:lnTo>
                      <a:lnTo>
                        <a:pt x="1142" y="41"/>
                      </a:lnTo>
                      <a:lnTo>
                        <a:pt x="17" y="978"/>
                      </a:lnTo>
                      <a:lnTo>
                        <a:pt x="10" y="985"/>
                      </a:lnTo>
                      <a:lnTo>
                        <a:pt x="1" y="1001"/>
                      </a:lnTo>
                      <a:lnTo>
                        <a:pt x="0" y="1012"/>
                      </a:lnTo>
                      <a:lnTo>
                        <a:pt x="0" y="1023"/>
                      </a:lnTo>
                      <a:lnTo>
                        <a:pt x="6" y="1040"/>
                      </a:lnTo>
                      <a:lnTo>
                        <a:pt x="12" y="1048"/>
                      </a:lnTo>
                      <a:lnTo>
                        <a:pt x="108" y="1164"/>
                      </a:lnTo>
                      <a:lnTo>
                        <a:pt x="122" y="1177"/>
                      </a:lnTo>
                      <a:lnTo>
                        <a:pt x="141" y="1181"/>
                      </a:lnTo>
                      <a:lnTo>
                        <a:pt x="160" y="1181"/>
                      </a:lnTo>
                      <a:lnTo>
                        <a:pt x="179" y="1171"/>
                      </a:lnTo>
                      <a:lnTo>
                        <a:pt x="1262" y="268"/>
                      </a:lnTo>
                      <a:lnTo>
                        <a:pt x="2344" y="1171"/>
                      </a:lnTo>
                      <a:lnTo>
                        <a:pt x="2358" y="1180"/>
                      </a:lnTo>
                      <a:lnTo>
                        <a:pt x="2377" y="1181"/>
                      </a:lnTo>
                      <a:lnTo>
                        <a:pt x="2383" y="1181"/>
                      </a:lnTo>
                      <a:lnTo>
                        <a:pt x="2401" y="1177"/>
                      </a:lnTo>
                      <a:lnTo>
                        <a:pt x="2414" y="1164"/>
                      </a:lnTo>
                      <a:lnTo>
                        <a:pt x="2512" y="1048"/>
                      </a:lnTo>
                      <a:lnTo>
                        <a:pt x="2518" y="1040"/>
                      </a:lnTo>
                      <a:lnTo>
                        <a:pt x="2522" y="1023"/>
                      </a:lnTo>
                      <a:lnTo>
                        <a:pt x="2522" y="1012"/>
                      </a:lnTo>
                      <a:lnTo>
                        <a:pt x="2521" y="1001"/>
                      </a:lnTo>
                      <a:lnTo>
                        <a:pt x="2512" y="985"/>
                      </a:lnTo>
                      <a:lnTo>
                        <a:pt x="2505" y="978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</p:grpSp>
          <p:sp>
            <p:nvSpPr>
              <p:cNvPr id="133" name="자유형 11"/>
              <p:cNvSpPr/>
              <p:nvPr/>
            </p:nvSpPr>
            <p:spPr>
              <a:xfrm>
                <a:off x="411947" y="3025934"/>
                <a:ext cx="112204" cy="98201"/>
              </a:xfrm>
              <a:custGeom>
                <a:avLst/>
                <a:gdLst>
                  <a:gd name="connsiteX0" fmla="*/ 149021 w 448462"/>
                  <a:gd name="connsiteY0" fmla="*/ 328125 h 392491"/>
                  <a:gd name="connsiteX1" fmla="*/ 210588 w 448462"/>
                  <a:gd name="connsiteY1" fmla="*/ 357224 h 392491"/>
                  <a:gd name="connsiteX2" fmla="*/ 160375 w 448462"/>
                  <a:gd name="connsiteY2" fmla="*/ 391211 h 392491"/>
                  <a:gd name="connsiteX3" fmla="*/ 158502 w 448462"/>
                  <a:gd name="connsiteY3" fmla="*/ 392025 h 392491"/>
                  <a:gd name="connsiteX4" fmla="*/ 156629 w 448462"/>
                  <a:gd name="connsiteY4" fmla="*/ 392491 h 392491"/>
                  <a:gd name="connsiteX5" fmla="*/ 154757 w 448462"/>
                  <a:gd name="connsiteY5" fmla="*/ 392375 h 392491"/>
                  <a:gd name="connsiteX6" fmla="*/ 153001 w 448462"/>
                  <a:gd name="connsiteY6" fmla="*/ 391676 h 392491"/>
                  <a:gd name="connsiteX7" fmla="*/ 151362 w 448462"/>
                  <a:gd name="connsiteY7" fmla="*/ 390396 h 392491"/>
                  <a:gd name="connsiteX8" fmla="*/ 150075 w 448462"/>
                  <a:gd name="connsiteY8" fmla="*/ 388883 h 392491"/>
                  <a:gd name="connsiteX9" fmla="*/ 149255 w 448462"/>
                  <a:gd name="connsiteY9" fmla="*/ 387137 h 392491"/>
                  <a:gd name="connsiteX10" fmla="*/ 149021 w 448462"/>
                  <a:gd name="connsiteY10" fmla="*/ 385158 h 392491"/>
                  <a:gd name="connsiteX11" fmla="*/ 441235 w 448462"/>
                  <a:gd name="connsiteY11" fmla="*/ 0 h 392491"/>
                  <a:gd name="connsiteX12" fmla="*/ 442983 w 448462"/>
                  <a:gd name="connsiteY12" fmla="*/ 233 h 392491"/>
                  <a:gd name="connsiteX13" fmla="*/ 444615 w 448462"/>
                  <a:gd name="connsiteY13" fmla="*/ 816 h 392491"/>
                  <a:gd name="connsiteX14" fmla="*/ 446131 w 448462"/>
                  <a:gd name="connsiteY14" fmla="*/ 1866 h 392491"/>
                  <a:gd name="connsiteX15" fmla="*/ 447530 w 448462"/>
                  <a:gd name="connsiteY15" fmla="*/ 3615 h 392491"/>
                  <a:gd name="connsiteX16" fmla="*/ 448346 w 448462"/>
                  <a:gd name="connsiteY16" fmla="*/ 5714 h 392491"/>
                  <a:gd name="connsiteX17" fmla="*/ 448462 w 448462"/>
                  <a:gd name="connsiteY17" fmla="*/ 7696 h 392491"/>
                  <a:gd name="connsiteX18" fmla="*/ 447879 w 448462"/>
                  <a:gd name="connsiteY18" fmla="*/ 9911 h 392491"/>
                  <a:gd name="connsiteX19" fmla="*/ 307990 w 448462"/>
                  <a:gd name="connsiteY19" fmla="*/ 362641 h 392491"/>
                  <a:gd name="connsiteX20" fmla="*/ 306708 w 448462"/>
                  <a:gd name="connsiteY20" fmla="*/ 364973 h 392491"/>
                  <a:gd name="connsiteX21" fmla="*/ 305076 w 448462"/>
                  <a:gd name="connsiteY21" fmla="*/ 366955 h 392491"/>
                  <a:gd name="connsiteX22" fmla="*/ 303094 w 448462"/>
                  <a:gd name="connsiteY22" fmla="*/ 368588 h 392491"/>
                  <a:gd name="connsiteX23" fmla="*/ 300646 w 448462"/>
                  <a:gd name="connsiteY23" fmla="*/ 369870 h 392491"/>
                  <a:gd name="connsiteX24" fmla="*/ 298314 w 448462"/>
                  <a:gd name="connsiteY24" fmla="*/ 370570 h 392491"/>
                  <a:gd name="connsiteX25" fmla="*/ 295983 w 448462"/>
                  <a:gd name="connsiteY25" fmla="*/ 370803 h 392491"/>
                  <a:gd name="connsiteX26" fmla="*/ 293068 w 448462"/>
                  <a:gd name="connsiteY26" fmla="*/ 370453 h 392491"/>
                  <a:gd name="connsiteX27" fmla="*/ 290387 w 448462"/>
                  <a:gd name="connsiteY27" fmla="*/ 369404 h 392491"/>
                  <a:gd name="connsiteX28" fmla="*/ 148982 w 448462"/>
                  <a:gd name="connsiteY28" fmla="*/ 302123 h 392491"/>
                  <a:gd name="connsiteX29" fmla="*/ 347858 w 448462"/>
                  <a:gd name="connsiteY29" fmla="*/ 102379 h 392491"/>
                  <a:gd name="connsiteX30" fmla="*/ 120771 w 448462"/>
                  <a:gd name="connsiteY30" fmla="*/ 288830 h 392491"/>
                  <a:gd name="connsiteX31" fmla="*/ 7344 w 448462"/>
                  <a:gd name="connsiteY31" fmla="*/ 234842 h 392491"/>
                  <a:gd name="connsiteX32" fmla="*/ 4896 w 448462"/>
                  <a:gd name="connsiteY32" fmla="*/ 233209 h 392491"/>
                  <a:gd name="connsiteX33" fmla="*/ 2798 w 448462"/>
                  <a:gd name="connsiteY33" fmla="*/ 231227 h 392491"/>
                  <a:gd name="connsiteX34" fmla="*/ 1282 w 448462"/>
                  <a:gd name="connsiteY34" fmla="*/ 228895 h 392491"/>
                  <a:gd name="connsiteX35" fmla="*/ 349 w 448462"/>
                  <a:gd name="connsiteY35" fmla="*/ 226213 h 392491"/>
                  <a:gd name="connsiteX36" fmla="*/ 0 w 448462"/>
                  <a:gd name="connsiteY36" fmla="*/ 223298 h 392491"/>
                  <a:gd name="connsiteX37" fmla="*/ 233 w 448462"/>
                  <a:gd name="connsiteY37" fmla="*/ 220499 h 392491"/>
                  <a:gd name="connsiteX38" fmla="*/ 1165 w 448462"/>
                  <a:gd name="connsiteY38" fmla="*/ 217701 h 392491"/>
                  <a:gd name="connsiteX39" fmla="*/ 2681 w 448462"/>
                  <a:gd name="connsiteY39" fmla="*/ 215252 h 392491"/>
                  <a:gd name="connsiteX40" fmla="*/ 4779 w 448462"/>
                  <a:gd name="connsiteY40" fmla="*/ 213270 h 392491"/>
                  <a:gd name="connsiteX41" fmla="*/ 7227 w 448462"/>
                  <a:gd name="connsiteY41" fmla="*/ 211754 h 392491"/>
                  <a:gd name="connsiteX42" fmla="*/ 437971 w 448462"/>
                  <a:gd name="connsiteY42" fmla="*/ 583 h 392491"/>
                  <a:gd name="connsiteX43" fmla="*/ 439603 w 448462"/>
                  <a:gd name="connsiteY43" fmla="*/ 117 h 39249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448462" h="392491">
                    <a:moveTo>
                      <a:pt x="149021" y="328125"/>
                    </a:moveTo>
                    <a:lnTo>
                      <a:pt x="210588" y="357224"/>
                    </a:lnTo>
                    <a:lnTo>
                      <a:pt x="160375" y="391211"/>
                    </a:lnTo>
                    <a:lnTo>
                      <a:pt x="158502" y="392025"/>
                    </a:lnTo>
                    <a:lnTo>
                      <a:pt x="156629" y="392491"/>
                    </a:lnTo>
                    <a:lnTo>
                      <a:pt x="154757" y="392375"/>
                    </a:lnTo>
                    <a:lnTo>
                      <a:pt x="153001" y="391676"/>
                    </a:lnTo>
                    <a:lnTo>
                      <a:pt x="151362" y="390396"/>
                    </a:lnTo>
                    <a:lnTo>
                      <a:pt x="150075" y="388883"/>
                    </a:lnTo>
                    <a:lnTo>
                      <a:pt x="149255" y="387137"/>
                    </a:lnTo>
                    <a:lnTo>
                      <a:pt x="149021" y="385158"/>
                    </a:lnTo>
                    <a:close/>
                    <a:moveTo>
                      <a:pt x="441235" y="0"/>
                    </a:moveTo>
                    <a:lnTo>
                      <a:pt x="442983" y="233"/>
                    </a:lnTo>
                    <a:lnTo>
                      <a:pt x="444615" y="816"/>
                    </a:lnTo>
                    <a:lnTo>
                      <a:pt x="446131" y="1866"/>
                    </a:lnTo>
                    <a:lnTo>
                      <a:pt x="447530" y="3615"/>
                    </a:lnTo>
                    <a:lnTo>
                      <a:pt x="448346" y="5714"/>
                    </a:lnTo>
                    <a:lnTo>
                      <a:pt x="448462" y="7696"/>
                    </a:lnTo>
                    <a:lnTo>
                      <a:pt x="447879" y="9911"/>
                    </a:lnTo>
                    <a:lnTo>
                      <a:pt x="307990" y="362641"/>
                    </a:lnTo>
                    <a:lnTo>
                      <a:pt x="306708" y="364973"/>
                    </a:lnTo>
                    <a:lnTo>
                      <a:pt x="305076" y="366955"/>
                    </a:lnTo>
                    <a:lnTo>
                      <a:pt x="303094" y="368588"/>
                    </a:lnTo>
                    <a:lnTo>
                      <a:pt x="300646" y="369870"/>
                    </a:lnTo>
                    <a:lnTo>
                      <a:pt x="298314" y="370570"/>
                    </a:lnTo>
                    <a:lnTo>
                      <a:pt x="295983" y="370803"/>
                    </a:lnTo>
                    <a:lnTo>
                      <a:pt x="293068" y="370453"/>
                    </a:lnTo>
                    <a:lnTo>
                      <a:pt x="290387" y="369404"/>
                    </a:lnTo>
                    <a:lnTo>
                      <a:pt x="148982" y="302123"/>
                    </a:lnTo>
                    <a:lnTo>
                      <a:pt x="347858" y="102379"/>
                    </a:lnTo>
                    <a:lnTo>
                      <a:pt x="120771" y="288830"/>
                    </a:lnTo>
                    <a:lnTo>
                      <a:pt x="7344" y="234842"/>
                    </a:lnTo>
                    <a:lnTo>
                      <a:pt x="4896" y="233209"/>
                    </a:lnTo>
                    <a:lnTo>
                      <a:pt x="2798" y="231227"/>
                    </a:lnTo>
                    <a:lnTo>
                      <a:pt x="1282" y="228895"/>
                    </a:lnTo>
                    <a:lnTo>
                      <a:pt x="349" y="226213"/>
                    </a:lnTo>
                    <a:lnTo>
                      <a:pt x="0" y="223298"/>
                    </a:lnTo>
                    <a:lnTo>
                      <a:pt x="233" y="220499"/>
                    </a:lnTo>
                    <a:lnTo>
                      <a:pt x="1165" y="217701"/>
                    </a:lnTo>
                    <a:lnTo>
                      <a:pt x="2681" y="215252"/>
                    </a:lnTo>
                    <a:lnTo>
                      <a:pt x="4779" y="213270"/>
                    </a:lnTo>
                    <a:lnTo>
                      <a:pt x="7227" y="211754"/>
                    </a:lnTo>
                    <a:lnTo>
                      <a:pt x="437971" y="583"/>
                    </a:lnTo>
                    <a:lnTo>
                      <a:pt x="439603" y="117"/>
                    </a:lnTo>
                    <a:close/>
                  </a:path>
                </a:pathLst>
              </a:custGeom>
              <a:solidFill>
                <a:srgbClr val="fed8c3">
                  <a:alpha val="100000"/>
                </a:srgb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  <a:noAutofit/>
              </a:bodyPr>
              <a:p>
                <a:pPr marL="0" lvl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sp>
            <p:nvSpPr>
              <p:cNvPr id="134" name="Freeform 6"/>
              <p:cNvSpPr/>
              <p:nvPr/>
            </p:nvSpPr>
            <p:spPr>
              <a:xfrm rot="10800000" flipH="1" flipV="1">
                <a:off x="411361" y="2648749"/>
                <a:ext cx="113377" cy="100520"/>
              </a:xfrm>
              <a:custGeom>
                <a:avLst/>
                <a:gdLst>
                  <a:gd name="T0" fmla="*/ 2689 w 3491"/>
                  <a:gd name="T1" fmla="*/ 15 h 3097"/>
                  <a:gd name="T2" fmla="*/ 2963 w 3491"/>
                  <a:gd name="T3" fmla="*/ 108 h 3097"/>
                  <a:gd name="T4" fmla="*/ 3204 w 3491"/>
                  <a:gd name="T5" fmla="*/ 281 h 3097"/>
                  <a:gd name="T6" fmla="*/ 3382 w 3491"/>
                  <a:gd name="T7" fmla="*/ 518 h 3097"/>
                  <a:gd name="T8" fmla="*/ 3475 w 3491"/>
                  <a:gd name="T9" fmla="*/ 786 h 3097"/>
                  <a:gd name="T10" fmla="*/ 3486 w 3491"/>
                  <a:gd name="T11" fmla="*/ 1066 h 3097"/>
                  <a:gd name="T12" fmla="*/ 3413 w 3491"/>
                  <a:gd name="T13" fmla="*/ 1339 h 3097"/>
                  <a:gd name="T14" fmla="*/ 3256 w 3491"/>
                  <a:gd name="T15" fmla="*/ 1586 h 3097"/>
                  <a:gd name="T16" fmla="*/ 1965 w 3491"/>
                  <a:gd name="T17" fmla="*/ 2838 h 3097"/>
                  <a:gd name="T18" fmla="*/ 1873 w 3491"/>
                  <a:gd name="T19" fmla="*/ 2828 h 3097"/>
                  <a:gd name="T20" fmla="*/ 1821 w 3491"/>
                  <a:gd name="T21" fmla="*/ 2749 h 3097"/>
                  <a:gd name="T22" fmla="*/ 1853 w 3491"/>
                  <a:gd name="T23" fmla="*/ 2662 h 3097"/>
                  <a:gd name="T24" fmla="*/ 3153 w 3491"/>
                  <a:gd name="T25" fmla="*/ 1355 h 3097"/>
                  <a:gd name="T26" fmla="*/ 3242 w 3491"/>
                  <a:gd name="T27" fmla="*/ 1126 h 3097"/>
                  <a:gd name="T28" fmla="*/ 3253 w 3491"/>
                  <a:gd name="T29" fmla="*/ 885 h 3097"/>
                  <a:gd name="T30" fmla="*/ 3183 w 3491"/>
                  <a:gd name="T31" fmla="*/ 653 h 3097"/>
                  <a:gd name="T32" fmla="*/ 3035 w 3491"/>
                  <a:gd name="T33" fmla="*/ 448 h 3097"/>
                  <a:gd name="T34" fmla="*/ 2825 w 3491"/>
                  <a:gd name="T35" fmla="*/ 301 h 3097"/>
                  <a:gd name="T36" fmla="*/ 2586 w 3491"/>
                  <a:gd name="T37" fmla="*/ 234 h 3097"/>
                  <a:gd name="T38" fmla="*/ 2340 w 3491"/>
                  <a:gd name="T39" fmla="*/ 243 h 3097"/>
                  <a:gd name="T40" fmla="*/ 2108 w 3491"/>
                  <a:gd name="T41" fmla="*/ 331 h 3097"/>
                  <a:gd name="T42" fmla="*/ 378 w 3491"/>
                  <a:gd name="T43" fmla="*/ 1972 h 3097"/>
                  <a:gd name="T44" fmla="*/ 258 w 3491"/>
                  <a:gd name="T45" fmla="*/ 2149 h 3097"/>
                  <a:gd name="T46" fmla="*/ 218 w 3491"/>
                  <a:gd name="T47" fmla="*/ 2350 h 3097"/>
                  <a:gd name="T48" fmla="*/ 258 w 3491"/>
                  <a:gd name="T49" fmla="*/ 2551 h 3097"/>
                  <a:gd name="T50" fmla="*/ 378 w 3491"/>
                  <a:gd name="T51" fmla="*/ 2728 h 3097"/>
                  <a:gd name="T52" fmla="*/ 558 w 3491"/>
                  <a:gd name="T53" fmla="*/ 2846 h 3097"/>
                  <a:gd name="T54" fmla="*/ 763 w 3491"/>
                  <a:gd name="T55" fmla="*/ 2885 h 3097"/>
                  <a:gd name="T56" fmla="*/ 968 w 3491"/>
                  <a:gd name="T57" fmla="*/ 2846 h 3097"/>
                  <a:gd name="T58" fmla="*/ 1149 w 3491"/>
                  <a:gd name="T59" fmla="*/ 2728 h 3097"/>
                  <a:gd name="T60" fmla="*/ 2809 w 3491"/>
                  <a:gd name="T61" fmla="*/ 1091 h 3097"/>
                  <a:gd name="T62" fmla="*/ 2837 w 3491"/>
                  <a:gd name="T63" fmla="*/ 942 h 3097"/>
                  <a:gd name="T64" fmla="*/ 2791 w 3491"/>
                  <a:gd name="T65" fmla="*/ 797 h 3097"/>
                  <a:gd name="T66" fmla="*/ 2677 w 3491"/>
                  <a:gd name="T67" fmla="*/ 685 h 3097"/>
                  <a:gd name="T68" fmla="*/ 2528 w 3491"/>
                  <a:gd name="T69" fmla="*/ 641 h 3097"/>
                  <a:gd name="T70" fmla="*/ 2377 w 3491"/>
                  <a:gd name="T71" fmla="*/ 668 h 3097"/>
                  <a:gd name="T72" fmla="*/ 1082 w 3491"/>
                  <a:gd name="T73" fmla="*/ 1906 h 3097"/>
                  <a:gd name="T74" fmla="*/ 992 w 3491"/>
                  <a:gd name="T75" fmla="*/ 1937 h 3097"/>
                  <a:gd name="T76" fmla="*/ 911 w 3491"/>
                  <a:gd name="T77" fmla="*/ 1887 h 3097"/>
                  <a:gd name="T78" fmla="*/ 900 w 3491"/>
                  <a:gd name="T79" fmla="*/ 1796 h 3097"/>
                  <a:gd name="T80" fmla="*/ 2165 w 3491"/>
                  <a:gd name="T81" fmla="*/ 546 h 3097"/>
                  <a:gd name="T82" fmla="*/ 2354 w 3491"/>
                  <a:gd name="T83" fmla="*/ 449 h 3097"/>
                  <a:gd name="T84" fmla="*/ 2562 w 3491"/>
                  <a:gd name="T85" fmla="*/ 429 h 3097"/>
                  <a:gd name="T86" fmla="*/ 2763 w 3491"/>
                  <a:gd name="T87" fmla="*/ 488 h 3097"/>
                  <a:gd name="T88" fmla="*/ 2932 w 3491"/>
                  <a:gd name="T89" fmla="*/ 623 h 3097"/>
                  <a:gd name="T90" fmla="*/ 3032 w 3491"/>
                  <a:gd name="T91" fmla="*/ 809 h 3097"/>
                  <a:gd name="T92" fmla="*/ 3053 w 3491"/>
                  <a:gd name="T93" fmla="*/ 1012 h 3097"/>
                  <a:gd name="T94" fmla="*/ 2993 w 3491"/>
                  <a:gd name="T95" fmla="*/ 1209 h 3097"/>
                  <a:gd name="T96" fmla="*/ 1303 w 3491"/>
                  <a:gd name="T97" fmla="*/ 2879 h 3097"/>
                  <a:gd name="T98" fmla="*/ 1094 w 3491"/>
                  <a:gd name="T99" fmla="*/ 3025 h 3097"/>
                  <a:gd name="T100" fmla="*/ 855 w 3491"/>
                  <a:gd name="T101" fmla="*/ 3092 h 3097"/>
                  <a:gd name="T102" fmla="*/ 609 w 3491"/>
                  <a:gd name="T103" fmla="*/ 3083 h 3097"/>
                  <a:gd name="T104" fmla="*/ 377 w 3491"/>
                  <a:gd name="T105" fmla="*/ 2995 h 3097"/>
                  <a:gd name="T106" fmla="*/ 178 w 3491"/>
                  <a:gd name="T107" fmla="*/ 2832 h 3097"/>
                  <a:gd name="T108" fmla="*/ 51 w 3491"/>
                  <a:gd name="T109" fmla="*/ 2617 h 3097"/>
                  <a:gd name="T110" fmla="*/ 0 w 3491"/>
                  <a:gd name="T111" fmla="*/ 2381 h 3097"/>
                  <a:gd name="T112" fmla="*/ 30 w 3491"/>
                  <a:gd name="T113" fmla="*/ 2141 h 3097"/>
                  <a:gd name="T114" fmla="*/ 139 w 3491"/>
                  <a:gd name="T115" fmla="*/ 1920 h 3097"/>
                  <a:gd name="T116" fmla="*/ 1872 w 3491"/>
                  <a:gd name="T117" fmla="*/ 230 h 3097"/>
                  <a:gd name="T118" fmla="*/ 2123 w 3491"/>
                  <a:gd name="T119" fmla="*/ 76 h 3097"/>
                  <a:gd name="T120" fmla="*/ 2402 w 3491"/>
                  <a:gd name="T121" fmla="*/ 5 h 3097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491" h="3097">
                    <a:moveTo>
                      <a:pt x="2474" y="0"/>
                    </a:moveTo>
                    <a:lnTo>
                      <a:pt x="2546" y="0"/>
                    </a:lnTo>
                    <a:lnTo>
                      <a:pt x="2618" y="5"/>
                    </a:lnTo>
                    <a:lnTo>
                      <a:pt x="2689" y="15"/>
                    </a:lnTo>
                    <a:lnTo>
                      <a:pt x="2758" y="31"/>
                    </a:lnTo>
                    <a:lnTo>
                      <a:pt x="2828" y="51"/>
                    </a:lnTo>
                    <a:lnTo>
                      <a:pt x="2896" y="76"/>
                    </a:lnTo>
                    <a:lnTo>
                      <a:pt x="2963" y="108"/>
                    </a:lnTo>
                    <a:lnTo>
                      <a:pt x="3026" y="143"/>
                    </a:lnTo>
                    <a:lnTo>
                      <a:pt x="3088" y="183"/>
                    </a:lnTo>
                    <a:lnTo>
                      <a:pt x="3147" y="230"/>
                    </a:lnTo>
                    <a:lnTo>
                      <a:pt x="3204" y="281"/>
                    </a:lnTo>
                    <a:lnTo>
                      <a:pt x="3256" y="336"/>
                    </a:lnTo>
                    <a:lnTo>
                      <a:pt x="3303" y="394"/>
                    </a:lnTo>
                    <a:lnTo>
                      <a:pt x="3345" y="455"/>
                    </a:lnTo>
                    <a:lnTo>
                      <a:pt x="3382" y="518"/>
                    </a:lnTo>
                    <a:lnTo>
                      <a:pt x="3413" y="582"/>
                    </a:lnTo>
                    <a:lnTo>
                      <a:pt x="3439" y="650"/>
                    </a:lnTo>
                    <a:lnTo>
                      <a:pt x="3460" y="717"/>
                    </a:lnTo>
                    <a:lnTo>
                      <a:pt x="3475" y="786"/>
                    </a:lnTo>
                    <a:lnTo>
                      <a:pt x="3486" y="856"/>
                    </a:lnTo>
                    <a:lnTo>
                      <a:pt x="3491" y="926"/>
                    </a:lnTo>
                    <a:lnTo>
                      <a:pt x="3491" y="996"/>
                    </a:lnTo>
                    <a:lnTo>
                      <a:pt x="3486" y="1066"/>
                    </a:lnTo>
                    <a:lnTo>
                      <a:pt x="3475" y="1136"/>
                    </a:lnTo>
                    <a:lnTo>
                      <a:pt x="3460" y="1205"/>
                    </a:lnTo>
                    <a:lnTo>
                      <a:pt x="3439" y="1273"/>
                    </a:lnTo>
                    <a:lnTo>
                      <a:pt x="3413" y="1339"/>
                    </a:lnTo>
                    <a:lnTo>
                      <a:pt x="3382" y="1404"/>
                    </a:lnTo>
                    <a:lnTo>
                      <a:pt x="3345" y="1467"/>
                    </a:lnTo>
                    <a:lnTo>
                      <a:pt x="3303" y="1528"/>
                    </a:lnTo>
                    <a:lnTo>
                      <a:pt x="3256" y="1586"/>
                    </a:lnTo>
                    <a:lnTo>
                      <a:pt x="3204" y="1641"/>
                    </a:lnTo>
                    <a:lnTo>
                      <a:pt x="2007" y="2813"/>
                    </a:lnTo>
                    <a:lnTo>
                      <a:pt x="1988" y="2828"/>
                    </a:lnTo>
                    <a:lnTo>
                      <a:pt x="1965" y="2838"/>
                    </a:lnTo>
                    <a:lnTo>
                      <a:pt x="1942" y="2844"/>
                    </a:lnTo>
                    <a:lnTo>
                      <a:pt x="1918" y="2844"/>
                    </a:lnTo>
                    <a:lnTo>
                      <a:pt x="1894" y="2838"/>
                    </a:lnTo>
                    <a:lnTo>
                      <a:pt x="1873" y="2828"/>
                    </a:lnTo>
                    <a:lnTo>
                      <a:pt x="1853" y="2813"/>
                    </a:lnTo>
                    <a:lnTo>
                      <a:pt x="1837" y="2793"/>
                    </a:lnTo>
                    <a:lnTo>
                      <a:pt x="1827" y="2772"/>
                    </a:lnTo>
                    <a:lnTo>
                      <a:pt x="1821" y="2749"/>
                    </a:lnTo>
                    <a:lnTo>
                      <a:pt x="1821" y="2726"/>
                    </a:lnTo>
                    <a:lnTo>
                      <a:pt x="1827" y="2703"/>
                    </a:lnTo>
                    <a:lnTo>
                      <a:pt x="1837" y="2681"/>
                    </a:lnTo>
                    <a:lnTo>
                      <a:pt x="1853" y="2662"/>
                    </a:lnTo>
                    <a:lnTo>
                      <a:pt x="3035" y="1505"/>
                    </a:lnTo>
                    <a:lnTo>
                      <a:pt x="3079" y="1458"/>
                    </a:lnTo>
                    <a:lnTo>
                      <a:pt x="3118" y="1407"/>
                    </a:lnTo>
                    <a:lnTo>
                      <a:pt x="3153" y="1355"/>
                    </a:lnTo>
                    <a:lnTo>
                      <a:pt x="3183" y="1300"/>
                    </a:lnTo>
                    <a:lnTo>
                      <a:pt x="3208" y="1243"/>
                    </a:lnTo>
                    <a:lnTo>
                      <a:pt x="3228" y="1185"/>
                    </a:lnTo>
                    <a:lnTo>
                      <a:pt x="3242" y="1126"/>
                    </a:lnTo>
                    <a:lnTo>
                      <a:pt x="3253" y="1066"/>
                    </a:lnTo>
                    <a:lnTo>
                      <a:pt x="3257" y="1006"/>
                    </a:lnTo>
                    <a:lnTo>
                      <a:pt x="3257" y="946"/>
                    </a:lnTo>
                    <a:lnTo>
                      <a:pt x="3253" y="885"/>
                    </a:lnTo>
                    <a:lnTo>
                      <a:pt x="3242" y="826"/>
                    </a:lnTo>
                    <a:lnTo>
                      <a:pt x="3228" y="766"/>
                    </a:lnTo>
                    <a:lnTo>
                      <a:pt x="3208" y="709"/>
                    </a:lnTo>
                    <a:lnTo>
                      <a:pt x="3183" y="653"/>
                    </a:lnTo>
                    <a:lnTo>
                      <a:pt x="3153" y="598"/>
                    </a:lnTo>
                    <a:lnTo>
                      <a:pt x="3118" y="545"/>
                    </a:lnTo>
                    <a:lnTo>
                      <a:pt x="3079" y="495"/>
                    </a:lnTo>
                    <a:lnTo>
                      <a:pt x="3035" y="448"/>
                    </a:lnTo>
                    <a:lnTo>
                      <a:pt x="2985" y="403"/>
                    </a:lnTo>
                    <a:lnTo>
                      <a:pt x="2935" y="364"/>
                    </a:lnTo>
                    <a:lnTo>
                      <a:pt x="2881" y="331"/>
                    </a:lnTo>
                    <a:lnTo>
                      <a:pt x="2825" y="301"/>
                    </a:lnTo>
                    <a:lnTo>
                      <a:pt x="2767" y="277"/>
                    </a:lnTo>
                    <a:lnTo>
                      <a:pt x="2708" y="258"/>
                    </a:lnTo>
                    <a:lnTo>
                      <a:pt x="2648" y="243"/>
                    </a:lnTo>
                    <a:lnTo>
                      <a:pt x="2586" y="234"/>
                    </a:lnTo>
                    <a:lnTo>
                      <a:pt x="2525" y="229"/>
                    </a:lnTo>
                    <a:lnTo>
                      <a:pt x="2464" y="229"/>
                    </a:lnTo>
                    <a:lnTo>
                      <a:pt x="2402" y="234"/>
                    </a:lnTo>
                    <a:lnTo>
                      <a:pt x="2340" y="243"/>
                    </a:lnTo>
                    <a:lnTo>
                      <a:pt x="2280" y="258"/>
                    </a:lnTo>
                    <a:lnTo>
                      <a:pt x="2221" y="277"/>
                    </a:lnTo>
                    <a:lnTo>
                      <a:pt x="2164" y="301"/>
                    </a:lnTo>
                    <a:lnTo>
                      <a:pt x="2108" y="331"/>
                    </a:lnTo>
                    <a:lnTo>
                      <a:pt x="2055" y="364"/>
                    </a:lnTo>
                    <a:lnTo>
                      <a:pt x="2003" y="403"/>
                    </a:lnTo>
                    <a:lnTo>
                      <a:pt x="1955" y="448"/>
                    </a:lnTo>
                    <a:lnTo>
                      <a:pt x="378" y="1972"/>
                    </a:lnTo>
                    <a:lnTo>
                      <a:pt x="341" y="2013"/>
                    </a:lnTo>
                    <a:lnTo>
                      <a:pt x="307" y="2057"/>
                    </a:lnTo>
                    <a:lnTo>
                      <a:pt x="280" y="2102"/>
                    </a:lnTo>
                    <a:lnTo>
                      <a:pt x="258" y="2149"/>
                    </a:lnTo>
                    <a:lnTo>
                      <a:pt x="241" y="2199"/>
                    </a:lnTo>
                    <a:lnTo>
                      <a:pt x="228" y="2248"/>
                    </a:lnTo>
                    <a:lnTo>
                      <a:pt x="220" y="2299"/>
                    </a:lnTo>
                    <a:lnTo>
                      <a:pt x="218" y="2350"/>
                    </a:lnTo>
                    <a:lnTo>
                      <a:pt x="220" y="2402"/>
                    </a:lnTo>
                    <a:lnTo>
                      <a:pt x="228" y="2452"/>
                    </a:lnTo>
                    <a:lnTo>
                      <a:pt x="241" y="2503"/>
                    </a:lnTo>
                    <a:lnTo>
                      <a:pt x="258" y="2551"/>
                    </a:lnTo>
                    <a:lnTo>
                      <a:pt x="280" y="2599"/>
                    </a:lnTo>
                    <a:lnTo>
                      <a:pt x="307" y="2644"/>
                    </a:lnTo>
                    <a:lnTo>
                      <a:pt x="341" y="2687"/>
                    </a:lnTo>
                    <a:lnTo>
                      <a:pt x="378" y="2728"/>
                    </a:lnTo>
                    <a:lnTo>
                      <a:pt x="419" y="2765"/>
                    </a:lnTo>
                    <a:lnTo>
                      <a:pt x="463" y="2796"/>
                    </a:lnTo>
                    <a:lnTo>
                      <a:pt x="509" y="2824"/>
                    </a:lnTo>
                    <a:lnTo>
                      <a:pt x="558" y="2846"/>
                    </a:lnTo>
                    <a:lnTo>
                      <a:pt x="608" y="2863"/>
                    </a:lnTo>
                    <a:lnTo>
                      <a:pt x="660" y="2874"/>
                    </a:lnTo>
                    <a:lnTo>
                      <a:pt x="711" y="2882"/>
                    </a:lnTo>
                    <a:lnTo>
                      <a:pt x="763" y="2885"/>
                    </a:lnTo>
                    <a:lnTo>
                      <a:pt x="816" y="2882"/>
                    </a:lnTo>
                    <a:lnTo>
                      <a:pt x="867" y="2874"/>
                    </a:lnTo>
                    <a:lnTo>
                      <a:pt x="919" y="2863"/>
                    </a:lnTo>
                    <a:lnTo>
                      <a:pt x="968" y="2846"/>
                    </a:lnTo>
                    <a:lnTo>
                      <a:pt x="1018" y="2824"/>
                    </a:lnTo>
                    <a:lnTo>
                      <a:pt x="1064" y="2796"/>
                    </a:lnTo>
                    <a:lnTo>
                      <a:pt x="1108" y="2765"/>
                    </a:lnTo>
                    <a:lnTo>
                      <a:pt x="1149" y="2728"/>
                    </a:lnTo>
                    <a:lnTo>
                      <a:pt x="2741" y="1187"/>
                    </a:lnTo>
                    <a:lnTo>
                      <a:pt x="2768" y="1158"/>
                    </a:lnTo>
                    <a:lnTo>
                      <a:pt x="2791" y="1125"/>
                    </a:lnTo>
                    <a:lnTo>
                      <a:pt x="2809" y="1091"/>
                    </a:lnTo>
                    <a:lnTo>
                      <a:pt x="2823" y="1055"/>
                    </a:lnTo>
                    <a:lnTo>
                      <a:pt x="2831" y="1018"/>
                    </a:lnTo>
                    <a:lnTo>
                      <a:pt x="2837" y="980"/>
                    </a:lnTo>
                    <a:lnTo>
                      <a:pt x="2837" y="942"/>
                    </a:lnTo>
                    <a:lnTo>
                      <a:pt x="2831" y="904"/>
                    </a:lnTo>
                    <a:lnTo>
                      <a:pt x="2823" y="867"/>
                    </a:lnTo>
                    <a:lnTo>
                      <a:pt x="2809" y="832"/>
                    </a:lnTo>
                    <a:lnTo>
                      <a:pt x="2791" y="797"/>
                    </a:lnTo>
                    <a:lnTo>
                      <a:pt x="2768" y="764"/>
                    </a:lnTo>
                    <a:lnTo>
                      <a:pt x="2741" y="734"/>
                    </a:lnTo>
                    <a:lnTo>
                      <a:pt x="2710" y="707"/>
                    </a:lnTo>
                    <a:lnTo>
                      <a:pt x="2677" y="685"/>
                    </a:lnTo>
                    <a:lnTo>
                      <a:pt x="2642" y="668"/>
                    </a:lnTo>
                    <a:lnTo>
                      <a:pt x="2605" y="654"/>
                    </a:lnTo>
                    <a:lnTo>
                      <a:pt x="2567" y="645"/>
                    </a:lnTo>
                    <a:lnTo>
                      <a:pt x="2528" y="641"/>
                    </a:lnTo>
                    <a:lnTo>
                      <a:pt x="2490" y="641"/>
                    </a:lnTo>
                    <a:lnTo>
                      <a:pt x="2452" y="645"/>
                    </a:lnTo>
                    <a:lnTo>
                      <a:pt x="2415" y="654"/>
                    </a:lnTo>
                    <a:lnTo>
                      <a:pt x="2377" y="668"/>
                    </a:lnTo>
                    <a:lnTo>
                      <a:pt x="2343" y="685"/>
                    </a:lnTo>
                    <a:lnTo>
                      <a:pt x="2309" y="707"/>
                    </a:lnTo>
                    <a:lnTo>
                      <a:pt x="2278" y="734"/>
                    </a:lnTo>
                    <a:lnTo>
                      <a:pt x="1082" y="1906"/>
                    </a:lnTo>
                    <a:lnTo>
                      <a:pt x="1062" y="1922"/>
                    </a:lnTo>
                    <a:lnTo>
                      <a:pt x="1040" y="1931"/>
                    </a:lnTo>
                    <a:lnTo>
                      <a:pt x="1017" y="1937"/>
                    </a:lnTo>
                    <a:lnTo>
                      <a:pt x="992" y="1937"/>
                    </a:lnTo>
                    <a:lnTo>
                      <a:pt x="969" y="1931"/>
                    </a:lnTo>
                    <a:lnTo>
                      <a:pt x="947" y="1922"/>
                    </a:lnTo>
                    <a:lnTo>
                      <a:pt x="927" y="1906"/>
                    </a:lnTo>
                    <a:lnTo>
                      <a:pt x="911" y="1887"/>
                    </a:lnTo>
                    <a:lnTo>
                      <a:pt x="900" y="1865"/>
                    </a:lnTo>
                    <a:lnTo>
                      <a:pt x="896" y="1842"/>
                    </a:lnTo>
                    <a:lnTo>
                      <a:pt x="896" y="1819"/>
                    </a:lnTo>
                    <a:lnTo>
                      <a:pt x="900" y="1796"/>
                    </a:lnTo>
                    <a:lnTo>
                      <a:pt x="911" y="1775"/>
                    </a:lnTo>
                    <a:lnTo>
                      <a:pt x="927" y="1755"/>
                    </a:lnTo>
                    <a:lnTo>
                      <a:pt x="2123" y="583"/>
                    </a:lnTo>
                    <a:lnTo>
                      <a:pt x="2165" y="546"/>
                    </a:lnTo>
                    <a:lnTo>
                      <a:pt x="2209" y="515"/>
                    </a:lnTo>
                    <a:lnTo>
                      <a:pt x="2255" y="488"/>
                    </a:lnTo>
                    <a:lnTo>
                      <a:pt x="2304" y="465"/>
                    </a:lnTo>
                    <a:lnTo>
                      <a:pt x="2354" y="449"/>
                    </a:lnTo>
                    <a:lnTo>
                      <a:pt x="2405" y="436"/>
                    </a:lnTo>
                    <a:lnTo>
                      <a:pt x="2457" y="429"/>
                    </a:lnTo>
                    <a:lnTo>
                      <a:pt x="2509" y="427"/>
                    </a:lnTo>
                    <a:lnTo>
                      <a:pt x="2562" y="429"/>
                    </a:lnTo>
                    <a:lnTo>
                      <a:pt x="2613" y="436"/>
                    </a:lnTo>
                    <a:lnTo>
                      <a:pt x="2665" y="449"/>
                    </a:lnTo>
                    <a:lnTo>
                      <a:pt x="2714" y="465"/>
                    </a:lnTo>
                    <a:lnTo>
                      <a:pt x="2763" y="488"/>
                    </a:lnTo>
                    <a:lnTo>
                      <a:pt x="2810" y="515"/>
                    </a:lnTo>
                    <a:lnTo>
                      <a:pt x="2854" y="546"/>
                    </a:lnTo>
                    <a:lnTo>
                      <a:pt x="2895" y="583"/>
                    </a:lnTo>
                    <a:lnTo>
                      <a:pt x="2932" y="623"/>
                    </a:lnTo>
                    <a:lnTo>
                      <a:pt x="2965" y="666"/>
                    </a:lnTo>
                    <a:lnTo>
                      <a:pt x="2993" y="713"/>
                    </a:lnTo>
                    <a:lnTo>
                      <a:pt x="3015" y="760"/>
                    </a:lnTo>
                    <a:lnTo>
                      <a:pt x="3032" y="809"/>
                    </a:lnTo>
                    <a:lnTo>
                      <a:pt x="3045" y="859"/>
                    </a:lnTo>
                    <a:lnTo>
                      <a:pt x="3053" y="910"/>
                    </a:lnTo>
                    <a:lnTo>
                      <a:pt x="3055" y="961"/>
                    </a:lnTo>
                    <a:lnTo>
                      <a:pt x="3053" y="1012"/>
                    </a:lnTo>
                    <a:lnTo>
                      <a:pt x="3045" y="1063"/>
                    </a:lnTo>
                    <a:lnTo>
                      <a:pt x="3032" y="1113"/>
                    </a:lnTo>
                    <a:lnTo>
                      <a:pt x="3015" y="1162"/>
                    </a:lnTo>
                    <a:lnTo>
                      <a:pt x="2993" y="1209"/>
                    </a:lnTo>
                    <a:lnTo>
                      <a:pt x="2965" y="1255"/>
                    </a:lnTo>
                    <a:lnTo>
                      <a:pt x="2932" y="1298"/>
                    </a:lnTo>
                    <a:lnTo>
                      <a:pt x="2895" y="1339"/>
                    </a:lnTo>
                    <a:lnTo>
                      <a:pt x="1303" y="2879"/>
                    </a:lnTo>
                    <a:lnTo>
                      <a:pt x="1255" y="2923"/>
                    </a:lnTo>
                    <a:lnTo>
                      <a:pt x="1203" y="2962"/>
                    </a:lnTo>
                    <a:lnTo>
                      <a:pt x="1150" y="2995"/>
                    </a:lnTo>
                    <a:lnTo>
                      <a:pt x="1094" y="3025"/>
                    </a:lnTo>
                    <a:lnTo>
                      <a:pt x="1036" y="3049"/>
                    </a:lnTo>
                    <a:lnTo>
                      <a:pt x="977" y="3068"/>
                    </a:lnTo>
                    <a:lnTo>
                      <a:pt x="917" y="3083"/>
                    </a:lnTo>
                    <a:lnTo>
                      <a:pt x="855" y="3092"/>
                    </a:lnTo>
                    <a:lnTo>
                      <a:pt x="794" y="3097"/>
                    </a:lnTo>
                    <a:lnTo>
                      <a:pt x="733" y="3097"/>
                    </a:lnTo>
                    <a:lnTo>
                      <a:pt x="671" y="3092"/>
                    </a:lnTo>
                    <a:lnTo>
                      <a:pt x="609" y="3083"/>
                    </a:lnTo>
                    <a:lnTo>
                      <a:pt x="549" y="3068"/>
                    </a:lnTo>
                    <a:lnTo>
                      <a:pt x="490" y="3049"/>
                    </a:lnTo>
                    <a:lnTo>
                      <a:pt x="433" y="3025"/>
                    </a:lnTo>
                    <a:lnTo>
                      <a:pt x="377" y="2995"/>
                    </a:lnTo>
                    <a:lnTo>
                      <a:pt x="323" y="2962"/>
                    </a:lnTo>
                    <a:lnTo>
                      <a:pt x="272" y="2923"/>
                    </a:lnTo>
                    <a:lnTo>
                      <a:pt x="224" y="2879"/>
                    </a:lnTo>
                    <a:lnTo>
                      <a:pt x="178" y="2832"/>
                    </a:lnTo>
                    <a:lnTo>
                      <a:pt x="139" y="2782"/>
                    </a:lnTo>
                    <a:lnTo>
                      <a:pt x="104" y="2729"/>
                    </a:lnTo>
                    <a:lnTo>
                      <a:pt x="75" y="2674"/>
                    </a:lnTo>
                    <a:lnTo>
                      <a:pt x="51" y="2617"/>
                    </a:lnTo>
                    <a:lnTo>
                      <a:pt x="30" y="2560"/>
                    </a:lnTo>
                    <a:lnTo>
                      <a:pt x="15" y="2501"/>
                    </a:lnTo>
                    <a:lnTo>
                      <a:pt x="5" y="2441"/>
                    </a:lnTo>
                    <a:lnTo>
                      <a:pt x="0" y="2381"/>
                    </a:lnTo>
                    <a:lnTo>
                      <a:pt x="0" y="2321"/>
                    </a:lnTo>
                    <a:lnTo>
                      <a:pt x="5" y="2260"/>
                    </a:lnTo>
                    <a:lnTo>
                      <a:pt x="15" y="2200"/>
                    </a:lnTo>
                    <a:lnTo>
                      <a:pt x="30" y="2141"/>
                    </a:lnTo>
                    <a:lnTo>
                      <a:pt x="51" y="2083"/>
                    </a:lnTo>
                    <a:lnTo>
                      <a:pt x="75" y="2027"/>
                    </a:lnTo>
                    <a:lnTo>
                      <a:pt x="104" y="1972"/>
                    </a:lnTo>
                    <a:lnTo>
                      <a:pt x="139" y="1920"/>
                    </a:lnTo>
                    <a:lnTo>
                      <a:pt x="178" y="1869"/>
                    </a:lnTo>
                    <a:lnTo>
                      <a:pt x="224" y="1822"/>
                    </a:lnTo>
                    <a:lnTo>
                      <a:pt x="1815" y="281"/>
                    </a:lnTo>
                    <a:lnTo>
                      <a:pt x="1872" y="230"/>
                    </a:lnTo>
                    <a:lnTo>
                      <a:pt x="1931" y="183"/>
                    </a:lnTo>
                    <a:lnTo>
                      <a:pt x="1992" y="143"/>
                    </a:lnTo>
                    <a:lnTo>
                      <a:pt x="2057" y="108"/>
                    </a:lnTo>
                    <a:lnTo>
                      <a:pt x="2123" y="76"/>
                    </a:lnTo>
                    <a:lnTo>
                      <a:pt x="2191" y="51"/>
                    </a:lnTo>
                    <a:lnTo>
                      <a:pt x="2261" y="31"/>
                    </a:lnTo>
                    <a:lnTo>
                      <a:pt x="2331" y="15"/>
                    </a:lnTo>
                    <a:lnTo>
                      <a:pt x="2402" y="5"/>
                    </a:lnTo>
                    <a:lnTo>
                      <a:pt x="2474" y="0"/>
                    </a:lnTo>
                    <a:close/>
                  </a:path>
                </a:pathLst>
              </a:custGeom>
              <a:solidFill>
                <a:srgbClr val="fed8c3">
                  <a:alpha val="100000"/>
                </a:srgb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p>
                <a:pPr marL="0" lvl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grpSp>
            <p:nvGrpSpPr>
              <p:cNvPr id="135" name="Group 20"/>
              <p:cNvGrpSpPr>
                <a:grpSpLocks noChangeAspect="1"/>
              </p:cNvGrpSpPr>
              <p:nvPr/>
            </p:nvGrpSpPr>
            <p:grpSpPr>
              <a:xfrm rot="0">
                <a:off x="411361" y="2237725"/>
                <a:ext cx="110025" cy="150079"/>
                <a:chOff x="2597" y="4163"/>
                <a:chExt cx="217" cy="296"/>
              </a:xfrm>
              <a:solidFill>
                <a:srgbClr val="fed8c3">
                  <a:alpha val="100000"/>
                </a:srgbClr>
              </a:solidFill>
            </p:grpSpPr>
            <p:sp>
              <p:nvSpPr>
                <p:cNvPr id="136" name="Freeform 22"/>
                <p:cNvSpPr>
                  <a:spLocks noEditPoints="1"/>
                </p:cNvSpPr>
                <p:nvPr/>
              </p:nvSpPr>
              <p:spPr>
                <a:xfrm>
                  <a:off x="2630" y="4163"/>
                  <a:ext cx="151" cy="176"/>
                </a:xfrm>
                <a:custGeom>
                  <a:avLst/>
                  <a:gdLst>
                    <a:gd name="T0" fmla="*/ 410 w 1662"/>
                    <a:gd name="T1" fmla="*/ 645 h 1942"/>
                    <a:gd name="T2" fmla="*/ 309 w 1662"/>
                    <a:gd name="T3" fmla="*/ 847 h 1942"/>
                    <a:gd name="T4" fmla="*/ 255 w 1662"/>
                    <a:gd name="T5" fmla="*/ 1023 h 1942"/>
                    <a:gd name="T6" fmla="*/ 263 w 1662"/>
                    <a:gd name="T7" fmla="*/ 1206 h 1942"/>
                    <a:gd name="T8" fmla="*/ 347 w 1662"/>
                    <a:gd name="T9" fmla="*/ 1429 h 1942"/>
                    <a:gd name="T10" fmla="*/ 476 w 1662"/>
                    <a:gd name="T11" fmla="*/ 1620 h 1942"/>
                    <a:gd name="T12" fmla="*/ 638 w 1662"/>
                    <a:gd name="T13" fmla="*/ 1753 h 1942"/>
                    <a:gd name="T14" fmla="*/ 825 w 1662"/>
                    <a:gd name="T15" fmla="*/ 1803 h 1942"/>
                    <a:gd name="T16" fmla="*/ 1013 w 1662"/>
                    <a:gd name="T17" fmla="*/ 1753 h 1942"/>
                    <a:gd name="T18" fmla="*/ 1176 w 1662"/>
                    <a:gd name="T19" fmla="*/ 1619 h 1942"/>
                    <a:gd name="T20" fmla="*/ 1305 w 1662"/>
                    <a:gd name="T21" fmla="*/ 1428 h 1942"/>
                    <a:gd name="T22" fmla="*/ 1388 w 1662"/>
                    <a:gd name="T23" fmla="*/ 1205 h 1942"/>
                    <a:gd name="T24" fmla="*/ 1418 w 1662"/>
                    <a:gd name="T25" fmla="*/ 974 h 1942"/>
                    <a:gd name="T26" fmla="*/ 1266 w 1662"/>
                    <a:gd name="T27" fmla="*/ 836 h 1942"/>
                    <a:gd name="T28" fmla="*/ 1012 w 1662"/>
                    <a:gd name="T29" fmla="*/ 794 h 1942"/>
                    <a:gd name="T30" fmla="*/ 806 w 1662"/>
                    <a:gd name="T31" fmla="*/ 713 h 1942"/>
                    <a:gd name="T32" fmla="*/ 646 w 1662"/>
                    <a:gd name="T33" fmla="*/ 610 h 1942"/>
                    <a:gd name="T34" fmla="*/ 526 w 1662"/>
                    <a:gd name="T35" fmla="*/ 499 h 1942"/>
                    <a:gd name="T36" fmla="*/ 944 w 1662"/>
                    <a:gd name="T37" fmla="*/ 23 h 1942"/>
                    <a:gd name="T38" fmla="*/ 1152 w 1662"/>
                    <a:gd name="T39" fmla="*/ 118 h 1942"/>
                    <a:gd name="T40" fmla="*/ 1271 w 1662"/>
                    <a:gd name="T41" fmla="*/ 205 h 1942"/>
                    <a:gd name="T42" fmla="*/ 1388 w 1662"/>
                    <a:gd name="T43" fmla="*/ 323 h 1942"/>
                    <a:gd name="T44" fmla="*/ 1455 w 1662"/>
                    <a:gd name="T45" fmla="*/ 429 h 1942"/>
                    <a:gd name="T46" fmla="*/ 1524 w 1662"/>
                    <a:gd name="T47" fmla="*/ 626 h 1942"/>
                    <a:gd name="T48" fmla="*/ 1555 w 1662"/>
                    <a:gd name="T49" fmla="*/ 892 h 1942"/>
                    <a:gd name="T50" fmla="*/ 1619 w 1662"/>
                    <a:gd name="T51" fmla="*/ 939 h 1942"/>
                    <a:gd name="T52" fmla="*/ 1657 w 1662"/>
                    <a:gd name="T53" fmla="*/ 1032 h 1942"/>
                    <a:gd name="T54" fmla="*/ 1655 w 1662"/>
                    <a:gd name="T55" fmla="*/ 1183 h 1942"/>
                    <a:gd name="T56" fmla="*/ 1611 w 1662"/>
                    <a:gd name="T57" fmla="*/ 1304 h 1942"/>
                    <a:gd name="T58" fmla="*/ 1537 w 1662"/>
                    <a:gd name="T59" fmla="*/ 1372 h 1942"/>
                    <a:gd name="T60" fmla="*/ 1445 w 1662"/>
                    <a:gd name="T61" fmla="*/ 1454 h 1942"/>
                    <a:gd name="T62" fmla="*/ 1313 w 1662"/>
                    <a:gd name="T63" fmla="*/ 1670 h 1942"/>
                    <a:gd name="T64" fmla="*/ 1141 w 1662"/>
                    <a:gd name="T65" fmla="*/ 1836 h 1942"/>
                    <a:gd name="T66" fmla="*/ 937 w 1662"/>
                    <a:gd name="T67" fmla="*/ 1930 h 1942"/>
                    <a:gd name="T68" fmla="*/ 714 w 1662"/>
                    <a:gd name="T69" fmla="*/ 1930 h 1942"/>
                    <a:gd name="T70" fmla="*/ 510 w 1662"/>
                    <a:gd name="T71" fmla="*/ 1836 h 1942"/>
                    <a:gd name="T72" fmla="*/ 337 w 1662"/>
                    <a:gd name="T73" fmla="*/ 1669 h 1942"/>
                    <a:gd name="T74" fmla="*/ 205 w 1662"/>
                    <a:gd name="T75" fmla="*/ 1452 h 1942"/>
                    <a:gd name="T76" fmla="*/ 111 w 1662"/>
                    <a:gd name="T77" fmla="*/ 1364 h 1942"/>
                    <a:gd name="T78" fmla="*/ 39 w 1662"/>
                    <a:gd name="T79" fmla="*/ 1284 h 1942"/>
                    <a:gd name="T80" fmla="*/ 2 w 1662"/>
                    <a:gd name="T81" fmla="*/ 1143 h 1942"/>
                    <a:gd name="T82" fmla="*/ 9 w 1662"/>
                    <a:gd name="T83" fmla="*/ 1009 h 1942"/>
                    <a:gd name="T84" fmla="*/ 50 w 1662"/>
                    <a:gd name="T85" fmla="*/ 930 h 1942"/>
                    <a:gd name="T86" fmla="*/ 98 w 1662"/>
                    <a:gd name="T87" fmla="*/ 851 h 1942"/>
                    <a:gd name="T88" fmla="*/ 85 w 1662"/>
                    <a:gd name="T89" fmla="*/ 643 h 1942"/>
                    <a:gd name="T90" fmla="*/ 120 w 1662"/>
                    <a:gd name="T91" fmla="*/ 487 h 1942"/>
                    <a:gd name="T92" fmla="*/ 183 w 1662"/>
                    <a:gd name="T93" fmla="*/ 377 h 1942"/>
                    <a:gd name="T94" fmla="*/ 257 w 1662"/>
                    <a:gd name="T95" fmla="*/ 305 h 1942"/>
                    <a:gd name="T96" fmla="*/ 319 w 1662"/>
                    <a:gd name="T97" fmla="*/ 266 h 1942"/>
                    <a:gd name="T98" fmla="*/ 352 w 1662"/>
                    <a:gd name="T99" fmla="*/ 246 h 1942"/>
                    <a:gd name="T100" fmla="*/ 390 w 1662"/>
                    <a:gd name="T101" fmla="*/ 196 h 1942"/>
                    <a:gd name="T102" fmla="*/ 459 w 1662"/>
                    <a:gd name="T103" fmla="*/ 127 h 1942"/>
                    <a:gd name="T104" fmla="*/ 559 w 1662"/>
                    <a:gd name="T105" fmla="*/ 57 h 1942"/>
                    <a:gd name="T106" fmla="*/ 690 w 1662"/>
                    <a:gd name="T107" fmla="*/ 10 h 1942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662" h="1942">
                      <a:moveTo>
                        <a:pt x="526" y="499"/>
                      </a:moveTo>
                      <a:lnTo>
                        <a:pt x="484" y="546"/>
                      </a:lnTo>
                      <a:lnTo>
                        <a:pt x="445" y="595"/>
                      </a:lnTo>
                      <a:lnTo>
                        <a:pt x="410" y="645"/>
                      </a:lnTo>
                      <a:lnTo>
                        <a:pt x="379" y="696"/>
                      </a:lnTo>
                      <a:lnTo>
                        <a:pt x="352" y="747"/>
                      </a:lnTo>
                      <a:lnTo>
                        <a:pt x="329" y="797"/>
                      </a:lnTo>
                      <a:lnTo>
                        <a:pt x="309" y="847"/>
                      </a:lnTo>
                      <a:lnTo>
                        <a:pt x="291" y="895"/>
                      </a:lnTo>
                      <a:lnTo>
                        <a:pt x="277" y="941"/>
                      </a:lnTo>
                      <a:lnTo>
                        <a:pt x="264" y="984"/>
                      </a:lnTo>
                      <a:lnTo>
                        <a:pt x="255" y="1023"/>
                      </a:lnTo>
                      <a:lnTo>
                        <a:pt x="247" y="1059"/>
                      </a:lnTo>
                      <a:lnTo>
                        <a:pt x="241" y="1091"/>
                      </a:lnTo>
                      <a:lnTo>
                        <a:pt x="250" y="1148"/>
                      </a:lnTo>
                      <a:lnTo>
                        <a:pt x="263" y="1206"/>
                      </a:lnTo>
                      <a:lnTo>
                        <a:pt x="280" y="1263"/>
                      </a:lnTo>
                      <a:lnTo>
                        <a:pt x="299" y="1320"/>
                      </a:lnTo>
                      <a:lnTo>
                        <a:pt x="322" y="1375"/>
                      </a:lnTo>
                      <a:lnTo>
                        <a:pt x="347" y="1429"/>
                      </a:lnTo>
                      <a:lnTo>
                        <a:pt x="375" y="1480"/>
                      </a:lnTo>
                      <a:lnTo>
                        <a:pt x="406" y="1530"/>
                      </a:lnTo>
                      <a:lnTo>
                        <a:pt x="440" y="1576"/>
                      </a:lnTo>
                      <a:lnTo>
                        <a:pt x="476" y="1620"/>
                      </a:lnTo>
                      <a:lnTo>
                        <a:pt x="513" y="1659"/>
                      </a:lnTo>
                      <a:lnTo>
                        <a:pt x="553" y="1695"/>
                      </a:lnTo>
                      <a:lnTo>
                        <a:pt x="594" y="1726"/>
                      </a:lnTo>
                      <a:lnTo>
                        <a:pt x="638" y="1753"/>
                      </a:lnTo>
                      <a:lnTo>
                        <a:pt x="683" y="1774"/>
                      </a:lnTo>
                      <a:lnTo>
                        <a:pt x="729" y="1789"/>
                      </a:lnTo>
                      <a:lnTo>
                        <a:pt x="777" y="1800"/>
                      </a:lnTo>
                      <a:lnTo>
                        <a:pt x="825" y="1803"/>
                      </a:lnTo>
                      <a:lnTo>
                        <a:pt x="875" y="1800"/>
                      </a:lnTo>
                      <a:lnTo>
                        <a:pt x="922" y="1789"/>
                      </a:lnTo>
                      <a:lnTo>
                        <a:pt x="968" y="1774"/>
                      </a:lnTo>
                      <a:lnTo>
                        <a:pt x="1013" y="1753"/>
                      </a:lnTo>
                      <a:lnTo>
                        <a:pt x="1056" y="1726"/>
                      </a:lnTo>
                      <a:lnTo>
                        <a:pt x="1099" y="1695"/>
                      </a:lnTo>
                      <a:lnTo>
                        <a:pt x="1139" y="1659"/>
                      </a:lnTo>
                      <a:lnTo>
                        <a:pt x="1176" y="1619"/>
                      </a:lnTo>
                      <a:lnTo>
                        <a:pt x="1212" y="1576"/>
                      </a:lnTo>
                      <a:lnTo>
                        <a:pt x="1245" y="1529"/>
                      </a:lnTo>
                      <a:lnTo>
                        <a:pt x="1276" y="1480"/>
                      </a:lnTo>
                      <a:lnTo>
                        <a:pt x="1305" y="1428"/>
                      </a:lnTo>
                      <a:lnTo>
                        <a:pt x="1330" y="1374"/>
                      </a:lnTo>
                      <a:lnTo>
                        <a:pt x="1353" y="1319"/>
                      </a:lnTo>
                      <a:lnTo>
                        <a:pt x="1372" y="1262"/>
                      </a:lnTo>
                      <a:lnTo>
                        <a:pt x="1388" y="1205"/>
                      </a:lnTo>
                      <a:lnTo>
                        <a:pt x="1401" y="1147"/>
                      </a:lnTo>
                      <a:lnTo>
                        <a:pt x="1411" y="1089"/>
                      </a:lnTo>
                      <a:lnTo>
                        <a:pt x="1416" y="1032"/>
                      </a:lnTo>
                      <a:lnTo>
                        <a:pt x="1418" y="974"/>
                      </a:lnTo>
                      <a:lnTo>
                        <a:pt x="1417" y="904"/>
                      </a:lnTo>
                      <a:lnTo>
                        <a:pt x="1414" y="838"/>
                      </a:lnTo>
                      <a:lnTo>
                        <a:pt x="1339" y="839"/>
                      </a:lnTo>
                      <a:lnTo>
                        <a:pt x="1266" y="836"/>
                      </a:lnTo>
                      <a:lnTo>
                        <a:pt x="1198" y="830"/>
                      </a:lnTo>
                      <a:lnTo>
                        <a:pt x="1133" y="820"/>
                      </a:lnTo>
                      <a:lnTo>
                        <a:pt x="1070" y="808"/>
                      </a:lnTo>
                      <a:lnTo>
                        <a:pt x="1012" y="794"/>
                      </a:lnTo>
                      <a:lnTo>
                        <a:pt x="956" y="777"/>
                      </a:lnTo>
                      <a:lnTo>
                        <a:pt x="903" y="757"/>
                      </a:lnTo>
                      <a:lnTo>
                        <a:pt x="853" y="737"/>
                      </a:lnTo>
                      <a:lnTo>
                        <a:pt x="806" y="713"/>
                      </a:lnTo>
                      <a:lnTo>
                        <a:pt x="762" y="690"/>
                      </a:lnTo>
                      <a:lnTo>
                        <a:pt x="721" y="664"/>
                      </a:lnTo>
                      <a:lnTo>
                        <a:pt x="682" y="638"/>
                      </a:lnTo>
                      <a:lnTo>
                        <a:pt x="646" y="610"/>
                      </a:lnTo>
                      <a:lnTo>
                        <a:pt x="612" y="583"/>
                      </a:lnTo>
                      <a:lnTo>
                        <a:pt x="581" y="555"/>
                      </a:lnTo>
                      <a:lnTo>
                        <a:pt x="552" y="527"/>
                      </a:lnTo>
                      <a:lnTo>
                        <a:pt x="526" y="499"/>
                      </a:lnTo>
                      <a:close/>
                      <a:moveTo>
                        <a:pt x="808" y="0"/>
                      </a:moveTo>
                      <a:lnTo>
                        <a:pt x="851" y="3"/>
                      </a:lnTo>
                      <a:lnTo>
                        <a:pt x="897" y="11"/>
                      </a:lnTo>
                      <a:lnTo>
                        <a:pt x="944" y="23"/>
                      </a:lnTo>
                      <a:lnTo>
                        <a:pt x="993" y="39"/>
                      </a:lnTo>
                      <a:lnTo>
                        <a:pt x="1044" y="60"/>
                      </a:lnTo>
                      <a:lnTo>
                        <a:pt x="1097" y="86"/>
                      </a:lnTo>
                      <a:lnTo>
                        <a:pt x="1152" y="118"/>
                      </a:lnTo>
                      <a:lnTo>
                        <a:pt x="1179" y="135"/>
                      </a:lnTo>
                      <a:lnTo>
                        <a:pt x="1208" y="155"/>
                      </a:lnTo>
                      <a:lnTo>
                        <a:pt x="1239" y="179"/>
                      </a:lnTo>
                      <a:lnTo>
                        <a:pt x="1271" y="205"/>
                      </a:lnTo>
                      <a:lnTo>
                        <a:pt x="1304" y="233"/>
                      </a:lnTo>
                      <a:lnTo>
                        <a:pt x="1334" y="261"/>
                      </a:lnTo>
                      <a:lnTo>
                        <a:pt x="1363" y="292"/>
                      </a:lnTo>
                      <a:lnTo>
                        <a:pt x="1388" y="323"/>
                      </a:lnTo>
                      <a:lnTo>
                        <a:pt x="1409" y="353"/>
                      </a:lnTo>
                      <a:lnTo>
                        <a:pt x="1409" y="353"/>
                      </a:lnTo>
                      <a:lnTo>
                        <a:pt x="1433" y="389"/>
                      </a:lnTo>
                      <a:lnTo>
                        <a:pt x="1455" y="429"/>
                      </a:lnTo>
                      <a:lnTo>
                        <a:pt x="1475" y="472"/>
                      </a:lnTo>
                      <a:lnTo>
                        <a:pt x="1493" y="519"/>
                      </a:lnTo>
                      <a:lnTo>
                        <a:pt x="1509" y="570"/>
                      </a:lnTo>
                      <a:lnTo>
                        <a:pt x="1524" y="626"/>
                      </a:lnTo>
                      <a:lnTo>
                        <a:pt x="1535" y="685"/>
                      </a:lnTo>
                      <a:lnTo>
                        <a:pt x="1545" y="749"/>
                      </a:lnTo>
                      <a:lnTo>
                        <a:pt x="1551" y="817"/>
                      </a:lnTo>
                      <a:lnTo>
                        <a:pt x="1555" y="892"/>
                      </a:lnTo>
                      <a:lnTo>
                        <a:pt x="1573" y="900"/>
                      </a:lnTo>
                      <a:lnTo>
                        <a:pt x="1590" y="910"/>
                      </a:lnTo>
                      <a:lnTo>
                        <a:pt x="1605" y="922"/>
                      </a:lnTo>
                      <a:lnTo>
                        <a:pt x="1619" y="939"/>
                      </a:lnTo>
                      <a:lnTo>
                        <a:pt x="1632" y="957"/>
                      </a:lnTo>
                      <a:lnTo>
                        <a:pt x="1642" y="979"/>
                      </a:lnTo>
                      <a:lnTo>
                        <a:pt x="1651" y="1003"/>
                      </a:lnTo>
                      <a:lnTo>
                        <a:pt x="1657" y="1032"/>
                      </a:lnTo>
                      <a:lnTo>
                        <a:pt x="1661" y="1064"/>
                      </a:lnTo>
                      <a:lnTo>
                        <a:pt x="1662" y="1102"/>
                      </a:lnTo>
                      <a:lnTo>
                        <a:pt x="1660" y="1143"/>
                      </a:lnTo>
                      <a:lnTo>
                        <a:pt x="1655" y="1183"/>
                      </a:lnTo>
                      <a:lnTo>
                        <a:pt x="1648" y="1218"/>
                      </a:lnTo>
                      <a:lnTo>
                        <a:pt x="1638" y="1250"/>
                      </a:lnTo>
                      <a:lnTo>
                        <a:pt x="1625" y="1278"/>
                      </a:lnTo>
                      <a:lnTo>
                        <a:pt x="1611" y="1304"/>
                      </a:lnTo>
                      <a:lnTo>
                        <a:pt x="1595" y="1325"/>
                      </a:lnTo>
                      <a:lnTo>
                        <a:pt x="1577" y="1344"/>
                      </a:lnTo>
                      <a:lnTo>
                        <a:pt x="1558" y="1360"/>
                      </a:lnTo>
                      <a:lnTo>
                        <a:pt x="1537" y="1372"/>
                      </a:lnTo>
                      <a:lnTo>
                        <a:pt x="1515" y="1382"/>
                      </a:lnTo>
                      <a:lnTo>
                        <a:pt x="1493" y="1390"/>
                      </a:lnTo>
                      <a:lnTo>
                        <a:pt x="1471" y="1395"/>
                      </a:lnTo>
                      <a:lnTo>
                        <a:pt x="1445" y="1454"/>
                      </a:lnTo>
                      <a:lnTo>
                        <a:pt x="1416" y="1512"/>
                      </a:lnTo>
                      <a:lnTo>
                        <a:pt x="1385" y="1567"/>
                      </a:lnTo>
                      <a:lnTo>
                        <a:pt x="1350" y="1620"/>
                      </a:lnTo>
                      <a:lnTo>
                        <a:pt x="1313" y="1670"/>
                      </a:lnTo>
                      <a:lnTo>
                        <a:pt x="1273" y="1717"/>
                      </a:lnTo>
                      <a:lnTo>
                        <a:pt x="1231" y="1761"/>
                      </a:lnTo>
                      <a:lnTo>
                        <a:pt x="1187" y="1801"/>
                      </a:lnTo>
                      <a:lnTo>
                        <a:pt x="1141" y="1836"/>
                      </a:lnTo>
                      <a:lnTo>
                        <a:pt x="1092" y="1868"/>
                      </a:lnTo>
                      <a:lnTo>
                        <a:pt x="1042" y="1893"/>
                      </a:lnTo>
                      <a:lnTo>
                        <a:pt x="990" y="1915"/>
                      </a:lnTo>
                      <a:lnTo>
                        <a:pt x="937" y="1930"/>
                      </a:lnTo>
                      <a:lnTo>
                        <a:pt x="882" y="1939"/>
                      </a:lnTo>
                      <a:lnTo>
                        <a:pt x="825" y="1942"/>
                      </a:lnTo>
                      <a:lnTo>
                        <a:pt x="769" y="1939"/>
                      </a:lnTo>
                      <a:lnTo>
                        <a:pt x="714" y="1930"/>
                      </a:lnTo>
                      <a:lnTo>
                        <a:pt x="661" y="1915"/>
                      </a:lnTo>
                      <a:lnTo>
                        <a:pt x="608" y="1893"/>
                      </a:lnTo>
                      <a:lnTo>
                        <a:pt x="558" y="1867"/>
                      </a:lnTo>
                      <a:lnTo>
                        <a:pt x="510" y="1836"/>
                      </a:lnTo>
                      <a:lnTo>
                        <a:pt x="464" y="1800"/>
                      </a:lnTo>
                      <a:lnTo>
                        <a:pt x="419" y="1760"/>
                      </a:lnTo>
                      <a:lnTo>
                        <a:pt x="377" y="1716"/>
                      </a:lnTo>
                      <a:lnTo>
                        <a:pt x="337" y="1669"/>
                      </a:lnTo>
                      <a:lnTo>
                        <a:pt x="300" y="1618"/>
                      </a:lnTo>
                      <a:lnTo>
                        <a:pt x="266" y="1565"/>
                      </a:lnTo>
                      <a:lnTo>
                        <a:pt x="234" y="1510"/>
                      </a:lnTo>
                      <a:lnTo>
                        <a:pt x="205" y="1452"/>
                      </a:lnTo>
                      <a:lnTo>
                        <a:pt x="179" y="1392"/>
                      </a:lnTo>
                      <a:lnTo>
                        <a:pt x="156" y="1386"/>
                      </a:lnTo>
                      <a:lnTo>
                        <a:pt x="133" y="1376"/>
                      </a:lnTo>
                      <a:lnTo>
                        <a:pt x="111" y="1364"/>
                      </a:lnTo>
                      <a:lnTo>
                        <a:pt x="91" y="1349"/>
                      </a:lnTo>
                      <a:lnTo>
                        <a:pt x="72" y="1330"/>
                      </a:lnTo>
                      <a:lnTo>
                        <a:pt x="55" y="1309"/>
                      </a:lnTo>
                      <a:lnTo>
                        <a:pt x="39" y="1284"/>
                      </a:lnTo>
                      <a:lnTo>
                        <a:pt x="26" y="1254"/>
                      </a:lnTo>
                      <a:lnTo>
                        <a:pt x="15" y="1221"/>
                      </a:lnTo>
                      <a:lnTo>
                        <a:pt x="7" y="1184"/>
                      </a:lnTo>
                      <a:lnTo>
                        <a:pt x="2" y="1143"/>
                      </a:lnTo>
                      <a:lnTo>
                        <a:pt x="0" y="1104"/>
                      </a:lnTo>
                      <a:lnTo>
                        <a:pt x="1" y="1068"/>
                      </a:lnTo>
                      <a:lnTo>
                        <a:pt x="4" y="1038"/>
                      </a:lnTo>
                      <a:lnTo>
                        <a:pt x="9" y="1009"/>
                      </a:lnTo>
                      <a:lnTo>
                        <a:pt x="17" y="985"/>
                      </a:lnTo>
                      <a:lnTo>
                        <a:pt x="27" y="964"/>
                      </a:lnTo>
                      <a:lnTo>
                        <a:pt x="38" y="946"/>
                      </a:lnTo>
                      <a:lnTo>
                        <a:pt x="50" y="930"/>
                      </a:lnTo>
                      <a:lnTo>
                        <a:pt x="65" y="916"/>
                      </a:lnTo>
                      <a:lnTo>
                        <a:pt x="80" y="906"/>
                      </a:lnTo>
                      <a:lnTo>
                        <a:pt x="96" y="897"/>
                      </a:lnTo>
                      <a:lnTo>
                        <a:pt x="98" y="851"/>
                      </a:lnTo>
                      <a:lnTo>
                        <a:pt x="89" y="794"/>
                      </a:lnTo>
                      <a:lnTo>
                        <a:pt x="85" y="740"/>
                      </a:lnTo>
                      <a:lnTo>
                        <a:pt x="83" y="690"/>
                      </a:lnTo>
                      <a:lnTo>
                        <a:pt x="85" y="643"/>
                      </a:lnTo>
                      <a:lnTo>
                        <a:pt x="90" y="599"/>
                      </a:lnTo>
                      <a:lnTo>
                        <a:pt x="98" y="559"/>
                      </a:lnTo>
                      <a:lnTo>
                        <a:pt x="108" y="522"/>
                      </a:lnTo>
                      <a:lnTo>
                        <a:pt x="120" y="487"/>
                      </a:lnTo>
                      <a:lnTo>
                        <a:pt x="134" y="455"/>
                      </a:lnTo>
                      <a:lnTo>
                        <a:pt x="149" y="427"/>
                      </a:lnTo>
                      <a:lnTo>
                        <a:pt x="166" y="400"/>
                      </a:lnTo>
                      <a:lnTo>
                        <a:pt x="183" y="377"/>
                      </a:lnTo>
                      <a:lnTo>
                        <a:pt x="202" y="355"/>
                      </a:lnTo>
                      <a:lnTo>
                        <a:pt x="220" y="337"/>
                      </a:lnTo>
                      <a:lnTo>
                        <a:pt x="239" y="320"/>
                      </a:lnTo>
                      <a:lnTo>
                        <a:pt x="257" y="305"/>
                      </a:lnTo>
                      <a:lnTo>
                        <a:pt x="274" y="293"/>
                      </a:lnTo>
                      <a:lnTo>
                        <a:pt x="290" y="282"/>
                      </a:lnTo>
                      <a:lnTo>
                        <a:pt x="305" y="273"/>
                      </a:lnTo>
                      <a:lnTo>
                        <a:pt x="319" y="266"/>
                      </a:lnTo>
                      <a:lnTo>
                        <a:pt x="331" y="260"/>
                      </a:lnTo>
                      <a:lnTo>
                        <a:pt x="341" y="255"/>
                      </a:lnTo>
                      <a:lnTo>
                        <a:pt x="348" y="253"/>
                      </a:lnTo>
                      <a:lnTo>
                        <a:pt x="352" y="246"/>
                      </a:lnTo>
                      <a:lnTo>
                        <a:pt x="359" y="237"/>
                      </a:lnTo>
                      <a:lnTo>
                        <a:pt x="367" y="225"/>
                      </a:lnTo>
                      <a:lnTo>
                        <a:pt x="377" y="212"/>
                      </a:lnTo>
                      <a:lnTo>
                        <a:pt x="390" y="196"/>
                      </a:lnTo>
                      <a:lnTo>
                        <a:pt x="404" y="180"/>
                      </a:lnTo>
                      <a:lnTo>
                        <a:pt x="421" y="163"/>
                      </a:lnTo>
                      <a:lnTo>
                        <a:pt x="439" y="145"/>
                      </a:lnTo>
                      <a:lnTo>
                        <a:pt x="459" y="127"/>
                      </a:lnTo>
                      <a:lnTo>
                        <a:pt x="481" y="108"/>
                      </a:lnTo>
                      <a:lnTo>
                        <a:pt x="505" y="91"/>
                      </a:lnTo>
                      <a:lnTo>
                        <a:pt x="531" y="74"/>
                      </a:lnTo>
                      <a:lnTo>
                        <a:pt x="559" y="57"/>
                      </a:lnTo>
                      <a:lnTo>
                        <a:pt x="589" y="43"/>
                      </a:lnTo>
                      <a:lnTo>
                        <a:pt x="620" y="30"/>
                      </a:lnTo>
                      <a:lnTo>
                        <a:pt x="655" y="19"/>
                      </a:lnTo>
                      <a:lnTo>
                        <a:pt x="690" y="10"/>
                      </a:lnTo>
                      <a:lnTo>
                        <a:pt x="728" y="3"/>
                      </a:lnTo>
                      <a:lnTo>
                        <a:pt x="767" y="0"/>
                      </a:lnTo>
                      <a:lnTo>
                        <a:pt x="808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  <p:sp>
              <p:nvSpPr>
                <p:cNvPr id="137" name="Freeform 23"/>
                <p:cNvSpPr>
                  <a:spLocks noEditPoints="1"/>
                </p:cNvSpPr>
                <p:nvPr/>
              </p:nvSpPr>
              <p:spPr>
                <a:xfrm>
                  <a:off x="2664" y="4250"/>
                  <a:ext cx="83" cy="27"/>
                </a:xfrm>
                <a:custGeom>
                  <a:avLst/>
                  <a:gdLst>
                    <a:gd name="T0" fmla="*/ 613 w 916"/>
                    <a:gd name="T1" fmla="*/ 78 h 300"/>
                    <a:gd name="T2" fmla="*/ 561 w 916"/>
                    <a:gd name="T3" fmla="*/ 109 h 300"/>
                    <a:gd name="T4" fmla="*/ 554 w 916"/>
                    <a:gd name="T5" fmla="*/ 165 h 300"/>
                    <a:gd name="T6" fmla="*/ 579 w 916"/>
                    <a:gd name="T7" fmla="*/ 210 h 300"/>
                    <a:gd name="T8" fmla="*/ 665 w 916"/>
                    <a:gd name="T9" fmla="*/ 229 h 300"/>
                    <a:gd name="T10" fmla="*/ 787 w 916"/>
                    <a:gd name="T11" fmla="*/ 223 h 300"/>
                    <a:gd name="T12" fmla="*/ 839 w 916"/>
                    <a:gd name="T13" fmla="*/ 191 h 300"/>
                    <a:gd name="T14" fmla="*/ 846 w 916"/>
                    <a:gd name="T15" fmla="*/ 135 h 300"/>
                    <a:gd name="T16" fmla="*/ 820 w 916"/>
                    <a:gd name="T17" fmla="*/ 90 h 300"/>
                    <a:gd name="T18" fmla="*/ 734 w 916"/>
                    <a:gd name="T19" fmla="*/ 72 h 300"/>
                    <a:gd name="T20" fmla="*/ 153 w 916"/>
                    <a:gd name="T21" fmla="*/ 74 h 300"/>
                    <a:gd name="T22" fmla="*/ 85 w 916"/>
                    <a:gd name="T23" fmla="*/ 99 h 300"/>
                    <a:gd name="T24" fmla="*/ 70 w 916"/>
                    <a:gd name="T25" fmla="*/ 150 h 300"/>
                    <a:gd name="T26" fmla="*/ 85 w 916"/>
                    <a:gd name="T27" fmla="*/ 201 h 300"/>
                    <a:gd name="T28" fmla="*/ 153 w 916"/>
                    <a:gd name="T29" fmla="*/ 227 h 300"/>
                    <a:gd name="T30" fmla="*/ 280 w 916"/>
                    <a:gd name="T31" fmla="*/ 227 h 300"/>
                    <a:gd name="T32" fmla="*/ 348 w 916"/>
                    <a:gd name="T33" fmla="*/ 201 h 300"/>
                    <a:gd name="T34" fmla="*/ 363 w 916"/>
                    <a:gd name="T35" fmla="*/ 150 h 300"/>
                    <a:gd name="T36" fmla="*/ 348 w 916"/>
                    <a:gd name="T37" fmla="*/ 99 h 300"/>
                    <a:gd name="T38" fmla="*/ 280 w 916"/>
                    <a:gd name="T39" fmla="*/ 74 h 300"/>
                    <a:gd name="T40" fmla="*/ 234 w 916"/>
                    <a:gd name="T41" fmla="*/ 0 h 300"/>
                    <a:gd name="T42" fmla="*/ 321 w 916"/>
                    <a:gd name="T43" fmla="*/ 9 h 300"/>
                    <a:gd name="T44" fmla="*/ 400 w 916"/>
                    <a:gd name="T45" fmla="*/ 53 h 300"/>
                    <a:gd name="T46" fmla="*/ 574 w 916"/>
                    <a:gd name="T47" fmla="*/ 17 h 300"/>
                    <a:gd name="T48" fmla="*/ 662 w 916"/>
                    <a:gd name="T49" fmla="*/ 1 h 300"/>
                    <a:gd name="T50" fmla="*/ 732 w 916"/>
                    <a:gd name="T51" fmla="*/ 0 h 300"/>
                    <a:gd name="T52" fmla="*/ 806 w 916"/>
                    <a:gd name="T53" fmla="*/ 10 h 300"/>
                    <a:gd name="T54" fmla="*/ 875 w 916"/>
                    <a:gd name="T55" fmla="*/ 45 h 300"/>
                    <a:gd name="T56" fmla="*/ 914 w 916"/>
                    <a:gd name="T57" fmla="*/ 123 h 300"/>
                    <a:gd name="T58" fmla="*/ 900 w 916"/>
                    <a:gd name="T59" fmla="*/ 223 h 300"/>
                    <a:gd name="T60" fmla="*/ 843 w 916"/>
                    <a:gd name="T61" fmla="*/ 277 h 300"/>
                    <a:gd name="T62" fmla="*/ 768 w 916"/>
                    <a:gd name="T63" fmla="*/ 297 h 300"/>
                    <a:gd name="T64" fmla="*/ 699 w 916"/>
                    <a:gd name="T65" fmla="*/ 300 h 300"/>
                    <a:gd name="T66" fmla="*/ 632 w 916"/>
                    <a:gd name="T67" fmla="*/ 297 h 300"/>
                    <a:gd name="T68" fmla="*/ 557 w 916"/>
                    <a:gd name="T69" fmla="*/ 277 h 300"/>
                    <a:gd name="T70" fmla="*/ 500 w 916"/>
                    <a:gd name="T71" fmla="*/ 224 h 300"/>
                    <a:gd name="T72" fmla="*/ 485 w 916"/>
                    <a:gd name="T73" fmla="*/ 137 h 300"/>
                    <a:gd name="T74" fmla="*/ 432 w 916"/>
                    <a:gd name="T75" fmla="*/ 150 h 300"/>
                    <a:gd name="T76" fmla="*/ 405 w 916"/>
                    <a:gd name="T77" fmla="*/ 241 h 300"/>
                    <a:gd name="T78" fmla="*/ 342 w 916"/>
                    <a:gd name="T79" fmla="*/ 284 h 300"/>
                    <a:gd name="T80" fmla="*/ 266 w 916"/>
                    <a:gd name="T81" fmla="*/ 298 h 300"/>
                    <a:gd name="T82" fmla="*/ 201 w 916"/>
                    <a:gd name="T83" fmla="*/ 299 h 300"/>
                    <a:gd name="T84" fmla="*/ 129 w 916"/>
                    <a:gd name="T85" fmla="*/ 294 h 300"/>
                    <a:gd name="T86" fmla="*/ 57 w 916"/>
                    <a:gd name="T87" fmla="*/ 267 h 300"/>
                    <a:gd name="T88" fmla="*/ 7 w 916"/>
                    <a:gd name="T89" fmla="*/ 202 h 300"/>
                    <a:gd name="T90" fmla="*/ 7 w 916"/>
                    <a:gd name="T91" fmla="*/ 98 h 300"/>
                    <a:gd name="T92" fmla="*/ 57 w 916"/>
                    <a:gd name="T93" fmla="*/ 33 h 300"/>
                    <a:gd name="T94" fmla="*/ 129 w 916"/>
                    <a:gd name="T95" fmla="*/ 6 h 300"/>
                    <a:gd name="T96" fmla="*/ 201 w 916"/>
                    <a:gd name="T97" fmla="*/ 0 h 300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916" h="300">
                      <a:moveTo>
                        <a:pt x="699" y="71"/>
                      </a:moveTo>
                      <a:lnTo>
                        <a:pt x="665" y="72"/>
                      </a:lnTo>
                      <a:lnTo>
                        <a:pt x="636" y="74"/>
                      </a:lnTo>
                      <a:lnTo>
                        <a:pt x="613" y="78"/>
                      </a:lnTo>
                      <a:lnTo>
                        <a:pt x="594" y="83"/>
                      </a:lnTo>
                      <a:lnTo>
                        <a:pt x="579" y="90"/>
                      </a:lnTo>
                      <a:lnTo>
                        <a:pt x="569" y="99"/>
                      </a:lnTo>
                      <a:lnTo>
                        <a:pt x="561" y="109"/>
                      </a:lnTo>
                      <a:lnTo>
                        <a:pt x="556" y="122"/>
                      </a:lnTo>
                      <a:lnTo>
                        <a:pt x="554" y="135"/>
                      </a:lnTo>
                      <a:lnTo>
                        <a:pt x="553" y="150"/>
                      </a:lnTo>
                      <a:lnTo>
                        <a:pt x="554" y="165"/>
                      </a:lnTo>
                      <a:lnTo>
                        <a:pt x="556" y="179"/>
                      </a:lnTo>
                      <a:lnTo>
                        <a:pt x="561" y="191"/>
                      </a:lnTo>
                      <a:lnTo>
                        <a:pt x="569" y="201"/>
                      </a:lnTo>
                      <a:lnTo>
                        <a:pt x="579" y="210"/>
                      </a:lnTo>
                      <a:lnTo>
                        <a:pt x="594" y="216"/>
                      </a:lnTo>
                      <a:lnTo>
                        <a:pt x="613" y="223"/>
                      </a:lnTo>
                      <a:lnTo>
                        <a:pt x="636" y="227"/>
                      </a:lnTo>
                      <a:lnTo>
                        <a:pt x="665" y="229"/>
                      </a:lnTo>
                      <a:lnTo>
                        <a:pt x="699" y="230"/>
                      </a:lnTo>
                      <a:lnTo>
                        <a:pt x="734" y="229"/>
                      </a:lnTo>
                      <a:lnTo>
                        <a:pt x="763" y="227"/>
                      </a:lnTo>
                      <a:lnTo>
                        <a:pt x="787" y="223"/>
                      </a:lnTo>
                      <a:lnTo>
                        <a:pt x="805" y="216"/>
                      </a:lnTo>
                      <a:lnTo>
                        <a:pt x="820" y="210"/>
                      </a:lnTo>
                      <a:lnTo>
                        <a:pt x="831" y="201"/>
                      </a:lnTo>
                      <a:lnTo>
                        <a:pt x="839" y="191"/>
                      </a:lnTo>
                      <a:lnTo>
                        <a:pt x="843" y="179"/>
                      </a:lnTo>
                      <a:lnTo>
                        <a:pt x="846" y="165"/>
                      </a:lnTo>
                      <a:lnTo>
                        <a:pt x="847" y="150"/>
                      </a:lnTo>
                      <a:lnTo>
                        <a:pt x="846" y="135"/>
                      </a:lnTo>
                      <a:lnTo>
                        <a:pt x="843" y="122"/>
                      </a:lnTo>
                      <a:lnTo>
                        <a:pt x="839" y="109"/>
                      </a:lnTo>
                      <a:lnTo>
                        <a:pt x="831" y="99"/>
                      </a:lnTo>
                      <a:lnTo>
                        <a:pt x="820" y="90"/>
                      </a:lnTo>
                      <a:lnTo>
                        <a:pt x="805" y="83"/>
                      </a:lnTo>
                      <a:lnTo>
                        <a:pt x="787" y="78"/>
                      </a:lnTo>
                      <a:lnTo>
                        <a:pt x="763" y="74"/>
                      </a:lnTo>
                      <a:lnTo>
                        <a:pt x="734" y="72"/>
                      </a:lnTo>
                      <a:lnTo>
                        <a:pt x="699" y="71"/>
                      </a:lnTo>
                      <a:close/>
                      <a:moveTo>
                        <a:pt x="216" y="71"/>
                      </a:moveTo>
                      <a:lnTo>
                        <a:pt x="182" y="72"/>
                      </a:lnTo>
                      <a:lnTo>
                        <a:pt x="153" y="74"/>
                      </a:lnTo>
                      <a:lnTo>
                        <a:pt x="130" y="78"/>
                      </a:lnTo>
                      <a:lnTo>
                        <a:pt x="111" y="83"/>
                      </a:lnTo>
                      <a:lnTo>
                        <a:pt x="96" y="90"/>
                      </a:lnTo>
                      <a:lnTo>
                        <a:pt x="85" y="99"/>
                      </a:lnTo>
                      <a:lnTo>
                        <a:pt x="78" y="109"/>
                      </a:lnTo>
                      <a:lnTo>
                        <a:pt x="73" y="122"/>
                      </a:lnTo>
                      <a:lnTo>
                        <a:pt x="70" y="135"/>
                      </a:lnTo>
                      <a:lnTo>
                        <a:pt x="70" y="150"/>
                      </a:lnTo>
                      <a:lnTo>
                        <a:pt x="70" y="165"/>
                      </a:lnTo>
                      <a:lnTo>
                        <a:pt x="73" y="179"/>
                      </a:lnTo>
                      <a:lnTo>
                        <a:pt x="78" y="191"/>
                      </a:lnTo>
                      <a:lnTo>
                        <a:pt x="85" y="201"/>
                      </a:lnTo>
                      <a:lnTo>
                        <a:pt x="96" y="210"/>
                      </a:lnTo>
                      <a:lnTo>
                        <a:pt x="111" y="216"/>
                      </a:lnTo>
                      <a:lnTo>
                        <a:pt x="130" y="223"/>
                      </a:lnTo>
                      <a:lnTo>
                        <a:pt x="153" y="227"/>
                      </a:lnTo>
                      <a:lnTo>
                        <a:pt x="182" y="229"/>
                      </a:lnTo>
                      <a:lnTo>
                        <a:pt x="216" y="230"/>
                      </a:lnTo>
                      <a:lnTo>
                        <a:pt x="250" y="229"/>
                      </a:lnTo>
                      <a:lnTo>
                        <a:pt x="280" y="227"/>
                      </a:lnTo>
                      <a:lnTo>
                        <a:pt x="304" y="223"/>
                      </a:lnTo>
                      <a:lnTo>
                        <a:pt x="322" y="216"/>
                      </a:lnTo>
                      <a:lnTo>
                        <a:pt x="337" y="210"/>
                      </a:lnTo>
                      <a:lnTo>
                        <a:pt x="348" y="201"/>
                      </a:lnTo>
                      <a:lnTo>
                        <a:pt x="355" y="191"/>
                      </a:lnTo>
                      <a:lnTo>
                        <a:pt x="360" y="179"/>
                      </a:lnTo>
                      <a:lnTo>
                        <a:pt x="363" y="165"/>
                      </a:lnTo>
                      <a:lnTo>
                        <a:pt x="363" y="150"/>
                      </a:lnTo>
                      <a:lnTo>
                        <a:pt x="363" y="135"/>
                      </a:lnTo>
                      <a:lnTo>
                        <a:pt x="360" y="122"/>
                      </a:lnTo>
                      <a:lnTo>
                        <a:pt x="355" y="109"/>
                      </a:lnTo>
                      <a:lnTo>
                        <a:pt x="348" y="99"/>
                      </a:lnTo>
                      <a:lnTo>
                        <a:pt x="337" y="90"/>
                      </a:lnTo>
                      <a:lnTo>
                        <a:pt x="322" y="83"/>
                      </a:lnTo>
                      <a:lnTo>
                        <a:pt x="304" y="78"/>
                      </a:lnTo>
                      <a:lnTo>
                        <a:pt x="280" y="74"/>
                      </a:lnTo>
                      <a:lnTo>
                        <a:pt x="250" y="72"/>
                      </a:lnTo>
                      <a:lnTo>
                        <a:pt x="216" y="71"/>
                      </a:lnTo>
                      <a:close/>
                      <a:moveTo>
                        <a:pt x="216" y="0"/>
                      </a:moveTo>
                      <a:lnTo>
                        <a:pt x="234" y="0"/>
                      </a:lnTo>
                      <a:lnTo>
                        <a:pt x="254" y="1"/>
                      </a:lnTo>
                      <a:lnTo>
                        <a:pt x="276" y="2"/>
                      </a:lnTo>
                      <a:lnTo>
                        <a:pt x="298" y="5"/>
                      </a:lnTo>
                      <a:lnTo>
                        <a:pt x="321" y="9"/>
                      </a:lnTo>
                      <a:lnTo>
                        <a:pt x="343" y="17"/>
                      </a:lnTo>
                      <a:lnTo>
                        <a:pt x="364" y="26"/>
                      </a:lnTo>
                      <a:lnTo>
                        <a:pt x="383" y="37"/>
                      </a:lnTo>
                      <a:lnTo>
                        <a:pt x="400" y="53"/>
                      </a:lnTo>
                      <a:lnTo>
                        <a:pt x="516" y="53"/>
                      </a:lnTo>
                      <a:lnTo>
                        <a:pt x="533" y="37"/>
                      </a:lnTo>
                      <a:lnTo>
                        <a:pt x="553" y="26"/>
                      </a:lnTo>
                      <a:lnTo>
                        <a:pt x="574" y="17"/>
                      </a:lnTo>
                      <a:lnTo>
                        <a:pt x="596" y="9"/>
                      </a:lnTo>
                      <a:lnTo>
                        <a:pt x="618" y="5"/>
                      </a:lnTo>
                      <a:lnTo>
                        <a:pt x="640" y="2"/>
                      </a:lnTo>
                      <a:lnTo>
                        <a:pt x="662" y="1"/>
                      </a:lnTo>
                      <a:lnTo>
                        <a:pt x="682" y="0"/>
                      </a:lnTo>
                      <a:lnTo>
                        <a:pt x="699" y="0"/>
                      </a:lnTo>
                      <a:lnTo>
                        <a:pt x="715" y="0"/>
                      </a:lnTo>
                      <a:lnTo>
                        <a:pt x="732" y="0"/>
                      </a:lnTo>
                      <a:lnTo>
                        <a:pt x="749" y="1"/>
                      </a:lnTo>
                      <a:lnTo>
                        <a:pt x="768" y="3"/>
                      </a:lnTo>
                      <a:lnTo>
                        <a:pt x="787" y="6"/>
                      </a:lnTo>
                      <a:lnTo>
                        <a:pt x="806" y="10"/>
                      </a:lnTo>
                      <a:lnTo>
                        <a:pt x="825" y="16"/>
                      </a:lnTo>
                      <a:lnTo>
                        <a:pt x="843" y="24"/>
                      </a:lnTo>
                      <a:lnTo>
                        <a:pt x="860" y="33"/>
                      </a:lnTo>
                      <a:lnTo>
                        <a:pt x="875" y="45"/>
                      </a:lnTo>
                      <a:lnTo>
                        <a:pt x="889" y="59"/>
                      </a:lnTo>
                      <a:lnTo>
                        <a:pt x="900" y="77"/>
                      </a:lnTo>
                      <a:lnTo>
                        <a:pt x="908" y="98"/>
                      </a:lnTo>
                      <a:lnTo>
                        <a:pt x="914" y="123"/>
                      </a:lnTo>
                      <a:lnTo>
                        <a:pt x="916" y="150"/>
                      </a:lnTo>
                      <a:lnTo>
                        <a:pt x="914" y="178"/>
                      </a:lnTo>
                      <a:lnTo>
                        <a:pt x="908" y="202"/>
                      </a:lnTo>
                      <a:lnTo>
                        <a:pt x="900" y="223"/>
                      </a:lnTo>
                      <a:lnTo>
                        <a:pt x="889" y="241"/>
                      </a:lnTo>
                      <a:lnTo>
                        <a:pt x="875" y="255"/>
                      </a:lnTo>
                      <a:lnTo>
                        <a:pt x="860" y="267"/>
                      </a:lnTo>
                      <a:lnTo>
                        <a:pt x="843" y="277"/>
                      </a:lnTo>
                      <a:lnTo>
                        <a:pt x="825" y="285"/>
                      </a:lnTo>
                      <a:lnTo>
                        <a:pt x="806" y="290"/>
                      </a:lnTo>
                      <a:lnTo>
                        <a:pt x="787" y="294"/>
                      </a:lnTo>
                      <a:lnTo>
                        <a:pt x="768" y="297"/>
                      </a:lnTo>
                      <a:lnTo>
                        <a:pt x="749" y="298"/>
                      </a:lnTo>
                      <a:lnTo>
                        <a:pt x="732" y="299"/>
                      </a:lnTo>
                      <a:lnTo>
                        <a:pt x="715" y="299"/>
                      </a:lnTo>
                      <a:lnTo>
                        <a:pt x="699" y="300"/>
                      </a:lnTo>
                      <a:lnTo>
                        <a:pt x="685" y="299"/>
                      </a:lnTo>
                      <a:lnTo>
                        <a:pt x="668" y="299"/>
                      </a:lnTo>
                      <a:lnTo>
                        <a:pt x="650" y="298"/>
                      </a:lnTo>
                      <a:lnTo>
                        <a:pt x="632" y="297"/>
                      </a:lnTo>
                      <a:lnTo>
                        <a:pt x="613" y="294"/>
                      </a:lnTo>
                      <a:lnTo>
                        <a:pt x="593" y="290"/>
                      </a:lnTo>
                      <a:lnTo>
                        <a:pt x="575" y="285"/>
                      </a:lnTo>
                      <a:lnTo>
                        <a:pt x="557" y="277"/>
                      </a:lnTo>
                      <a:lnTo>
                        <a:pt x="540" y="267"/>
                      </a:lnTo>
                      <a:lnTo>
                        <a:pt x="524" y="255"/>
                      </a:lnTo>
                      <a:lnTo>
                        <a:pt x="511" y="241"/>
                      </a:lnTo>
                      <a:lnTo>
                        <a:pt x="500" y="224"/>
                      </a:lnTo>
                      <a:lnTo>
                        <a:pt x="491" y="202"/>
                      </a:lnTo>
                      <a:lnTo>
                        <a:pt x="486" y="179"/>
                      </a:lnTo>
                      <a:lnTo>
                        <a:pt x="484" y="150"/>
                      </a:lnTo>
                      <a:lnTo>
                        <a:pt x="485" y="137"/>
                      </a:lnTo>
                      <a:lnTo>
                        <a:pt x="486" y="125"/>
                      </a:lnTo>
                      <a:lnTo>
                        <a:pt x="430" y="125"/>
                      </a:lnTo>
                      <a:lnTo>
                        <a:pt x="432" y="137"/>
                      </a:lnTo>
                      <a:lnTo>
                        <a:pt x="432" y="150"/>
                      </a:lnTo>
                      <a:lnTo>
                        <a:pt x="430" y="179"/>
                      </a:lnTo>
                      <a:lnTo>
                        <a:pt x="425" y="202"/>
                      </a:lnTo>
                      <a:lnTo>
                        <a:pt x="416" y="224"/>
                      </a:lnTo>
                      <a:lnTo>
                        <a:pt x="405" y="241"/>
                      </a:lnTo>
                      <a:lnTo>
                        <a:pt x="392" y="255"/>
                      </a:lnTo>
                      <a:lnTo>
                        <a:pt x="377" y="267"/>
                      </a:lnTo>
                      <a:lnTo>
                        <a:pt x="360" y="277"/>
                      </a:lnTo>
                      <a:lnTo>
                        <a:pt x="342" y="284"/>
                      </a:lnTo>
                      <a:lnTo>
                        <a:pt x="323" y="290"/>
                      </a:lnTo>
                      <a:lnTo>
                        <a:pt x="304" y="294"/>
                      </a:lnTo>
                      <a:lnTo>
                        <a:pt x="285" y="296"/>
                      </a:lnTo>
                      <a:lnTo>
                        <a:pt x="266" y="298"/>
                      </a:lnTo>
                      <a:lnTo>
                        <a:pt x="248" y="299"/>
                      </a:lnTo>
                      <a:lnTo>
                        <a:pt x="231" y="299"/>
                      </a:lnTo>
                      <a:lnTo>
                        <a:pt x="216" y="299"/>
                      </a:lnTo>
                      <a:lnTo>
                        <a:pt x="201" y="299"/>
                      </a:lnTo>
                      <a:lnTo>
                        <a:pt x="185" y="299"/>
                      </a:lnTo>
                      <a:lnTo>
                        <a:pt x="167" y="298"/>
                      </a:lnTo>
                      <a:lnTo>
                        <a:pt x="148" y="296"/>
                      </a:lnTo>
                      <a:lnTo>
                        <a:pt x="129" y="294"/>
                      </a:lnTo>
                      <a:lnTo>
                        <a:pt x="110" y="290"/>
                      </a:lnTo>
                      <a:lnTo>
                        <a:pt x="91" y="284"/>
                      </a:lnTo>
                      <a:lnTo>
                        <a:pt x="73" y="277"/>
                      </a:lnTo>
                      <a:lnTo>
                        <a:pt x="57" y="267"/>
                      </a:lnTo>
                      <a:lnTo>
                        <a:pt x="41" y="255"/>
                      </a:lnTo>
                      <a:lnTo>
                        <a:pt x="27" y="240"/>
                      </a:lnTo>
                      <a:lnTo>
                        <a:pt x="16" y="223"/>
                      </a:lnTo>
                      <a:lnTo>
                        <a:pt x="7" y="202"/>
                      </a:lnTo>
                      <a:lnTo>
                        <a:pt x="2" y="178"/>
                      </a:lnTo>
                      <a:lnTo>
                        <a:pt x="0" y="150"/>
                      </a:lnTo>
                      <a:lnTo>
                        <a:pt x="2" y="122"/>
                      </a:lnTo>
                      <a:lnTo>
                        <a:pt x="7" y="98"/>
                      </a:lnTo>
                      <a:lnTo>
                        <a:pt x="16" y="77"/>
                      </a:lnTo>
                      <a:lnTo>
                        <a:pt x="27" y="59"/>
                      </a:lnTo>
                      <a:lnTo>
                        <a:pt x="41" y="45"/>
                      </a:lnTo>
                      <a:lnTo>
                        <a:pt x="57" y="33"/>
                      </a:lnTo>
                      <a:lnTo>
                        <a:pt x="73" y="23"/>
                      </a:lnTo>
                      <a:lnTo>
                        <a:pt x="91" y="16"/>
                      </a:lnTo>
                      <a:lnTo>
                        <a:pt x="110" y="10"/>
                      </a:lnTo>
                      <a:lnTo>
                        <a:pt x="129" y="6"/>
                      </a:lnTo>
                      <a:lnTo>
                        <a:pt x="148" y="3"/>
                      </a:lnTo>
                      <a:lnTo>
                        <a:pt x="167" y="1"/>
                      </a:lnTo>
                      <a:lnTo>
                        <a:pt x="185" y="0"/>
                      </a:lnTo>
                      <a:lnTo>
                        <a:pt x="201" y="0"/>
                      </a:lnTo>
                      <a:lnTo>
                        <a:pt x="216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  <p:sp>
              <p:nvSpPr>
                <p:cNvPr id="138" name="Freeform 24"/>
                <p:cNvSpPr>
                  <a:spLocks noEditPoints="1"/>
                </p:cNvSpPr>
                <p:nvPr/>
              </p:nvSpPr>
              <p:spPr>
                <a:xfrm>
                  <a:off x="2597" y="4335"/>
                  <a:ext cx="217" cy="124"/>
                </a:xfrm>
                <a:custGeom>
                  <a:avLst/>
                  <a:gdLst>
                    <a:gd name="T0" fmla="*/ 1796 w 2393"/>
                    <a:gd name="T1" fmla="*/ 704 h 1360"/>
                    <a:gd name="T2" fmla="*/ 1761 w 2393"/>
                    <a:gd name="T3" fmla="*/ 720 h 1360"/>
                    <a:gd name="T4" fmla="*/ 1590 w 2393"/>
                    <a:gd name="T5" fmla="*/ 904 h 1360"/>
                    <a:gd name="T6" fmla="*/ 1882 w 2393"/>
                    <a:gd name="T7" fmla="*/ 733 h 1360"/>
                    <a:gd name="T8" fmla="*/ 1851 w 2393"/>
                    <a:gd name="T9" fmla="*/ 709 h 1360"/>
                    <a:gd name="T10" fmla="*/ 1814 w 2393"/>
                    <a:gd name="T11" fmla="*/ 702 h 1360"/>
                    <a:gd name="T12" fmla="*/ 1831 w 2393"/>
                    <a:gd name="T13" fmla="*/ 20 h 1360"/>
                    <a:gd name="T14" fmla="*/ 1950 w 2393"/>
                    <a:gd name="T15" fmla="*/ 61 h 1360"/>
                    <a:gd name="T16" fmla="*/ 2057 w 2393"/>
                    <a:gd name="T17" fmla="*/ 121 h 1360"/>
                    <a:gd name="T18" fmla="*/ 2154 w 2393"/>
                    <a:gd name="T19" fmla="*/ 196 h 1360"/>
                    <a:gd name="T20" fmla="*/ 2235 w 2393"/>
                    <a:gd name="T21" fmla="*/ 286 h 1360"/>
                    <a:gd name="T22" fmla="*/ 2301 w 2393"/>
                    <a:gd name="T23" fmla="*/ 388 h 1360"/>
                    <a:gd name="T24" fmla="*/ 2352 w 2393"/>
                    <a:gd name="T25" fmla="*/ 501 h 1360"/>
                    <a:gd name="T26" fmla="*/ 2382 w 2393"/>
                    <a:gd name="T27" fmla="*/ 622 h 1360"/>
                    <a:gd name="T28" fmla="*/ 2393 w 2393"/>
                    <a:gd name="T29" fmla="*/ 748 h 1360"/>
                    <a:gd name="T30" fmla="*/ 2390 w 2393"/>
                    <a:gd name="T31" fmla="*/ 1230 h 1360"/>
                    <a:gd name="T32" fmla="*/ 2370 w 2393"/>
                    <a:gd name="T33" fmla="*/ 1282 h 1360"/>
                    <a:gd name="T34" fmla="*/ 2335 w 2393"/>
                    <a:gd name="T35" fmla="*/ 1324 h 1360"/>
                    <a:gd name="T36" fmla="*/ 2286 w 2393"/>
                    <a:gd name="T37" fmla="*/ 1351 h 1360"/>
                    <a:gd name="T38" fmla="*/ 2230 w 2393"/>
                    <a:gd name="T39" fmla="*/ 1360 h 1360"/>
                    <a:gd name="T40" fmla="*/ 129 w 2393"/>
                    <a:gd name="T41" fmla="*/ 1358 h 1360"/>
                    <a:gd name="T42" fmla="*/ 77 w 2393"/>
                    <a:gd name="T43" fmla="*/ 1339 h 1360"/>
                    <a:gd name="T44" fmla="*/ 36 w 2393"/>
                    <a:gd name="T45" fmla="*/ 1304 h 1360"/>
                    <a:gd name="T46" fmla="*/ 10 w 2393"/>
                    <a:gd name="T47" fmla="*/ 1256 h 1360"/>
                    <a:gd name="T48" fmla="*/ 0 w 2393"/>
                    <a:gd name="T49" fmla="*/ 1200 h 1360"/>
                    <a:gd name="T50" fmla="*/ 3 w 2393"/>
                    <a:gd name="T51" fmla="*/ 684 h 1360"/>
                    <a:gd name="T52" fmla="*/ 23 w 2393"/>
                    <a:gd name="T53" fmla="*/ 561 h 1360"/>
                    <a:gd name="T54" fmla="*/ 63 w 2393"/>
                    <a:gd name="T55" fmla="*/ 443 h 1360"/>
                    <a:gd name="T56" fmla="*/ 122 w 2393"/>
                    <a:gd name="T57" fmla="*/ 336 h 1360"/>
                    <a:gd name="T58" fmla="*/ 195 w 2393"/>
                    <a:gd name="T59" fmla="*/ 240 h 1360"/>
                    <a:gd name="T60" fmla="*/ 283 w 2393"/>
                    <a:gd name="T61" fmla="*/ 157 h 1360"/>
                    <a:gd name="T62" fmla="*/ 385 w 2393"/>
                    <a:gd name="T63" fmla="*/ 89 h 1360"/>
                    <a:gd name="T64" fmla="*/ 498 w 2393"/>
                    <a:gd name="T65" fmla="*/ 38 h 1360"/>
                    <a:gd name="T66" fmla="*/ 640 w 2393"/>
                    <a:gd name="T67" fmla="*/ 0 h 1360"/>
                    <a:gd name="T68" fmla="*/ 1748 w 2393"/>
                    <a:gd name="T69" fmla="*/ 0 h 1360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2393" h="1360">
                      <a:moveTo>
                        <a:pt x="1814" y="702"/>
                      </a:moveTo>
                      <a:lnTo>
                        <a:pt x="1796" y="704"/>
                      </a:lnTo>
                      <a:lnTo>
                        <a:pt x="1778" y="709"/>
                      </a:lnTo>
                      <a:lnTo>
                        <a:pt x="1761" y="720"/>
                      </a:lnTo>
                      <a:lnTo>
                        <a:pt x="1746" y="733"/>
                      </a:lnTo>
                      <a:lnTo>
                        <a:pt x="1590" y="904"/>
                      </a:lnTo>
                      <a:lnTo>
                        <a:pt x="2038" y="904"/>
                      </a:lnTo>
                      <a:lnTo>
                        <a:pt x="1882" y="733"/>
                      </a:lnTo>
                      <a:lnTo>
                        <a:pt x="1867" y="719"/>
                      </a:lnTo>
                      <a:lnTo>
                        <a:pt x="1851" y="709"/>
                      </a:lnTo>
                      <a:lnTo>
                        <a:pt x="1833" y="703"/>
                      </a:lnTo>
                      <a:lnTo>
                        <a:pt x="1814" y="702"/>
                      </a:lnTo>
                      <a:close/>
                      <a:moveTo>
                        <a:pt x="1748" y="0"/>
                      </a:moveTo>
                      <a:lnTo>
                        <a:pt x="1831" y="20"/>
                      </a:lnTo>
                      <a:lnTo>
                        <a:pt x="1892" y="38"/>
                      </a:lnTo>
                      <a:lnTo>
                        <a:pt x="1950" y="61"/>
                      </a:lnTo>
                      <a:lnTo>
                        <a:pt x="2005" y="88"/>
                      </a:lnTo>
                      <a:lnTo>
                        <a:pt x="2057" y="121"/>
                      </a:lnTo>
                      <a:lnTo>
                        <a:pt x="2107" y="157"/>
                      </a:lnTo>
                      <a:lnTo>
                        <a:pt x="2154" y="196"/>
                      </a:lnTo>
                      <a:lnTo>
                        <a:pt x="2196" y="239"/>
                      </a:lnTo>
                      <a:lnTo>
                        <a:pt x="2235" y="286"/>
                      </a:lnTo>
                      <a:lnTo>
                        <a:pt x="2270" y="336"/>
                      </a:lnTo>
                      <a:lnTo>
                        <a:pt x="2301" y="388"/>
                      </a:lnTo>
                      <a:lnTo>
                        <a:pt x="2328" y="443"/>
                      </a:lnTo>
                      <a:lnTo>
                        <a:pt x="2352" y="501"/>
                      </a:lnTo>
                      <a:lnTo>
                        <a:pt x="2369" y="561"/>
                      </a:lnTo>
                      <a:lnTo>
                        <a:pt x="2382" y="622"/>
                      </a:lnTo>
                      <a:lnTo>
                        <a:pt x="2390" y="684"/>
                      </a:lnTo>
                      <a:lnTo>
                        <a:pt x="2393" y="748"/>
                      </a:lnTo>
                      <a:lnTo>
                        <a:pt x="2393" y="1200"/>
                      </a:lnTo>
                      <a:lnTo>
                        <a:pt x="2390" y="1230"/>
                      </a:lnTo>
                      <a:lnTo>
                        <a:pt x="2383" y="1256"/>
                      </a:lnTo>
                      <a:lnTo>
                        <a:pt x="2370" y="1282"/>
                      </a:lnTo>
                      <a:lnTo>
                        <a:pt x="2354" y="1304"/>
                      </a:lnTo>
                      <a:lnTo>
                        <a:pt x="2335" y="1324"/>
                      </a:lnTo>
                      <a:lnTo>
                        <a:pt x="2311" y="1339"/>
                      </a:lnTo>
                      <a:lnTo>
                        <a:pt x="2286" y="1351"/>
                      </a:lnTo>
                      <a:lnTo>
                        <a:pt x="2259" y="1358"/>
                      </a:lnTo>
                      <a:lnTo>
                        <a:pt x="2230" y="1360"/>
                      </a:lnTo>
                      <a:lnTo>
                        <a:pt x="157" y="1360"/>
                      </a:lnTo>
                      <a:lnTo>
                        <a:pt x="129" y="1358"/>
                      </a:lnTo>
                      <a:lnTo>
                        <a:pt x="101" y="1351"/>
                      </a:lnTo>
                      <a:lnTo>
                        <a:pt x="77" y="1339"/>
                      </a:lnTo>
                      <a:lnTo>
                        <a:pt x="55" y="1324"/>
                      </a:lnTo>
                      <a:lnTo>
                        <a:pt x="36" y="1304"/>
                      </a:lnTo>
                      <a:lnTo>
                        <a:pt x="21" y="1282"/>
                      </a:lnTo>
                      <a:lnTo>
                        <a:pt x="10" y="1256"/>
                      </a:lnTo>
                      <a:lnTo>
                        <a:pt x="3" y="1230"/>
                      </a:lnTo>
                      <a:lnTo>
                        <a:pt x="0" y="1200"/>
                      </a:lnTo>
                      <a:lnTo>
                        <a:pt x="0" y="748"/>
                      </a:lnTo>
                      <a:lnTo>
                        <a:pt x="3" y="684"/>
                      </a:lnTo>
                      <a:lnTo>
                        <a:pt x="11" y="622"/>
                      </a:lnTo>
                      <a:lnTo>
                        <a:pt x="23" y="561"/>
                      </a:lnTo>
                      <a:lnTo>
                        <a:pt x="41" y="501"/>
                      </a:lnTo>
                      <a:lnTo>
                        <a:pt x="63" y="443"/>
                      </a:lnTo>
                      <a:lnTo>
                        <a:pt x="90" y="389"/>
                      </a:lnTo>
                      <a:lnTo>
                        <a:pt x="122" y="336"/>
                      </a:lnTo>
                      <a:lnTo>
                        <a:pt x="156" y="286"/>
                      </a:lnTo>
                      <a:lnTo>
                        <a:pt x="195" y="240"/>
                      </a:lnTo>
                      <a:lnTo>
                        <a:pt x="237" y="196"/>
                      </a:lnTo>
                      <a:lnTo>
                        <a:pt x="283" y="157"/>
                      </a:lnTo>
                      <a:lnTo>
                        <a:pt x="332" y="121"/>
                      </a:lnTo>
                      <a:lnTo>
                        <a:pt x="385" y="89"/>
                      </a:lnTo>
                      <a:lnTo>
                        <a:pt x="440" y="62"/>
                      </a:lnTo>
                      <a:lnTo>
                        <a:pt x="498" y="38"/>
                      </a:lnTo>
                      <a:lnTo>
                        <a:pt x="559" y="20"/>
                      </a:lnTo>
                      <a:lnTo>
                        <a:pt x="640" y="0"/>
                      </a:lnTo>
                      <a:lnTo>
                        <a:pt x="1193" y="1280"/>
                      </a:lnTo>
                      <a:lnTo>
                        <a:pt x="1748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  <p:sp>
              <p:nvSpPr>
                <p:cNvPr id="139" name="Freeform 25"/>
                <p:cNvSpPr/>
                <p:nvPr/>
              </p:nvSpPr>
              <p:spPr>
                <a:xfrm>
                  <a:off x="2689" y="4347"/>
                  <a:ext cx="34" cy="83"/>
                </a:xfrm>
                <a:custGeom>
                  <a:avLst/>
                  <a:gdLst>
                    <a:gd name="T0" fmla="*/ 135 w 373"/>
                    <a:gd name="T1" fmla="*/ 0 h 915"/>
                    <a:gd name="T2" fmla="*/ 237 w 373"/>
                    <a:gd name="T3" fmla="*/ 0 h 915"/>
                    <a:gd name="T4" fmla="*/ 258 w 373"/>
                    <a:gd name="T5" fmla="*/ 2 h 915"/>
                    <a:gd name="T6" fmla="*/ 278 w 373"/>
                    <a:gd name="T7" fmla="*/ 9 h 915"/>
                    <a:gd name="T8" fmla="*/ 295 w 373"/>
                    <a:gd name="T9" fmla="*/ 21 h 915"/>
                    <a:gd name="T10" fmla="*/ 310 w 373"/>
                    <a:gd name="T11" fmla="*/ 36 h 915"/>
                    <a:gd name="T12" fmla="*/ 321 w 373"/>
                    <a:gd name="T13" fmla="*/ 53 h 915"/>
                    <a:gd name="T14" fmla="*/ 328 w 373"/>
                    <a:gd name="T15" fmla="*/ 74 h 915"/>
                    <a:gd name="T16" fmla="*/ 366 w 373"/>
                    <a:gd name="T17" fmla="*/ 234 h 915"/>
                    <a:gd name="T18" fmla="*/ 368 w 373"/>
                    <a:gd name="T19" fmla="*/ 257 h 915"/>
                    <a:gd name="T20" fmla="*/ 365 w 373"/>
                    <a:gd name="T21" fmla="*/ 281 h 915"/>
                    <a:gd name="T22" fmla="*/ 357 w 373"/>
                    <a:gd name="T23" fmla="*/ 301 h 915"/>
                    <a:gd name="T24" fmla="*/ 345 w 373"/>
                    <a:gd name="T25" fmla="*/ 319 h 915"/>
                    <a:gd name="T26" fmla="*/ 329 w 373"/>
                    <a:gd name="T27" fmla="*/ 334 h 915"/>
                    <a:gd name="T28" fmla="*/ 309 w 373"/>
                    <a:gd name="T29" fmla="*/ 345 h 915"/>
                    <a:gd name="T30" fmla="*/ 287 w 373"/>
                    <a:gd name="T31" fmla="*/ 351 h 915"/>
                    <a:gd name="T32" fmla="*/ 373 w 373"/>
                    <a:gd name="T33" fmla="*/ 438 h 915"/>
                    <a:gd name="T34" fmla="*/ 187 w 373"/>
                    <a:gd name="T35" fmla="*/ 915 h 915"/>
                    <a:gd name="T36" fmla="*/ 0 w 373"/>
                    <a:gd name="T37" fmla="*/ 438 h 915"/>
                    <a:gd name="T38" fmla="*/ 85 w 373"/>
                    <a:gd name="T39" fmla="*/ 351 h 915"/>
                    <a:gd name="T40" fmla="*/ 63 w 373"/>
                    <a:gd name="T41" fmla="*/ 345 h 915"/>
                    <a:gd name="T42" fmla="*/ 44 w 373"/>
                    <a:gd name="T43" fmla="*/ 334 h 915"/>
                    <a:gd name="T44" fmla="*/ 27 w 373"/>
                    <a:gd name="T45" fmla="*/ 319 h 915"/>
                    <a:gd name="T46" fmla="*/ 15 w 373"/>
                    <a:gd name="T47" fmla="*/ 301 h 915"/>
                    <a:gd name="T48" fmla="*/ 7 w 373"/>
                    <a:gd name="T49" fmla="*/ 281 h 915"/>
                    <a:gd name="T50" fmla="*/ 4 w 373"/>
                    <a:gd name="T51" fmla="*/ 257 h 915"/>
                    <a:gd name="T52" fmla="*/ 6 w 373"/>
                    <a:gd name="T53" fmla="*/ 234 h 915"/>
                    <a:gd name="T54" fmla="*/ 44 w 373"/>
                    <a:gd name="T55" fmla="*/ 74 h 915"/>
                    <a:gd name="T56" fmla="*/ 52 w 373"/>
                    <a:gd name="T57" fmla="*/ 53 h 915"/>
                    <a:gd name="T58" fmla="*/ 63 w 373"/>
                    <a:gd name="T59" fmla="*/ 36 h 915"/>
                    <a:gd name="T60" fmla="*/ 77 w 373"/>
                    <a:gd name="T61" fmla="*/ 21 h 915"/>
                    <a:gd name="T62" fmla="*/ 95 w 373"/>
                    <a:gd name="T63" fmla="*/ 9 h 915"/>
                    <a:gd name="T64" fmla="*/ 114 w 373"/>
                    <a:gd name="T65" fmla="*/ 2 h 915"/>
                    <a:gd name="T66" fmla="*/ 135 w 373"/>
                    <a:gd name="T67" fmla="*/ 0 h 915"/>
                  </a:gdLst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373" h="915">
                      <a:moveTo>
                        <a:pt x="135" y="0"/>
                      </a:moveTo>
                      <a:lnTo>
                        <a:pt x="237" y="0"/>
                      </a:lnTo>
                      <a:lnTo>
                        <a:pt x="258" y="2"/>
                      </a:lnTo>
                      <a:lnTo>
                        <a:pt x="278" y="9"/>
                      </a:lnTo>
                      <a:lnTo>
                        <a:pt x="295" y="21"/>
                      </a:lnTo>
                      <a:lnTo>
                        <a:pt x="310" y="36"/>
                      </a:lnTo>
                      <a:lnTo>
                        <a:pt x="321" y="53"/>
                      </a:lnTo>
                      <a:lnTo>
                        <a:pt x="328" y="74"/>
                      </a:lnTo>
                      <a:lnTo>
                        <a:pt x="366" y="234"/>
                      </a:lnTo>
                      <a:lnTo>
                        <a:pt x="368" y="257"/>
                      </a:lnTo>
                      <a:lnTo>
                        <a:pt x="365" y="281"/>
                      </a:lnTo>
                      <a:lnTo>
                        <a:pt x="357" y="301"/>
                      </a:lnTo>
                      <a:lnTo>
                        <a:pt x="345" y="319"/>
                      </a:lnTo>
                      <a:lnTo>
                        <a:pt x="329" y="334"/>
                      </a:lnTo>
                      <a:lnTo>
                        <a:pt x="309" y="345"/>
                      </a:lnTo>
                      <a:lnTo>
                        <a:pt x="287" y="351"/>
                      </a:lnTo>
                      <a:lnTo>
                        <a:pt x="373" y="438"/>
                      </a:lnTo>
                      <a:lnTo>
                        <a:pt x="187" y="915"/>
                      </a:lnTo>
                      <a:lnTo>
                        <a:pt x="0" y="438"/>
                      </a:lnTo>
                      <a:lnTo>
                        <a:pt x="85" y="351"/>
                      </a:lnTo>
                      <a:lnTo>
                        <a:pt x="63" y="345"/>
                      </a:lnTo>
                      <a:lnTo>
                        <a:pt x="44" y="334"/>
                      </a:lnTo>
                      <a:lnTo>
                        <a:pt x="27" y="319"/>
                      </a:lnTo>
                      <a:lnTo>
                        <a:pt x="15" y="301"/>
                      </a:lnTo>
                      <a:lnTo>
                        <a:pt x="7" y="281"/>
                      </a:lnTo>
                      <a:lnTo>
                        <a:pt x="4" y="257"/>
                      </a:lnTo>
                      <a:lnTo>
                        <a:pt x="6" y="234"/>
                      </a:lnTo>
                      <a:lnTo>
                        <a:pt x="44" y="74"/>
                      </a:lnTo>
                      <a:lnTo>
                        <a:pt x="52" y="53"/>
                      </a:lnTo>
                      <a:lnTo>
                        <a:pt x="63" y="36"/>
                      </a:lnTo>
                      <a:lnTo>
                        <a:pt x="77" y="21"/>
                      </a:lnTo>
                      <a:lnTo>
                        <a:pt x="95" y="9"/>
                      </a:lnTo>
                      <a:lnTo>
                        <a:pt x="114" y="2"/>
                      </a:lnTo>
                      <a:lnTo>
                        <a:pt x="135" y="0"/>
                      </a:lnTo>
                      <a:close/>
                    </a:path>
                  </a:pathLst>
                </a:custGeom>
                <a:solidFill>
                  <a:srgbClr val="fed8c3">
                    <a:alpha val="100000"/>
                  </a:srgb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anchor="t" anchorCtr="0">
                  <a:prstTxWarp prst="textNoShape">
                    <a:avLst/>
                  </a:prstTxWarp>
                </a:bodyPr>
                <a:p>
                  <a:pPr marL="0" lvl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  <a:defRPr/>
                  </a:pPr>
      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</a:endParaRPr>
                </a:p>
              </p:txBody>
            </p:sp>
          </p:grpSp>
        </p:grpSp>
        <p:grpSp>
          <p:nvGrpSpPr>
            <p:cNvPr id="140" name="그룹 28"/>
            <p:cNvGrpSpPr/>
            <p:nvPr/>
          </p:nvGrpSpPr>
          <p:grpSpPr>
            <a:xfrm rot="0">
              <a:off x="467102" y="539420"/>
              <a:ext cx="706334" cy="563575"/>
              <a:chOff x="467102" y="539420"/>
              <a:chExt cx="706334" cy="563575"/>
            </a:xfrm>
          </p:grpSpPr>
          <p:sp>
            <p:nvSpPr>
              <p:cNvPr id="141" name="타원 25"/>
              <p:cNvSpPr/>
              <p:nvPr/>
            </p:nvSpPr>
            <p:spPr>
              <a:xfrm>
                <a:off x="652176" y="539420"/>
                <a:ext cx="350330" cy="35033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12700" cap="flat" cmpd="sng" algn="ctr">
                <a:solidFill>
                  <a:srgbClr val="ff0000">
                    <a:alpha val="100000"/>
                  </a:srgbClr>
                </a:solidFill>
                <a:prstDash val="solid"/>
                <a:miter/>
              </a:ln>
            </p:spPr>
            <p:txBody>
              <a:bodyPr anchor="ctr"/>
              <a:p>
                <a:pPr marL="0" indent="0" algn="ctr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pic>
            <p:nvPicPr>
              <p:cNvPr id="142" name="그림 26"/>
              <p:cNvPicPr>
                <a:picLocks noChangeAspect="1"/>
              </p:cNvPicPr>
              <p:nvPr/>
            </p:nvPicPr>
            <p:blipFill rotWithShape="1">
              <a:blip r:embed="rId2"/>
              <a:stretch>
                <a:fillRect/>
              </a:stretch>
            </p:blipFill>
            <p:spPr>
              <a:xfrm>
                <a:off x="704808" y="591912"/>
                <a:ext cx="254385" cy="254385"/>
              </a:xfrm>
              <a:prstGeom prst="rect">
                <a:avLst/>
              </a:prstGeom>
            </p:spPr>
          </p:pic>
          <p:sp>
            <p:nvSpPr>
              <p:cNvPr id="143" name="직사각형 27"/>
              <p:cNvSpPr/>
              <p:nvPr/>
            </p:nvSpPr>
            <p:spPr>
              <a:xfrm>
                <a:off x="467102" y="915925"/>
                <a:ext cx="706334" cy="1870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0" indent="0" algn="ctr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r>
                  <a:rPr xmlns:mc="http://schemas.openxmlformats.org/markup-compatibility/2006" xmlns:hp="http://schemas.haansoft.com/office/presentation/8.0" kumimoji="0" lang="en-US" altLang="ko-KR" sz="700" b="1" i="0" u="none" strike="noStrike" kern="1200" cap="none" spc="0" normalizeH="0" baseline="0" mc:Ignorable="hp" hp:hslEmbossed="0">
                    <a:solidFill>
                      <a:srgbClr val="ffffff"/>
                    </a:solidFill>
                    <a:latin typeface="맑은 고딕"/>
                    <a:ea typeface="맑은 고딕"/>
                    <a:cs typeface="맑은 고딕"/>
                  </a:rPr>
                  <a:t>PPTBIZCAM</a:t>
                </a:r>
                <a:endParaRPr xmlns:mc="http://schemas.openxmlformats.org/markup-compatibility/2006" xmlns:hp="http://schemas.haansoft.com/office/presentation/8.0" kumimoji="0" lang="ko-KR" altLang="en-US" sz="700" b="1" i="0" u="none" strike="noStrike" kern="1200" cap="none" spc="0" normalizeH="0" baseline="0" mc:Ignorable="hp" hp:hslEmbossed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</p:grpSp>
      </p:grp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11150" y="2890656"/>
          <a:ext cx="1057276" cy="335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276"/>
              </a:tblGrid>
              <a:tr h="335914">
                <a:tc>
                  <a:txBody>
                    <a:bodyPr vert="horz" lIns="0" tIns="0" rIns="0" bIns="0" anchor="t" anchorCtr="0"/>
                    <a:p>
                      <a:pPr latinLnBrk="1">
                        <a:defRPr/>
                      </a:pPr>
                      <a:endParaRPr lang="ko-KR" altLang="en-US" sz="100"/>
                    </a:p>
                  </a:txBody>
                  <a:tcPr marL="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7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43" name="그룹 42"/>
          <p:cNvGrpSpPr/>
          <p:nvPr/>
        </p:nvGrpSpPr>
        <p:grpSpPr>
          <a:xfrm rot="0">
            <a:off x="1726404" y="1585436"/>
            <a:ext cx="4198020" cy="882952"/>
            <a:chOff x="3824012" y="1832244"/>
            <a:chExt cx="5838137" cy="1227911"/>
          </a:xfrm>
        </p:grpSpPr>
        <p:sp>
          <p:nvSpPr>
            <p:cNvPr id="44" name="사각형: 둥근 모서리 13"/>
            <p:cNvSpPr/>
            <p:nvPr/>
          </p:nvSpPr>
          <p:spPr>
            <a:xfrm>
              <a:off x="3824012" y="1832244"/>
              <a:ext cx="5838137" cy="122791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fe6b2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2">
                <a:lnSpc>
                  <a:spcPct val="150000"/>
                </a:lnSpc>
                <a:defRPr/>
              </a:pPr>
              <a:r>
                <a:rPr lang="ko-KR" altLang="en-US" sz="1200" b="1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   저장전력 한계 계산</a:t>
              </a:r>
              <a:endParaRPr lang="ko-KR" altLang="en-US" sz="1200" b="1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</p:txBody>
        </p:sp>
        <p:sp>
          <p:nvSpPr>
            <p:cNvPr id="46" name="타원 45"/>
            <p:cNvSpPr/>
            <p:nvPr/>
          </p:nvSpPr>
          <p:spPr>
            <a:xfrm>
              <a:off x="3994864" y="1987247"/>
              <a:ext cx="891409" cy="891409"/>
            </a:xfrm>
            <a:prstGeom prst="ellipse">
              <a:avLst/>
            </a:prstGeom>
            <a:solidFill>
              <a:srgbClr val="fe6b25"/>
            </a:solidFill>
            <a:ln>
              <a:solidFill>
                <a:srgbClr val="fe6b25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b="1">
                  <a:solidFill>
                    <a:prstClr val="white"/>
                  </a:solidFill>
                </a:rPr>
                <a:t>01</a:t>
              </a:r>
              <a:endParaRPr lang="ko-KR" altLang="en-US" b="1">
                <a:solidFill>
                  <a:prstClr val="white"/>
                </a:solidFill>
              </a:endParaRPr>
            </a:p>
          </p:txBody>
        </p:sp>
      </p:grpSp>
      <p:sp>
        <p:nvSpPr>
          <p:cNvPr id="79" name="직사각형 29"/>
          <p:cNvSpPr/>
          <p:nvPr/>
        </p:nvSpPr>
        <p:spPr>
          <a:xfrm>
            <a:off x="1812909" y="369838"/>
            <a:ext cx="5624657" cy="13713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800" b="1" i="0" u="none" strike="noStrike" kern="0" cap="none" spc="0" normalizeH="0" baseline="0" mc:Ignorable="hp" hp:hslEmbossed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5.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0" cap="none" spc="0" normalizeH="0" baseline="0" mc:Ignorable="hp" hp:hslEmbossed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활용방안</a:t>
            </a:r>
            <a:endParaRPr xmlns:mc="http://schemas.openxmlformats.org/markup-compatibility/2006" xmlns:hp="http://schemas.haansoft.com/office/presentation/8.0" kumimoji="0" lang="ko-KR" altLang="en-US" sz="2800" b="1" i="0" u="none" strike="noStrike" kern="0" cap="none" spc="0" normalizeH="0" baseline="0" mc:Ignorable="hp" hp:hslEmbossed="0">
              <a:solidFill>
                <a:srgbClr val="40404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2800" b="1" i="1" u="none" strike="noStrike" kern="0" cap="none" spc="0" normalizeH="0" baseline="0" mc:Ignorable="hp" hp:hslEmbossed="0">
              <a:solidFill>
                <a:srgbClr val="4040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3" name="사각형: 둥근 모서리 13"/>
          <p:cNvSpPr/>
          <p:nvPr/>
        </p:nvSpPr>
        <p:spPr>
          <a:xfrm>
            <a:off x="1802730" y="2470086"/>
            <a:ext cx="4026570" cy="2634232"/>
          </a:xfrm>
          <a:prstGeom prst="roundRect">
            <a:avLst>
              <a:gd name="adj" fmla="val 8797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fe6b25">
                <a:alpha val="100000"/>
              </a:srgbClr>
            </a:solidFill>
            <a:prstDash val="solid"/>
            <a:miter/>
          </a:ln>
        </p:spPr>
        <p:txBody>
          <a:bodyPr anchor="ctr"/>
          <a:p>
            <a:pPr marL="228600" indent="-2286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1200" b="0" i="0" u="none" strike="noStrike" mc:Ignorable="hp" hp:hslEmbossed="0"/>
              <a:t>과대적합으로 인해 예측 </a:t>
            </a:r>
            <a:r>
              <a:rPr xmlns:mc="http://schemas.openxmlformats.org/markup-compatibility/2006" xmlns:hp="http://schemas.haansoft.com/office/presentation/8.0" sz="1200" b="0" i="0" u="none" strike="noStrike" mc:Ignorable="hp" hp:hslEmbossed="0"/>
              <a:t>발전량이 조금 더 높은 방</a:t>
            </a:r>
            <a:r>
              <a:rPr xmlns:mc="http://schemas.openxmlformats.org/markup-compatibility/2006" xmlns:hp="http://schemas.haansoft.com/office/presentation/8.0" lang="ko-KR" altLang="en-US" sz="1200" b="0" i="0" u="none" strike="noStrike" mc:Ignorable="hp" hp:hslEmbossed="0"/>
              <a:t>향</a:t>
            </a:r>
            <a:r>
              <a:rPr xmlns:mc="http://schemas.openxmlformats.org/markup-compatibility/2006" xmlns:hp="http://schemas.haansoft.com/office/presentation/8.0" sz="1200" b="0" i="0" u="none" strike="noStrike" mc:Ignorable="hp" hp:hslEmbossed="0"/>
              <a:t>으로 결과가 나왔음으로 저장량 초과를 방지하는 시스템 개발</a:t>
            </a:r>
            <a:endParaRPr xmlns:mc="http://schemas.openxmlformats.org/markup-compatibility/2006" xmlns:hp="http://schemas.haansoft.com/office/presentation/8.0" sz="1200" b="0" i="0" u="none" strike="noStrike" mc:Ignorable="hp" hp:hslEmbossed="0"/>
          </a:p>
        </p:txBody>
      </p:sp>
      <p:graphicFrame>
        <p:nvGraphicFramePr>
          <p:cNvPr id="144" name="표 2"/>
          <p:cNvGraphicFramePr>
            <a:graphicFrameLocks noGrp="1"/>
          </p:cNvGraphicFramePr>
          <p:nvPr/>
        </p:nvGraphicFramePr>
        <p:xfrm>
          <a:off x="292100" y="1359017"/>
          <a:ext cx="1079500" cy="1908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/>
              </a:tblGrid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개요  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변수선택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모델생성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예측결과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699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ko-KR" altLang="en-US" sz="1000" b="0">
                          <a:solidFill>
                            <a:srgbClr val="fed8c3"/>
                          </a:solidFill>
                        </a:rPr>
                        <a:t>활용방안</a:t>
                      </a:r>
                      <a:endParaRPr lang="ko-KR" altLang="en-US" sz="10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4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6000" y="2192831"/>
            <a:ext cx="5341803" cy="2943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d8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그룹 47"/>
          <p:cNvGrpSpPr/>
          <p:nvPr/>
        </p:nvGrpSpPr>
        <p:grpSpPr>
          <a:xfrm rot="0">
            <a:off x="2494543" y="1382680"/>
            <a:ext cx="7202912" cy="4092640"/>
            <a:chOff x="292100" y="252412"/>
            <a:chExt cx="11506200" cy="63642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모서리가 둥근 직사각형 1"/>
            <p:cNvSpPr/>
            <p:nvPr/>
          </p:nvSpPr>
          <p:spPr>
            <a:xfrm>
              <a:off x="292100" y="252412"/>
              <a:ext cx="11506200" cy="6364288"/>
            </a:xfrm>
            <a:prstGeom prst="roundRect">
              <a:avLst>
                <a:gd name="adj" fmla="val 10099"/>
              </a:avLst>
            </a:prstGeom>
            <a:solidFill>
              <a:srgbClr val="fe6b25"/>
            </a:solidFill>
            <a:ln>
              <a:noFill/>
            </a:ln>
            <a:effectLst>
              <a:outerShdw blurRad="50800" dist="12700" dir="2700000" algn="tl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모서리가 둥근 직사각형 4"/>
            <p:cNvSpPr/>
            <p:nvPr/>
          </p:nvSpPr>
          <p:spPr>
            <a:xfrm>
              <a:off x="2549002" y="351318"/>
              <a:ext cx="9131600" cy="6143824"/>
            </a:xfrm>
            <a:prstGeom prst="roundRect">
              <a:avLst>
                <a:gd name="adj" fmla="val 796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3000" b="1" i="1" kern="0">
                  <a:solidFill>
                    <a:srgbClr val="fe6b25"/>
                  </a:solidFill>
                </a:rPr>
                <a:t>감사합니다</a:t>
              </a:r>
              <a:r>
                <a:rPr lang="en-US" altLang="ko-KR" sz="3000" b="1" i="1" kern="0">
                  <a:solidFill>
                    <a:srgbClr val="fe6b25"/>
                  </a:solidFill>
                </a:rPr>
                <a:t>.</a:t>
              </a:r>
              <a:r>
                <a:rPr lang="en-US" altLang="ko-KR" sz="3000" b="1" i="1" ker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 </a:t>
              </a:r>
              <a:endParaRPr lang="en-US" altLang="ko-KR" sz="3000" b="1" i="1" ker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 algn="ctr" latinLnBrk="0">
                <a:lnSpc>
                  <a:spcPct val="150000"/>
                </a:lnSpc>
                <a:defRPr/>
              </a:pPr>
              <a:r>
                <a:rPr lang="en-US" altLang="ko-KR" sz="800" ker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thank you for listening</a:t>
              </a:r>
              <a:endParaRPr lang="en-US" altLang="ko-KR" sz="800" ker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 rot="0">
            <a:off x="2620052" y="1546369"/>
            <a:ext cx="1107744" cy="781781"/>
            <a:chOff x="467101" y="539420"/>
            <a:chExt cx="706333" cy="498488"/>
          </a:xfrm>
        </p:grpSpPr>
        <p:sp>
          <p:nvSpPr>
            <p:cNvPr id="26" name="타원 25"/>
            <p:cNvSpPr/>
            <p:nvPr/>
          </p:nvSpPr>
          <p:spPr>
            <a:xfrm>
              <a:off x="652176" y="539420"/>
              <a:ext cx="350330" cy="35033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467101" y="915924"/>
              <a:ext cx="706333" cy="1242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700" b="1">
                  <a:solidFill>
                    <a:prstClr val="white"/>
                  </a:solidFill>
                </a:rPr>
                <a:t>SunRise</a:t>
              </a:r>
              <a:endParaRPr lang="en-US" altLang="ko-KR" sz="700" b="1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494544" y="2389733"/>
          <a:ext cx="1264974" cy="894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974"/>
              </a:tblGrid>
              <a:tr h="447280">
                <a:tc>
                  <a:txBody>
                    <a:bodyPr vert="horz" lIns="91440" tIns="45720" rIns="91440" bIns="45720" anchor="ctr" anchorCtr="0"/>
                    <a:p>
                      <a:pPr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ko-KR" altLang="en-US" sz="900" b="0" i="0" u="none" strike="noStrike" mc:Ignorable="hp" hp:hslEmbossed="0"/>
                        <a:t>송기남</a:t>
                      </a:r>
                      <a:endParaRPr xmlns:mc="http://schemas.openxmlformats.org/markup-compatibility/2006" xmlns:hp="http://schemas.haansoft.com/office/presentation/8.0" lang="ko-KR" altLang="en-US" sz="900" b="0" i="0" u="none" strike="noStrike" mc:Ignorable="hp" hp:hslEmbossed="0"/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47280"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en-US" altLang="ko-KR" sz="900" b="0">
                          <a:solidFill>
                            <a:srgbClr val="fed8c3"/>
                          </a:solidFill>
                        </a:rPr>
                        <a:t>201234567</a:t>
                      </a:r>
                      <a:endParaRPr lang="ko-KR" altLang="en-US" sz="900" b="0">
                        <a:solidFill>
                          <a:srgbClr val="fed8c3"/>
                        </a:solidFill>
                      </a:endParaRPr>
                    </a:p>
                  </a:txBody>
                  <a:tcPr marL="91440" marR="9144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2513594" y="2418927"/>
          <a:ext cx="1432382" cy="393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382"/>
              </a:tblGrid>
              <a:tr h="393629">
                <a:tc>
                  <a:txBody>
                    <a:bodyPr vert="horz" lIns="0" tIns="0" rIns="0" bIns="0" anchor="t" anchorCtr="0"/>
                    <a:p>
                      <a:pPr latinLnBrk="1">
                        <a:defRPr/>
                      </a:pPr>
                      <a:endParaRPr lang="ko-KR" altLang="en-US" sz="100"/>
                    </a:p>
                  </a:txBody>
                  <a:tcPr marL="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7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25" name="그룹 24"/>
          <p:cNvGrpSpPr/>
          <p:nvPr/>
        </p:nvGrpSpPr>
        <p:grpSpPr>
          <a:xfrm rot="0">
            <a:off x="2683392" y="2514379"/>
            <a:ext cx="128928" cy="608515"/>
            <a:chOff x="411361" y="2237725"/>
            <a:chExt cx="110025" cy="519293"/>
          </a:xfrm>
        </p:grpSpPr>
        <p:sp>
          <p:nvSpPr>
            <p:cNvPr id="11" name="Freeform 36"/>
            <p:cNvSpPr>
              <a:spLocks noEditPoints="1"/>
            </p:cNvSpPr>
            <p:nvPr/>
          </p:nvSpPr>
          <p:spPr>
            <a:xfrm>
              <a:off x="430781" y="2631655"/>
              <a:ext cx="74536" cy="125363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fed8c3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 rot="0">
              <a:off x="411361" y="2237725"/>
              <a:ext cx="110025" cy="150079"/>
              <a:chOff x="2597" y="4163"/>
              <a:chExt cx="217" cy="296"/>
            </a:xfrm>
            <a:solidFill>
              <a:srgbClr val="fed8c3"/>
            </a:solidFill>
          </p:grpSpPr>
          <p:sp>
            <p:nvSpPr>
              <p:cNvPr id="21" name="Freeform 22"/>
              <p:cNvSpPr>
                <a:spLocks noEditPoints="1"/>
              </p:cNvSpPr>
              <p:nvPr/>
            </p:nvSpPr>
            <p:spPr>
              <a:xfrm>
                <a:off x="2630" y="4163"/>
                <a:ext cx="151" cy="176"/>
              </a:xfrm>
              <a:custGeom>
                <a:avLst/>
                <a:gdLst>
                  <a:gd name="T0" fmla="*/ 410 w 1662"/>
                  <a:gd name="T1" fmla="*/ 645 h 1942"/>
                  <a:gd name="T2" fmla="*/ 309 w 1662"/>
                  <a:gd name="T3" fmla="*/ 847 h 1942"/>
                  <a:gd name="T4" fmla="*/ 255 w 1662"/>
                  <a:gd name="T5" fmla="*/ 1023 h 1942"/>
                  <a:gd name="T6" fmla="*/ 263 w 1662"/>
                  <a:gd name="T7" fmla="*/ 1206 h 1942"/>
                  <a:gd name="T8" fmla="*/ 347 w 1662"/>
                  <a:gd name="T9" fmla="*/ 1429 h 1942"/>
                  <a:gd name="T10" fmla="*/ 476 w 1662"/>
                  <a:gd name="T11" fmla="*/ 1620 h 1942"/>
                  <a:gd name="T12" fmla="*/ 638 w 1662"/>
                  <a:gd name="T13" fmla="*/ 1753 h 1942"/>
                  <a:gd name="T14" fmla="*/ 825 w 1662"/>
                  <a:gd name="T15" fmla="*/ 1803 h 1942"/>
                  <a:gd name="T16" fmla="*/ 1013 w 1662"/>
                  <a:gd name="T17" fmla="*/ 1753 h 1942"/>
                  <a:gd name="T18" fmla="*/ 1176 w 1662"/>
                  <a:gd name="T19" fmla="*/ 1619 h 1942"/>
                  <a:gd name="T20" fmla="*/ 1305 w 1662"/>
                  <a:gd name="T21" fmla="*/ 1428 h 1942"/>
                  <a:gd name="T22" fmla="*/ 1388 w 1662"/>
                  <a:gd name="T23" fmla="*/ 1205 h 1942"/>
                  <a:gd name="T24" fmla="*/ 1418 w 1662"/>
                  <a:gd name="T25" fmla="*/ 974 h 1942"/>
                  <a:gd name="T26" fmla="*/ 1266 w 1662"/>
                  <a:gd name="T27" fmla="*/ 836 h 1942"/>
                  <a:gd name="T28" fmla="*/ 1012 w 1662"/>
                  <a:gd name="T29" fmla="*/ 794 h 1942"/>
                  <a:gd name="T30" fmla="*/ 806 w 1662"/>
                  <a:gd name="T31" fmla="*/ 713 h 1942"/>
                  <a:gd name="T32" fmla="*/ 646 w 1662"/>
                  <a:gd name="T33" fmla="*/ 610 h 1942"/>
                  <a:gd name="T34" fmla="*/ 526 w 1662"/>
                  <a:gd name="T35" fmla="*/ 499 h 1942"/>
                  <a:gd name="T36" fmla="*/ 944 w 1662"/>
                  <a:gd name="T37" fmla="*/ 23 h 1942"/>
                  <a:gd name="T38" fmla="*/ 1152 w 1662"/>
                  <a:gd name="T39" fmla="*/ 118 h 1942"/>
                  <a:gd name="T40" fmla="*/ 1271 w 1662"/>
                  <a:gd name="T41" fmla="*/ 205 h 1942"/>
                  <a:gd name="T42" fmla="*/ 1388 w 1662"/>
                  <a:gd name="T43" fmla="*/ 323 h 1942"/>
                  <a:gd name="T44" fmla="*/ 1455 w 1662"/>
                  <a:gd name="T45" fmla="*/ 429 h 1942"/>
                  <a:gd name="T46" fmla="*/ 1524 w 1662"/>
                  <a:gd name="T47" fmla="*/ 626 h 1942"/>
                  <a:gd name="T48" fmla="*/ 1555 w 1662"/>
                  <a:gd name="T49" fmla="*/ 892 h 1942"/>
                  <a:gd name="T50" fmla="*/ 1619 w 1662"/>
                  <a:gd name="T51" fmla="*/ 939 h 1942"/>
                  <a:gd name="T52" fmla="*/ 1657 w 1662"/>
                  <a:gd name="T53" fmla="*/ 1032 h 1942"/>
                  <a:gd name="T54" fmla="*/ 1655 w 1662"/>
                  <a:gd name="T55" fmla="*/ 1183 h 1942"/>
                  <a:gd name="T56" fmla="*/ 1611 w 1662"/>
                  <a:gd name="T57" fmla="*/ 1304 h 1942"/>
                  <a:gd name="T58" fmla="*/ 1537 w 1662"/>
                  <a:gd name="T59" fmla="*/ 1372 h 1942"/>
                  <a:gd name="T60" fmla="*/ 1445 w 1662"/>
                  <a:gd name="T61" fmla="*/ 1454 h 1942"/>
                  <a:gd name="T62" fmla="*/ 1313 w 1662"/>
                  <a:gd name="T63" fmla="*/ 1670 h 1942"/>
                  <a:gd name="T64" fmla="*/ 1141 w 1662"/>
                  <a:gd name="T65" fmla="*/ 1836 h 1942"/>
                  <a:gd name="T66" fmla="*/ 937 w 1662"/>
                  <a:gd name="T67" fmla="*/ 1930 h 1942"/>
                  <a:gd name="T68" fmla="*/ 714 w 1662"/>
                  <a:gd name="T69" fmla="*/ 1930 h 1942"/>
                  <a:gd name="T70" fmla="*/ 510 w 1662"/>
                  <a:gd name="T71" fmla="*/ 1836 h 1942"/>
                  <a:gd name="T72" fmla="*/ 337 w 1662"/>
                  <a:gd name="T73" fmla="*/ 1669 h 1942"/>
                  <a:gd name="T74" fmla="*/ 205 w 1662"/>
                  <a:gd name="T75" fmla="*/ 1452 h 1942"/>
                  <a:gd name="T76" fmla="*/ 111 w 1662"/>
                  <a:gd name="T77" fmla="*/ 1364 h 1942"/>
                  <a:gd name="T78" fmla="*/ 39 w 1662"/>
                  <a:gd name="T79" fmla="*/ 1284 h 1942"/>
                  <a:gd name="T80" fmla="*/ 2 w 1662"/>
                  <a:gd name="T81" fmla="*/ 1143 h 1942"/>
                  <a:gd name="T82" fmla="*/ 9 w 1662"/>
                  <a:gd name="T83" fmla="*/ 1009 h 1942"/>
                  <a:gd name="T84" fmla="*/ 50 w 1662"/>
                  <a:gd name="T85" fmla="*/ 930 h 1942"/>
                  <a:gd name="T86" fmla="*/ 98 w 1662"/>
                  <a:gd name="T87" fmla="*/ 851 h 1942"/>
                  <a:gd name="T88" fmla="*/ 85 w 1662"/>
                  <a:gd name="T89" fmla="*/ 643 h 1942"/>
                  <a:gd name="T90" fmla="*/ 120 w 1662"/>
                  <a:gd name="T91" fmla="*/ 487 h 1942"/>
                  <a:gd name="T92" fmla="*/ 183 w 1662"/>
                  <a:gd name="T93" fmla="*/ 377 h 1942"/>
                  <a:gd name="T94" fmla="*/ 257 w 1662"/>
                  <a:gd name="T95" fmla="*/ 305 h 1942"/>
                  <a:gd name="T96" fmla="*/ 319 w 1662"/>
                  <a:gd name="T97" fmla="*/ 266 h 1942"/>
                  <a:gd name="T98" fmla="*/ 352 w 1662"/>
                  <a:gd name="T99" fmla="*/ 246 h 1942"/>
                  <a:gd name="T100" fmla="*/ 390 w 1662"/>
                  <a:gd name="T101" fmla="*/ 196 h 1942"/>
                  <a:gd name="T102" fmla="*/ 459 w 1662"/>
                  <a:gd name="T103" fmla="*/ 127 h 1942"/>
                  <a:gd name="T104" fmla="*/ 559 w 1662"/>
                  <a:gd name="T105" fmla="*/ 57 h 1942"/>
                  <a:gd name="T106" fmla="*/ 690 w 1662"/>
                  <a:gd name="T107" fmla="*/ 10 h 1942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662" h="1942">
                    <a:moveTo>
                      <a:pt x="526" y="499"/>
                    </a:moveTo>
                    <a:lnTo>
                      <a:pt x="484" y="546"/>
                    </a:lnTo>
                    <a:lnTo>
                      <a:pt x="445" y="595"/>
                    </a:lnTo>
                    <a:lnTo>
                      <a:pt x="410" y="645"/>
                    </a:lnTo>
                    <a:lnTo>
                      <a:pt x="379" y="696"/>
                    </a:lnTo>
                    <a:lnTo>
                      <a:pt x="352" y="747"/>
                    </a:lnTo>
                    <a:lnTo>
                      <a:pt x="329" y="797"/>
                    </a:lnTo>
                    <a:lnTo>
                      <a:pt x="309" y="847"/>
                    </a:lnTo>
                    <a:lnTo>
                      <a:pt x="291" y="895"/>
                    </a:lnTo>
                    <a:lnTo>
                      <a:pt x="277" y="941"/>
                    </a:lnTo>
                    <a:lnTo>
                      <a:pt x="264" y="984"/>
                    </a:lnTo>
                    <a:lnTo>
                      <a:pt x="255" y="1023"/>
                    </a:lnTo>
                    <a:lnTo>
                      <a:pt x="247" y="1059"/>
                    </a:lnTo>
                    <a:lnTo>
                      <a:pt x="241" y="1091"/>
                    </a:lnTo>
                    <a:lnTo>
                      <a:pt x="250" y="1148"/>
                    </a:lnTo>
                    <a:lnTo>
                      <a:pt x="263" y="1206"/>
                    </a:lnTo>
                    <a:lnTo>
                      <a:pt x="280" y="1263"/>
                    </a:lnTo>
                    <a:lnTo>
                      <a:pt x="299" y="1320"/>
                    </a:lnTo>
                    <a:lnTo>
                      <a:pt x="322" y="1375"/>
                    </a:lnTo>
                    <a:lnTo>
                      <a:pt x="347" y="1429"/>
                    </a:lnTo>
                    <a:lnTo>
                      <a:pt x="375" y="1480"/>
                    </a:lnTo>
                    <a:lnTo>
                      <a:pt x="406" y="1530"/>
                    </a:lnTo>
                    <a:lnTo>
                      <a:pt x="440" y="1576"/>
                    </a:lnTo>
                    <a:lnTo>
                      <a:pt x="476" y="1620"/>
                    </a:lnTo>
                    <a:lnTo>
                      <a:pt x="513" y="1659"/>
                    </a:lnTo>
                    <a:lnTo>
                      <a:pt x="553" y="1695"/>
                    </a:lnTo>
                    <a:lnTo>
                      <a:pt x="594" y="1726"/>
                    </a:lnTo>
                    <a:lnTo>
                      <a:pt x="638" y="1753"/>
                    </a:lnTo>
                    <a:lnTo>
                      <a:pt x="683" y="1774"/>
                    </a:lnTo>
                    <a:lnTo>
                      <a:pt x="729" y="1789"/>
                    </a:lnTo>
                    <a:lnTo>
                      <a:pt x="777" y="1800"/>
                    </a:lnTo>
                    <a:lnTo>
                      <a:pt x="825" y="1803"/>
                    </a:lnTo>
                    <a:lnTo>
                      <a:pt x="875" y="1800"/>
                    </a:lnTo>
                    <a:lnTo>
                      <a:pt x="922" y="1789"/>
                    </a:lnTo>
                    <a:lnTo>
                      <a:pt x="968" y="1774"/>
                    </a:lnTo>
                    <a:lnTo>
                      <a:pt x="1013" y="1753"/>
                    </a:lnTo>
                    <a:lnTo>
                      <a:pt x="1056" y="1726"/>
                    </a:lnTo>
                    <a:lnTo>
                      <a:pt x="1099" y="1695"/>
                    </a:lnTo>
                    <a:lnTo>
                      <a:pt x="1139" y="1659"/>
                    </a:lnTo>
                    <a:lnTo>
                      <a:pt x="1176" y="1619"/>
                    </a:lnTo>
                    <a:lnTo>
                      <a:pt x="1212" y="1576"/>
                    </a:lnTo>
                    <a:lnTo>
                      <a:pt x="1245" y="1529"/>
                    </a:lnTo>
                    <a:lnTo>
                      <a:pt x="1276" y="1480"/>
                    </a:lnTo>
                    <a:lnTo>
                      <a:pt x="1305" y="1428"/>
                    </a:lnTo>
                    <a:lnTo>
                      <a:pt x="1330" y="1374"/>
                    </a:lnTo>
                    <a:lnTo>
                      <a:pt x="1353" y="1319"/>
                    </a:lnTo>
                    <a:lnTo>
                      <a:pt x="1372" y="1262"/>
                    </a:lnTo>
                    <a:lnTo>
                      <a:pt x="1388" y="1205"/>
                    </a:lnTo>
                    <a:lnTo>
                      <a:pt x="1401" y="1147"/>
                    </a:lnTo>
                    <a:lnTo>
                      <a:pt x="1411" y="1089"/>
                    </a:lnTo>
                    <a:lnTo>
                      <a:pt x="1416" y="1032"/>
                    </a:lnTo>
                    <a:lnTo>
                      <a:pt x="1418" y="974"/>
                    </a:lnTo>
                    <a:lnTo>
                      <a:pt x="1417" y="904"/>
                    </a:lnTo>
                    <a:lnTo>
                      <a:pt x="1414" y="838"/>
                    </a:lnTo>
                    <a:lnTo>
                      <a:pt x="1339" y="839"/>
                    </a:lnTo>
                    <a:lnTo>
                      <a:pt x="1266" y="836"/>
                    </a:lnTo>
                    <a:lnTo>
                      <a:pt x="1198" y="830"/>
                    </a:lnTo>
                    <a:lnTo>
                      <a:pt x="1133" y="820"/>
                    </a:lnTo>
                    <a:lnTo>
                      <a:pt x="1070" y="808"/>
                    </a:lnTo>
                    <a:lnTo>
                      <a:pt x="1012" y="794"/>
                    </a:lnTo>
                    <a:lnTo>
                      <a:pt x="956" y="777"/>
                    </a:lnTo>
                    <a:lnTo>
                      <a:pt x="903" y="757"/>
                    </a:lnTo>
                    <a:lnTo>
                      <a:pt x="853" y="737"/>
                    </a:lnTo>
                    <a:lnTo>
                      <a:pt x="806" y="713"/>
                    </a:lnTo>
                    <a:lnTo>
                      <a:pt x="762" y="690"/>
                    </a:lnTo>
                    <a:lnTo>
                      <a:pt x="721" y="664"/>
                    </a:lnTo>
                    <a:lnTo>
                      <a:pt x="682" y="638"/>
                    </a:lnTo>
                    <a:lnTo>
                      <a:pt x="646" y="610"/>
                    </a:lnTo>
                    <a:lnTo>
                      <a:pt x="612" y="583"/>
                    </a:lnTo>
                    <a:lnTo>
                      <a:pt x="581" y="555"/>
                    </a:lnTo>
                    <a:lnTo>
                      <a:pt x="552" y="527"/>
                    </a:lnTo>
                    <a:lnTo>
                      <a:pt x="526" y="499"/>
                    </a:lnTo>
                    <a:close/>
                    <a:moveTo>
                      <a:pt x="808" y="0"/>
                    </a:moveTo>
                    <a:lnTo>
                      <a:pt x="851" y="3"/>
                    </a:lnTo>
                    <a:lnTo>
                      <a:pt x="897" y="11"/>
                    </a:lnTo>
                    <a:lnTo>
                      <a:pt x="944" y="23"/>
                    </a:lnTo>
                    <a:lnTo>
                      <a:pt x="993" y="39"/>
                    </a:lnTo>
                    <a:lnTo>
                      <a:pt x="1044" y="60"/>
                    </a:lnTo>
                    <a:lnTo>
                      <a:pt x="1097" y="86"/>
                    </a:lnTo>
                    <a:lnTo>
                      <a:pt x="1152" y="118"/>
                    </a:lnTo>
                    <a:lnTo>
                      <a:pt x="1179" y="135"/>
                    </a:lnTo>
                    <a:lnTo>
                      <a:pt x="1208" y="155"/>
                    </a:lnTo>
                    <a:lnTo>
                      <a:pt x="1239" y="179"/>
                    </a:lnTo>
                    <a:lnTo>
                      <a:pt x="1271" y="205"/>
                    </a:lnTo>
                    <a:lnTo>
                      <a:pt x="1304" y="233"/>
                    </a:lnTo>
                    <a:lnTo>
                      <a:pt x="1334" y="261"/>
                    </a:lnTo>
                    <a:lnTo>
                      <a:pt x="1363" y="292"/>
                    </a:lnTo>
                    <a:lnTo>
                      <a:pt x="1388" y="323"/>
                    </a:lnTo>
                    <a:lnTo>
                      <a:pt x="1409" y="353"/>
                    </a:lnTo>
                    <a:lnTo>
                      <a:pt x="1409" y="353"/>
                    </a:lnTo>
                    <a:lnTo>
                      <a:pt x="1433" y="389"/>
                    </a:lnTo>
                    <a:lnTo>
                      <a:pt x="1455" y="429"/>
                    </a:lnTo>
                    <a:lnTo>
                      <a:pt x="1475" y="472"/>
                    </a:lnTo>
                    <a:lnTo>
                      <a:pt x="1493" y="519"/>
                    </a:lnTo>
                    <a:lnTo>
                      <a:pt x="1509" y="570"/>
                    </a:lnTo>
                    <a:lnTo>
                      <a:pt x="1524" y="626"/>
                    </a:lnTo>
                    <a:lnTo>
                      <a:pt x="1535" y="685"/>
                    </a:lnTo>
                    <a:lnTo>
                      <a:pt x="1545" y="749"/>
                    </a:lnTo>
                    <a:lnTo>
                      <a:pt x="1551" y="817"/>
                    </a:lnTo>
                    <a:lnTo>
                      <a:pt x="1555" y="892"/>
                    </a:lnTo>
                    <a:lnTo>
                      <a:pt x="1573" y="900"/>
                    </a:lnTo>
                    <a:lnTo>
                      <a:pt x="1590" y="910"/>
                    </a:lnTo>
                    <a:lnTo>
                      <a:pt x="1605" y="922"/>
                    </a:lnTo>
                    <a:lnTo>
                      <a:pt x="1619" y="939"/>
                    </a:lnTo>
                    <a:lnTo>
                      <a:pt x="1632" y="957"/>
                    </a:lnTo>
                    <a:lnTo>
                      <a:pt x="1642" y="979"/>
                    </a:lnTo>
                    <a:lnTo>
                      <a:pt x="1651" y="1003"/>
                    </a:lnTo>
                    <a:lnTo>
                      <a:pt x="1657" y="1032"/>
                    </a:lnTo>
                    <a:lnTo>
                      <a:pt x="1661" y="1064"/>
                    </a:lnTo>
                    <a:lnTo>
                      <a:pt x="1662" y="1102"/>
                    </a:lnTo>
                    <a:lnTo>
                      <a:pt x="1660" y="1143"/>
                    </a:lnTo>
                    <a:lnTo>
                      <a:pt x="1655" y="1183"/>
                    </a:lnTo>
                    <a:lnTo>
                      <a:pt x="1648" y="1218"/>
                    </a:lnTo>
                    <a:lnTo>
                      <a:pt x="1638" y="1250"/>
                    </a:lnTo>
                    <a:lnTo>
                      <a:pt x="1625" y="1278"/>
                    </a:lnTo>
                    <a:lnTo>
                      <a:pt x="1611" y="1304"/>
                    </a:lnTo>
                    <a:lnTo>
                      <a:pt x="1595" y="1325"/>
                    </a:lnTo>
                    <a:lnTo>
                      <a:pt x="1577" y="1344"/>
                    </a:lnTo>
                    <a:lnTo>
                      <a:pt x="1558" y="1360"/>
                    </a:lnTo>
                    <a:lnTo>
                      <a:pt x="1537" y="1372"/>
                    </a:lnTo>
                    <a:lnTo>
                      <a:pt x="1515" y="1382"/>
                    </a:lnTo>
                    <a:lnTo>
                      <a:pt x="1493" y="1390"/>
                    </a:lnTo>
                    <a:lnTo>
                      <a:pt x="1471" y="1395"/>
                    </a:lnTo>
                    <a:lnTo>
                      <a:pt x="1445" y="1454"/>
                    </a:lnTo>
                    <a:lnTo>
                      <a:pt x="1416" y="1512"/>
                    </a:lnTo>
                    <a:lnTo>
                      <a:pt x="1385" y="1567"/>
                    </a:lnTo>
                    <a:lnTo>
                      <a:pt x="1350" y="1620"/>
                    </a:lnTo>
                    <a:lnTo>
                      <a:pt x="1313" y="1670"/>
                    </a:lnTo>
                    <a:lnTo>
                      <a:pt x="1273" y="1717"/>
                    </a:lnTo>
                    <a:lnTo>
                      <a:pt x="1231" y="1761"/>
                    </a:lnTo>
                    <a:lnTo>
                      <a:pt x="1187" y="1801"/>
                    </a:lnTo>
                    <a:lnTo>
                      <a:pt x="1141" y="1836"/>
                    </a:lnTo>
                    <a:lnTo>
                      <a:pt x="1092" y="1868"/>
                    </a:lnTo>
                    <a:lnTo>
                      <a:pt x="1042" y="1893"/>
                    </a:lnTo>
                    <a:lnTo>
                      <a:pt x="990" y="1915"/>
                    </a:lnTo>
                    <a:lnTo>
                      <a:pt x="937" y="1930"/>
                    </a:lnTo>
                    <a:lnTo>
                      <a:pt x="882" y="1939"/>
                    </a:lnTo>
                    <a:lnTo>
                      <a:pt x="825" y="1942"/>
                    </a:lnTo>
                    <a:lnTo>
                      <a:pt x="769" y="1939"/>
                    </a:lnTo>
                    <a:lnTo>
                      <a:pt x="714" y="1930"/>
                    </a:lnTo>
                    <a:lnTo>
                      <a:pt x="661" y="1915"/>
                    </a:lnTo>
                    <a:lnTo>
                      <a:pt x="608" y="1893"/>
                    </a:lnTo>
                    <a:lnTo>
                      <a:pt x="558" y="1867"/>
                    </a:lnTo>
                    <a:lnTo>
                      <a:pt x="510" y="1836"/>
                    </a:lnTo>
                    <a:lnTo>
                      <a:pt x="464" y="1800"/>
                    </a:lnTo>
                    <a:lnTo>
                      <a:pt x="419" y="1760"/>
                    </a:lnTo>
                    <a:lnTo>
                      <a:pt x="377" y="1716"/>
                    </a:lnTo>
                    <a:lnTo>
                      <a:pt x="337" y="1669"/>
                    </a:lnTo>
                    <a:lnTo>
                      <a:pt x="300" y="1618"/>
                    </a:lnTo>
                    <a:lnTo>
                      <a:pt x="266" y="1565"/>
                    </a:lnTo>
                    <a:lnTo>
                      <a:pt x="234" y="1510"/>
                    </a:lnTo>
                    <a:lnTo>
                      <a:pt x="205" y="1452"/>
                    </a:lnTo>
                    <a:lnTo>
                      <a:pt x="179" y="1392"/>
                    </a:lnTo>
                    <a:lnTo>
                      <a:pt x="156" y="1386"/>
                    </a:lnTo>
                    <a:lnTo>
                      <a:pt x="133" y="1376"/>
                    </a:lnTo>
                    <a:lnTo>
                      <a:pt x="111" y="1364"/>
                    </a:lnTo>
                    <a:lnTo>
                      <a:pt x="91" y="1349"/>
                    </a:lnTo>
                    <a:lnTo>
                      <a:pt x="72" y="1330"/>
                    </a:lnTo>
                    <a:lnTo>
                      <a:pt x="55" y="1309"/>
                    </a:lnTo>
                    <a:lnTo>
                      <a:pt x="39" y="1284"/>
                    </a:lnTo>
                    <a:lnTo>
                      <a:pt x="26" y="1254"/>
                    </a:lnTo>
                    <a:lnTo>
                      <a:pt x="15" y="1221"/>
                    </a:lnTo>
                    <a:lnTo>
                      <a:pt x="7" y="1184"/>
                    </a:lnTo>
                    <a:lnTo>
                      <a:pt x="2" y="1143"/>
                    </a:lnTo>
                    <a:lnTo>
                      <a:pt x="0" y="1104"/>
                    </a:lnTo>
                    <a:lnTo>
                      <a:pt x="1" y="1068"/>
                    </a:lnTo>
                    <a:lnTo>
                      <a:pt x="4" y="1038"/>
                    </a:lnTo>
                    <a:lnTo>
                      <a:pt x="9" y="1009"/>
                    </a:lnTo>
                    <a:lnTo>
                      <a:pt x="17" y="985"/>
                    </a:lnTo>
                    <a:lnTo>
                      <a:pt x="27" y="964"/>
                    </a:lnTo>
                    <a:lnTo>
                      <a:pt x="38" y="946"/>
                    </a:lnTo>
                    <a:lnTo>
                      <a:pt x="50" y="930"/>
                    </a:lnTo>
                    <a:lnTo>
                      <a:pt x="65" y="916"/>
                    </a:lnTo>
                    <a:lnTo>
                      <a:pt x="80" y="906"/>
                    </a:lnTo>
                    <a:lnTo>
                      <a:pt x="96" y="897"/>
                    </a:lnTo>
                    <a:lnTo>
                      <a:pt x="98" y="851"/>
                    </a:lnTo>
                    <a:lnTo>
                      <a:pt x="89" y="794"/>
                    </a:lnTo>
                    <a:lnTo>
                      <a:pt x="85" y="740"/>
                    </a:lnTo>
                    <a:lnTo>
                      <a:pt x="83" y="690"/>
                    </a:lnTo>
                    <a:lnTo>
                      <a:pt x="85" y="643"/>
                    </a:lnTo>
                    <a:lnTo>
                      <a:pt x="90" y="599"/>
                    </a:lnTo>
                    <a:lnTo>
                      <a:pt x="98" y="559"/>
                    </a:lnTo>
                    <a:lnTo>
                      <a:pt x="108" y="522"/>
                    </a:lnTo>
                    <a:lnTo>
                      <a:pt x="120" y="487"/>
                    </a:lnTo>
                    <a:lnTo>
                      <a:pt x="134" y="455"/>
                    </a:lnTo>
                    <a:lnTo>
                      <a:pt x="149" y="427"/>
                    </a:lnTo>
                    <a:lnTo>
                      <a:pt x="166" y="400"/>
                    </a:lnTo>
                    <a:lnTo>
                      <a:pt x="183" y="377"/>
                    </a:lnTo>
                    <a:lnTo>
                      <a:pt x="202" y="355"/>
                    </a:lnTo>
                    <a:lnTo>
                      <a:pt x="220" y="337"/>
                    </a:lnTo>
                    <a:lnTo>
                      <a:pt x="239" y="320"/>
                    </a:lnTo>
                    <a:lnTo>
                      <a:pt x="257" y="305"/>
                    </a:lnTo>
                    <a:lnTo>
                      <a:pt x="274" y="293"/>
                    </a:lnTo>
                    <a:lnTo>
                      <a:pt x="290" y="282"/>
                    </a:lnTo>
                    <a:lnTo>
                      <a:pt x="305" y="273"/>
                    </a:lnTo>
                    <a:lnTo>
                      <a:pt x="319" y="266"/>
                    </a:lnTo>
                    <a:lnTo>
                      <a:pt x="331" y="260"/>
                    </a:lnTo>
                    <a:lnTo>
                      <a:pt x="341" y="255"/>
                    </a:lnTo>
                    <a:lnTo>
                      <a:pt x="348" y="253"/>
                    </a:lnTo>
                    <a:lnTo>
                      <a:pt x="352" y="246"/>
                    </a:lnTo>
                    <a:lnTo>
                      <a:pt x="359" y="237"/>
                    </a:lnTo>
                    <a:lnTo>
                      <a:pt x="367" y="225"/>
                    </a:lnTo>
                    <a:lnTo>
                      <a:pt x="377" y="212"/>
                    </a:lnTo>
                    <a:lnTo>
                      <a:pt x="390" y="196"/>
                    </a:lnTo>
                    <a:lnTo>
                      <a:pt x="404" y="180"/>
                    </a:lnTo>
                    <a:lnTo>
                      <a:pt x="421" y="163"/>
                    </a:lnTo>
                    <a:lnTo>
                      <a:pt x="439" y="145"/>
                    </a:lnTo>
                    <a:lnTo>
                      <a:pt x="459" y="127"/>
                    </a:lnTo>
                    <a:lnTo>
                      <a:pt x="481" y="108"/>
                    </a:lnTo>
                    <a:lnTo>
                      <a:pt x="505" y="91"/>
                    </a:lnTo>
                    <a:lnTo>
                      <a:pt x="531" y="74"/>
                    </a:lnTo>
                    <a:lnTo>
                      <a:pt x="559" y="57"/>
                    </a:lnTo>
                    <a:lnTo>
                      <a:pt x="589" y="43"/>
                    </a:lnTo>
                    <a:lnTo>
                      <a:pt x="620" y="30"/>
                    </a:lnTo>
                    <a:lnTo>
                      <a:pt x="655" y="19"/>
                    </a:lnTo>
                    <a:lnTo>
                      <a:pt x="690" y="10"/>
                    </a:lnTo>
                    <a:lnTo>
                      <a:pt x="728" y="3"/>
                    </a:lnTo>
                    <a:lnTo>
                      <a:pt x="767" y="0"/>
                    </a:lnTo>
                    <a:lnTo>
                      <a:pt x="80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 sz="160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Freeform 23"/>
              <p:cNvSpPr>
                <a:spLocks noEditPoints="1"/>
              </p:cNvSpPr>
              <p:nvPr/>
            </p:nvSpPr>
            <p:spPr>
              <a:xfrm>
                <a:off x="2664" y="4250"/>
                <a:ext cx="83" cy="27"/>
              </a:xfrm>
              <a:custGeom>
                <a:avLst/>
                <a:gdLst>
                  <a:gd name="T0" fmla="*/ 613 w 916"/>
                  <a:gd name="T1" fmla="*/ 78 h 300"/>
                  <a:gd name="T2" fmla="*/ 561 w 916"/>
                  <a:gd name="T3" fmla="*/ 109 h 300"/>
                  <a:gd name="T4" fmla="*/ 554 w 916"/>
                  <a:gd name="T5" fmla="*/ 165 h 300"/>
                  <a:gd name="T6" fmla="*/ 579 w 916"/>
                  <a:gd name="T7" fmla="*/ 210 h 300"/>
                  <a:gd name="T8" fmla="*/ 665 w 916"/>
                  <a:gd name="T9" fmla="*/ 229 h 300"/>
                  <a:gd name="T10" fmla="*/ 787 w 916"/>
                  <a:gd name="T11" fmla="*/ 223 h 300"/>
                  <a:gd name="T12" fmla="*/ 839 w 916"/>
                  <a:gd name="T13" fmla="*/ 191 h 300"/>
                  <a:gd name="T14" fmla="*/ 846 w 916"/>
                  <a:gd name="T15" fmla="*/ 135 h 300"/>
                  <a:gd name="T16" fmla="*/ 820 w 916"/>
                  <a:gd name="T17" fmla="*/ 90 h 300"/>
                  <a:gd name="T18" fmla="*/ 734 w 916"/>
                  <a:gd name="T19" fmla="*/ 72 h 300"/>
                  <a:gd name="T20" fmla="*/ 153 w 916"/>
                  <a:gd name="T21" fmla="*/ 74 h 300"/>
                  <a:gd name="T22" fmla="*/ 85 w 916"/>
                  <a:gd name="T23" fmla="*/ 99 h 300"/>
                  <a:gd name="T24" fmla="*/ 70 w 916"/>
                  <a:gd name="T25" fmla="*/ 150 h 300"/>
                  <a:gd name="T26" fmla="*/ 85 w 916"/>
                  <a:gd name="T27" fmla="*/ 201 h 300"/>
                  <a:gd name="T28" fmla="*/ 153 w 916"/>
                  <a:gd name="T29" fmla="*/ 227 h 300"/>
                  <a:gd name="T30" fmla="*/ 280 w 916"/>
                  <a:gd name="T31" fmla="*/ 227 h 300"/>
                  <a:gd name="T32" fmla="*/ 348 w 916"/>
                  <a:gd name="T33" fmla="*/ 201 h 300"/>
                  <a:gd name="T34" fmla="*/ 363 w 916"/>
                  <a:gd name="T35" fmla="*/ 150 h 300"/>
                  <a:gd name="T36" fmla="*/ 348 w 916"/>
                  <a:gd name="T37" fmla="*/ 99 h 300"/>
                  <a:gd name="T38" fmla="*/ 280 w 916"/>
                  <a:gd name="T39" fmla="*/ 74 h 300"/>
                  <a:gd name="T40" fmla="*/ 234 w 916"/>
                  <a:gd name="T41" fmla="*/ 0 h 300"/>
                  <a:gd name="T42" fmla="*/ 321 w 916"/>
                  <a:gd name="T43" fmla="*/ 9 h 300"/>
                  <a:gd name="T44" fmla="*/ 400 w 916"/>
                  <a:gd name="T45" fmla="*/ 53 h 300"/>
                  <a:gd name="T46" fmla="*/ 574 w 916"/>
                  <a:gd name="T47" fmla="*/ 17 h 300"/>
                  <a:gd name="T48" fmla="*/ 662 w 916"/>
                  <a:gd name="T49" fmla="*/ 1 h 300"/>
                  <a:gd name="T50" fmla="*/ 732 w 916"/>
                  <a:gd name="T51" fmla="*/ 0 h 300"/>
                  <a:gd name="T52" fmla="*/ 806 w 916"/>
                  <a:gd name="T53" fmla="*/ 10 h 300"/>
                  <a:gd name="T54" fmla="*/ 875 w 916"/>
                  <a:gd name="T55" fmla="*/ 45 h 300"/>
                  <a:gd name="T56" fmla="*/ 914 w 916"/>
                  <a:gd name="T57" fmla="*/ 123 h 300"/>
                  <a:gd name="T58" fmla="*/ 900 w 916"/>
                  <a:gd name="T59" fmla="*/ 223 h 300"/>
                  <a:gd name="T60" fmla="*/ 843 w 916"/>
                  <a:gd name="T61" fmla="*/ 277 h 300"/>
                  <a:gd name="T62" fmla="*/ 768 w 916"/>
                  <a:gd name="T63" fmla="*/ 297 h 300"/>
                  <a:gd name="T64" fmla="*/ 699 w 916"/>
                  <a:gd name="T65" fmla="*/ 300 h 300"/>
                  <a:gd name="T66" fmla="*/ 632 w 916"/>
                  <a:gd name="T67" fmla="*/ 297 h 300"/>
                  <a:gd name="T68" fmla="*/ 557 w 916"/>
                  <a:gd name="T69" fmla="*/ 277 h 300"/>
                  <a:gd name="T70" fmla="*/ 500 w 916"/>
                  <a:gd name="T71" fmla="*/ 224 h 300"/>
                  <a:gd name="T72" fmla="*/ 485 w 916"/>
                  <a:gd name="T73" fmla="*/ 137 h 300"/>
                  <a:gd name="T74" fmla="*/ 432 w 916"/>
                  <a:gd name="T75" fmla="*/ 150 h 300"/>
                  <a:gd name="T76" fmla="*/ 405 w 916"/>
                  <a:gd name="T77" fmla="*/ 241 h 300"/>
                  <a:gd name="T78" fmla="*/ 342 w 916"/>
                  <a:gd name="T79" fmla="*/ 284 h 300"/>
                  <a:gd name="T80" fmla="*/ 266 w 916"/>
                  <a:gd name="T81" fmla="*/ 298 h 300"/>
                  <a:gd name="T82" fmla="*/ 201 w 916"/>
                  <a:gd name="T83" fmla="*/ 299 h 300"/>
                  <a:gd name="T84" fmla="*/ 129 w 916"/>
                  <a:gd name="T85" fmla="*/ 294 h 300"/>
                  <a:gd name="T86" fmla="*/ 57 w 916"/>
                  <a:gd name="T87" fmla="*/ 267 h 300"/>
                  <a:gd name="T88" fmla="*/ 7 w 916"/>
                  <a:gd name="T89" fmla="*/ 202 h 300"/>
                  <a:gd name="T90" fmla="*/ 7 w 916"/>
                  <a:gd name="T91" fmla="*/ 98 h 300"/>
                  <a:gd name="T92" fmla="*/ 57 w 916"/>
                  <a:gd name="T93" fmla="*/ 33 h 300"/>
                  <a:gd name="T94" fmla="*/ 129 w 916"/>
                  <a:gd name="T95" fmla="*/ 6 h 300"/>
                  <a:gd name="T96" fmla="*/ 201 w 916"/>
                  <a:gd name="T97" fmla="*/ 0 h 300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16" h="300">
                    <a:moveTo>
                      <a:pt x="699" y="71"/>
                    </a:moveTo>
                    <a:lnTo>
                      <a:pt x="665" y="72"/>
                    </a:lnTo>
                    <a:lnTo>
                      <a:pt x="636" y="74"/>
                    </a:lnTo>
                    <a:lnTo>
                      <a:pt x="613" y="78"/>
                    </a:lnTo>
                    <a:lnTo>
                      <a:pt x="594" y="83"/>
                    </a:lnTo>
                    <a:lnTo>
                      <a:pt x="579" y="90"/>
                    </a:lnTo>
                    <a:lnTo>
                      <a:pt x="569" y="99"/>
                    </a:lnTo>
                    <a:lnTo>
                      <a:pt x="561" y="109"/>
                    </a:lnTo>
                    <a:lnTo>
                      <a:pt x="556" y="122"/>
                    </a:lnTo>
                    <a:lnTo>
                      <a:pt x="554" y="135"/>
                    </a:lnTo>
                    <a:lnTo>
                      <a:pt x="553" y="150"/>
                    </a:lnTo>
                    <a:lnTo>
                      <a:pt x="554" y="165"/>
                    </a:lnTo>
                    <a:lnTo>
                      <a:pt x="556" y="179"/>
                    </a:lnTo>
                    <a:lnTo>
                      <a:pt x="561" y="191"/>
                    </a:lnTo>
                    <a:lnTo>
                      <a:pt x="569" y="201"/>
                    </a:lnTo>
                    <a:lnTo>
                      <a:pt x="579" y="210"/>
                    </a:lnTo>
                    <a:lnTo>
                      <a:pt x="594" y="216"/>
                    </a:lnTo>
                    <a:lnTo>
                      <a:pt x="613" y="223"/>
                    </a:lnTo>
                    <a:lnTo>
                      <a:pt x="636" y="227"/>
                    </a:lnTo>
                    <a:lnTo>
                      <a:pt x="665" y="229"/>
                    </a:lnTo>
                    <a:lnTo>
                      <a:pt x="699" y="230"/>
                    </a:lnTo>
                    <a:lnTo>
                      <a:pt x="734" y="229"/>
                    </a:lnTo>
                    <a:lnTo>
                      <a:pt x="763" y="227"/>
                    </a:lnTo>
                    <a:lnTo>
                      <a:pt x="787" y="223"/>
                    </a:lnTo>
                    <a:lnTo>
                      <a:pt x="805" y="216"/>
                    </a:lnTo>
                    <a:lnTo>
                      <a:pt x="820" y="210"/>
                    </a:lnTo>
                    <a:lnTo>
                      <a:pt x="831" y="201"/>
                    </a:lnTo>
                    <a:lnTo>
                      <a:pt x="839" y="191"/>
                    </a:lnTo>
                    <a:lnTo>
                      <a:pt x="843" y="179"/>
                    </a:lnTo>
                    <a:lnTo>
                      <a:pt x="846" y="165"/>
                    </a:lnTo>
                    <a:lnTo>
                      <a:pt x="847" y="150"/>
                    </a:lnTo>
                    <a:lnTo>
                      <a:pt x="846" y="135"/>
                    </a:lnTo>
                    <a:lnTo>
                      <a:pt x="843" y="122"/>
                    </a:lnTo>
                    <a:lnTo>
                      <a:pt x="839" y="109"/>
                    </a:lnTo>
                    <a:lnTo>
                      <a:pt x="831" y="99"/>
                    </a:lnTo>
                    <a:lnTo>
                      <a:pt x="820" y="90"/>
                    </a:lnTo>
                    <a:lnTo>
                      <a:pt x="805" y="83"/>
                    </a:lnTo>
                    <a:lnTo>
                      <a:pt x="787" y="78"/>
                    </a:lnTo>
                    <a:lnTo>
                      <a:pt x="763" y="74"/>
                    </a:lnTo>
                    <a:lnTo>
                      <a:pt x="734" y="72"/>
                    </a:lnTo>
                    <a:lnTo>
                      <a:pt x="699" y="71"/>
                    </a:lnTo>
                    <a:close/>
                    <a:moveTo>
                      <a:pt x="216" y="71"/>
                    </a:moveTo>
                    <a:lnTo>
                      <a:pt x="182" y="72"/>
                    </a:lnTo>
                    <a:lnTo>
                      <a:pt x="153" y="74"/>
                    </a:lnTo>
                    <a:lnTo>
                      <a:pt x="130" y="78"/>
                    </a:lnTo>
                    <a:lnTo>
                      <a:pt x="111" y="83"/>
                    </a:lnTo>
                    <a:lnTo>
                      <a:pt x="96" y="90"/>
                    </a:lnTo>
                    <a:lnTo>
                      <a:pt x="85" y="99"/>
                    </a:lnTo>
                    <a:lnTo>
                      <a:pt x="78" y="109"/>
                    </a:lnTo>
                    <a:lnTo>
                      <a:pt x="73" y="122"/>
                    </a:lnTo>
                    <a:lnTo>
                      <a:pt x="70" y="135"/>
                    </a:lnTo>
                    <a:lnTo>
                      <a:pt x="70" y="150"/>
                    </a:lnTo>
                    <a:lnTo>
                      <a:pt x="70" y="165"/>
                    </a:lnTo>
                    <a:lnTo>
                      <a:pt x="73" y="179"/>
                    </a:lnTo>
                    <a:lnTo>
                      <a:pt x="78" y="191"/>
                    </a:lnTo>
                    <a:lnTo>
                      <a:pt x="85" y="201"/>
                    </a:lnTo>
                    <a:lnTo>
                      <a:pt x="96" y="210"/>
                    </a:lnTo>
                    <a:lnTo>
                      <a:pt x="111" y="216"/>
                    </a:lnTo>
                    <a:lnTo>
                      <a:pt x="130" y="223"/>
                    </a:lnTo>
                    <a:lnTo>
                      <a:pt x="153" y="227"/>
                    </a:lnTo>
                    <a:lnTo>
                      <a:pt x="182" y="229"/>
                    </a:lnTo>
                    <a:lnTo>
                      <a:pt x="216" y="230"/>
                    </a:lnTo>
                    <a:lnTo>
                      <a:pt x="250" y="229"/>
                    </a:lnTo>
                    <a:lnTo>
                      <a:pt x="280" y="227"/>
                    </a:lnTo>
                    <a:lnTo>
                      <a:pt x="304" y="223"/>
                    </a:lnTo>
                    <a:lnTo>
                      <a:pt x="322" y="216"/>
                    </a:lnTo>
                    <a:lnTo>
                      <a:pt x="337" y="210"/>
                    </a:lnTo>
                    <a:lnTo>
                      <a:pt x="348" y="201"/>
                    </a:lnTo>
                    <a:lnTo>
                      <a:pt x="355" y="191"/>
                    </a:lnTo>
                    <a:lnTo>
                      <a:pt x="360" y="179"/>
                    </a:lnTo>
                    <a:lnTo>
                      <a:pt x="363" y="165"/>
                    </a:lnTo>
                    <a:lnTo>
                      <a:pt x="363" y="150"/>
                    </a:lnTo>
                    <a:lnTo>
                      <a:pt x="363" y="135"/>
                    </a:lnTo>
                    <a:lnTo>
                      <a:pt x="360" y="122"/>
                    </a:lnTo>
                    <a:lnTo>
                      <a:pt x="355" y="109"/>
                    </a:lnTo>
                    <a:lnTo>
                      <a:pt x="348" y="99"/>
                    </a:lnTo>
                    <a:lnTo>
                      <a:pt x="337" y="90"/>
                    </a:lnTo>
                    <a:lnTo>
                      <a:pt x="322" y="83"/>
                    </a:lnTo>
                    <a:lnTo>
                      <a:pt x="304" y="78"/>
                    </a:lnTo>
                    <a:lnTo>
                      <a:pt x="280" y="74"/>
                    </a:lnTo>
                    <a:lnTo>
                      <a:pt x="250" y="72"/>
                    </a:lnTo>
                    <a:lnTo>
                      <a:pt x="216" y="71"/>
                    </a:lnTo>
                    <a:close/>
                    <a:moveTo>
                      <a:pt x="216" y="0"/>
                    </a:moveTo>
                    <a:lnTo>
                      <a:pt x="234" y="0"/>
                    </a:lnTo>
                    <a:lnTo>
                      <a:pt x="254" y="1"/>
                    </a:lnTo>
                    <a:lnTo>
                      <a:pt x="276" y="2"/>
                    </a:lnTo>
                    <a:lnTo>
                      <a:pt x="298" y="5"/>
                    </a:lnTo>
                    <a:lnTo>
                      <a:pt x="321" y="9"/>
                    </a:lnTo>
                    <a:lnTo>
                      <a:pt x="343" y="17"/>
                    </a:lnTo>
                    <a:lnTo>
                      <a:pt x="364" y="26"/>
                    </a:lnTo>
                    <a:lnTo>
                      <a:pt x="383" y="37"/>
                    </a:lnTo>
                    <a:lnTo>
                      <a:pt x="400" y="53"/>
                    </a:lnTo>
                    <a:lnTo>
                      <a:pt x="516" y="53"/>
                    </a:lnTo>
                    <a:lnTo>
                      <a:pt x="533" y="37"/>
                    </a:lnTo>
                    <a:lnTo>
                      <a:pt x="553" y="26"/>
                    </a:lnTo>
                    <a:lnTo>
                      <a:pt x="574" y="17"/>
                    </a:lnTo>
                    <a:lnTo>
                      <a:pt x="596" y="9"/>
                    </a:lnTo>
                    <a:lnTo>
                      <a:pt x="618" y="5"/>
                    </a:lnTo>
                    <a:lnTo>
                      <a:pt x="640" y="2"/>
                    </a:lnTo>
                    <a:lnTo>
                      <a:pt x="662" y="1"/>
                    </a:lnTo>
                    <a:lnTo>
                      <a:pt x="682" y="0"/>
                    </a:lnTo>
                    <a:lnTo>
                      <a:pt x="699" y="0"/>
                    </a:lnTo>
                    <a:lnTo>
                      <a:pt x="715" y="0"/>
                    </a:lnTo>
                    <a:lnTo>
                      <a:pt x="732" y="0"/>
                    </a:lnTo>
                    <a:lnTo>
                      <a:pt x="749" y="1"/>
                    </a:lnTo>
                    <a:lnTo>
                      <a:pt x="768" y="3"/>
                    </a:lnTo>
                    <a:lnTo>
                      <a:pt x="787" y="6"/>
                    </a:lnTo>
                    <a:lnTo>
                      <a:pt x="806" y="10"/>
                    </a:lnTo>
                    <a:lnTo>
                      <a:pt x="825" y="16"/>
                    </a:lnTo>
                    <a:lnTo>
                      <a:pt x="843" y="24"/>
                    </a:lnTo>
                    <a:lnTo>
                      <a:pt x="860" y="33"/>
                    </a:lnTo>
                    <a:lnTo>
                      <a:pt x="875" y="45"/>
                    </a:lnTo>
                    <a:lnTo>
                      <a:pt x="889" y="59"/>
                    </a:lnTo>
                    <a:lnTo>
                      <a:pt x="900" y="77"/>
                    </a:lnTo>
                    <a:lnTo>
                      <a:pt x="908" y="98"/>
                    </a:lnTo>
                    <a:lnTo>
                      <a:pt x="914" y="123"/>
                    </a:lnTo>
                    <a:lnTo>
                      <a:pt x="916" y="150"/>
                    </a:lnTo>
                    <a:lnTo>
                      <a:pt x="914" y="178"/>
                    </a:lnTo>
                    <a:lnTo>
                      <a:pt x="908" y="202"/>
                    </a:lnTo>
                    <a:lnTo>
                      <a:pt x="900" y="223"/>
                    </a:lnTo>
                    <a:lnTo>
                      <a:pt x="889" y="241"/>
                    </a:lnTo>
                    <a:lnTo>
                      <a:pt x="875" y="255"/>
                    </a:lnTo>
                    <a:lnTo>
                      <a:pt x="860" y="267"/>
                    </a:lnTo>
                    <a:lnTo>
                      <a:pt x="843" y="277"/>
                    </a:lnTo>
                    <a:lnTo>
                      <a:pt x="825" y="285"/>
                    </a:lnTo>
                    <a:lnTo>
                      <a:pt x="806" y="290"/>
                    </a:lnTo>
                    <a:lnTo>
                      <a:pt x="787" y="294"/>
                    </a:lnTo>
                    <a:lnTo>
                      <a:pt x="768" y="297"/>
                    </a:lnTo>
                    <a:lnTo>
                      <a:pt x="749" y="298"/>
                    </a:lnTo>
                    <a:lnTo>
                      <a:pt x="732" y="299"/>
                    </a:lnTo>
                    <a:lnTo>
                      <a:pt x="715" y="299"/>
                    </a:lnTo>
                    <a:lnTo>
                      <a:pt x="699" y="300"/>
                    </a:lnTo>
                    <a:lnTo>
                      <a:pt x="685" y="299"/>
                    </a:lnTo>
                    <a:lnTo>
                      <a:pt x="668" y="299"/>
                    </a:lnTo>
                    <a:lnTo>
                      <a:pt x="650" y="298"/>
                    </a:lnTo>
                    <a:lnTo>
                      <a:pt x="632" y="297"/>
                    </a:lnTo>
                    <a:lnTo>
                      <a:pt x="613" y="294"/>
                    </a:lnTo>
                    <a:lnTo>
                      <a:pt x="593" y="290"/>
                    </a:lnTo>
                    <a:lnTo>
                      <a:pt x="575" y="285"/>
                    </a:lnTo>
                    <a:lnTo>
                      <a:pt x="557" y="277"/>
                    </a:lnTo>
                    <a:lnTo>
                      <a:pt x="540" y="267"/>
                    </a:lnTo>
                    <a:lnTo>
                      <a:pt x="524" y="255"/>
                    </a:lnTo>
                    <a:lnTo>
                      <a:pt x="511" y="241"/>
                    </a:lnTo>
                    <a:lnTo>
                      <a:pt x="500" y="224"/>
                    </a:lnTo>
                    <a:lnTo>
                      <a:pt x="491" y="202"/>
                    </a:lnTo>
                    <a:lnTo>
                      <a:pt x="486" y="179"/>
                    </a:lnTo>
                    <a:lnTo>
                      <a:pt x="484" y="150"/>
                    </a:lnTo>
                    <a:lnTo>
                      <a:pt x="485" y="137"/>
                    </a:lnTo>
                    <a:lnTo>
                      <a:pt x="486" y="125"/>
                    </a:lnTo>
                    <a:lnTo>
                      <a:pt x="430" y="125"/>
                    </a:lnTo>
                    <a:lnTo>
                      <a:pt x="432" y="137"/>
                    </a:lnTo>
                    <a:lnTo>
                      <a:pt x="432" y="150"/>
                    </a:lnTo>
                    <a:lnTo>
                      <a:pt x="430" y="179"/>
                    </a:lnTo>
                    <a:lnTo>
                      <a:pt x="425" y="202"/>
                    </a:lnTo>
                    <a:lnTo>
                      <a:pt x="416" y="224"/>
                    </a:lnTo>
                    <a:lnTo>
                      <a:pt x="405" y="241"/>
                    </a:lnTo>
                    <a:lnTo>
                      <a:pt x="392" y="255"/>
                    </a:lnTo>
                    <a:lnTo>
                      <a:pt x="377" y="267"/>
                    </a:lnTo>
                    <a:lnTo>
                      <a:pt x="360" y="277"/>
                    </a:lnTo>
                    <a:lnTo>
                      <a:pt x="342" y="284"/>
                    </a:lnTo>
                    <a:lnTo>
                      <a:pt x="323" y="290"/>
                    </a:lnTo>
                    <a:lnTo>
                      <a:pt x="304" y="294"/>
                    </a:lnTo>
                    <a:lnTo>
                      <a:pt x="285" y="296"/>
                    </a:lnTo>
                    <a:lnTo>
                      <a:pt x="266" y="298"/>
                    </a:lnTo>
                    <a:lnTo>
                      <a:pt x="248" y="299"/>
                    </a:lnTo>
                    <a:lnTo>
                      <a:pt x="231" y="299"/>
                    </a:lnTo>
                    <a:lnTo>
                      <a:pt x="216" y="299"/>
                    </a:lnTo>
                    <a:lnTo>
                      <a:pt x="201" y="299"/>
                    </a:lnTo>
                    <a:lnTo>
                      <a:pt x="185" y="299"/>
                    </a:lnTo>
                    <a:lnTo>
                      <a:pt x="167" y="298"/>
                    </a:lnTo>
                    <a:lnTo>
                      <a:pt x="148" y="296"/>
                    </a:lnTo>
                    <a:lnTo>
                      <a:pt x="129" y="294"/>
                    </a:lnTo>
                    <a:lnTo>
                      <a:pt x="110" y="290"/>
                    </a:lnTo>
                    <a:lnTo>
                      <a:pt x="91" y="284"/>
                    </a:lnTo>
                    <a:lnTo>
                      <a:pt x="73" y="277"/>
                    </a:lnTo>
                    <a:lnTo>
                      <a:pt x="57" y="267"/>
                    </a:lnTo>
                    <a:lnTo>
                      <a:pt x="41" y="255"/>
                    </a:lnTo>
                    <a:lnTo>
                      <a:pt x="27" y="240"/>
                    </a:lnTo>
                    <a:lnTo>
                      <a:pt x="16" y="223"/>
                    </a:lnTo>
                    <a:lnTo>
                      <a:pt x="7" y="202"/>
                    </a:lnTo>
                    <a:lnTo>
                      <a:pt x="2" y="178"/>
                    </a:lnTo>
                    <a:lnTo>
                      <a:pt x="0" y="150"/>
                    </a:lnTo>
                    <a:lnTo>
                      <a:pt x="2" y="122"/>
                    </a:lnTo>
                    <a:lnTo>
                      <a:pt x="7" y="98"/>
                    </a:lnTo>
                    <a:lnTo>
                      <a:pt x="16" y="77"/>
                    </a:lnTo>
                    <a:lnTo>
                      <a:pt x="27" y="59"/>
                    </a:lnTo>
                    <a:lnTo>
                      <a:pt x="41" y="45"/>
                    </a:lnTo>
                    <a:lnTo>
                      <a:pt x="57" y="33"/>
                    </a:lnTo>
                    <a:lnTo>
                      <a:pt x="73" y="23"/>
                    </a:lnTo>
                    <a:lnTo>
                      <a:pt x="91" y="16"/>
                    </a:lnTo>
                    <a:lnTo>
                      <a:pt x="110" y="10"/>
                    </a:lnTo>
                    <a:lnTo>
                      <a:pt x="129" y="6"/>
                    </a:lnTo>
                    <a:lnTo>
                      <a:pt x="148" y="3"/>
                    </a:lnTo>
                    <a:lnTo>
                      <a:pt x="167" y="1"/>
                    </a:lnTo>
                    <a:lnTo>
                      <a:pt x="185" y="0"/>
                    </a:lnTo>
                    <a:lnTo>
                      <a:pt x="201" y="0"/>
                    </a:lnTo>
                    <a:lnTo>
                      <a:pt x="2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 sz="1600"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Freeform 24"/>
              <p:cNvSpPr>
                <a:spLocks noEditPoints="1"/>
              </p:cNvSpPr>
              <p:nvPr/>
            </p:nvSpPr>
            <p:spPr>
              <a:xfrm>
                <a:off x="2597" y="4335"/>
                <a:ext cx="217" cy="124"/>
              </a:xfrm>
              <a:custGeom>
                <a:avLst/>
                <a:gdLst>
                  <a:gd name="T0" fmla="*/ 1796 w 2393"/>
                  <a:gd name="T1" fmla="*/ 704 h 1360"/>
                  <a:gd name="T2" fmla="*/ 1761 w 2393"/>
                  <a:gd name="T3" fmla="*/ 720 h 1360"/>
                  <a:gd name="T4" fmla="*/ 1590 w 2393"/>
                  <a:gd name="T5" fmla="*/ 904 h 1360"/>
                  <a:gd name="T6" fmla="*/ 1882 w 2393"/>
                  <a:gd name="T7" fmla="*/ 733 h 1360"/>
                  <a:gd name="T8" fmla="*/ 1851 w 2393"/>
                  <a:gd name="T9" fmla="*/ 709 h 1360"/>
                  <a:gd name="T10" fmla="*/ 1814 w 2393"/>
                  <a:gd name="T11" fmla="*/ 702 h 1360"/>
                  <a:gd name="T12" fmla="*/ 1831 w 2393"/>
                  <a:gd name="T13" fmla="*/ 20 h 1360"/>
                  <a:gd name="T14" fmla="*/ 1950 w 2393"/>
                  <a:gd name="T15" fmla="*/ 61 h 1360"/>
                  <a:gd name="T16" fmla="*/ 2057 w 2393"/>
                  <a:gd name="T17" fmla="*/ 121 h 1360"/>
                  <a:gd name="T18" fmla="*/ 2154 w 2393"/>
                  <a:gd name="T19" fmla="*/ 196 h 1360"/>
                  <a:gd name="T20" fmla="*/ 2235 w 2393"/>
                  <a:gd name="T21" fmla="*/ 286 h 1360"/>
                  <a:gd name="T22" fmla="*/ 2301 w 2393"/>
                  <a:gd name="T23" fmla="*/ 388 h 1360"/>
                  <a:gd name="T24" fmla="*/ 2352 w 2393"/>
                  <a:gd name="T25" fmla="*/ 501 h 1360"/>
                  <a:gd name="T26" fmla="*/ 2382 w 2393"/>
                  <a:gd name="T27" fmla="*/ 622 h 1360"/>
                  <a:gd name="T28" fmla="*/ 2393 w 2393"/>
                  <a:gd name="T29" fmla="*/ 748 h 1360"/>
                  <a:gd name="T30" fmla="*/ 2390 w 2393"/>
                  <a:gd name="T31" fmla="*/ 1230 h 1360"/>
                  <a:gd name="T32" fmla="*/ 2370 w 2393"/>
                  <a:gd name="T33" fmla="*/ 1282 h 1360"/>
                  <a:gd name="T34" fmla="*/ 2335 w 2393"/>
                  <a:gd name="T35" fmla="*/ 1324 h 1360"/>
                  <a:gd name="T36" fmla="*/ 2286 w 2393"/>
                  <a:gd name="T37" fmla="*/ 1351 h 1360"/>
                  <a:gd name="T38" fmla="*/ 2230 w 2393"/>
                  <a:gd name="T39" fmla="*/ 1360 h 1360"/>
                  <a:gd name="T40" fmla="*/ 129 w 2393"/>
                  <a:gd name="T41" fmla="*/ 1358 h 1360"/>
                  <a:gd name="T42" fmla="*/ 77 w 2393"/>
                  <a:gd name="T43" fmla="*/ 1339 h 1360"/>
                  <a:gd name="T44" fmla="*/ 36 w 2393"/>
                  <a:gd name="T45" fmla="*/ 1304 h 1360"/>
                  <a:gd name="T46" fmla="*/ 10 w 2393"/>
                  <a:gd name="T47" fmla="*/ 1256 h 1360"/>
                  <a:gd name="T48" fmla="*/ 0 w 2393"/>
                  <a:gd name="T49" fmla="*/ 1200 h 1360"/>
                  <a:gd name="T50" fmla="*/ 3 w 2393"/>
                  <a:gd name="T51" fmla="*/ 684 h 1360"/>
                  <a:gd name="T52" fmla="*/ 23 w 2393"/>
                  <a:gd name="T53" fmla="*/ 561 h 1360"/>
                  <a:gd name="T54" fmla="*/ 63 w 2393"/>
                  <a:gd name="T55" fmla="*/ 443 h 1360"/>
                  <a:gd name="T56" fmla="*/ 122 w 2393"/>
                  <a:gd name="T57" fmla="*/ 336 h 1360"/>
                  <a:gd name="T58" fmla="*/ 195 w 2393"/>
                  <a:gd name="T59" fmla="*/ 240 h 1360"/>
                  <a:gd name="T60" fmla="*/ 283 w 2393"/>
                  <a:gd name="T61" fmla="*/ 157 h 1360"/>
                  <a:gd name="T62" fmla="*/ 385 w 2393"/>
                  <a:gd name="T63" fmla="*/ 89 h 1360"/>
                  <a:gd name="T64" fmla="*/ 498 w 2393"/>
                  <a:gd name="T65" fmla="*/ 38 h 1360"/>
                  <a:gd name="T66" fmla="*/ 640 w 2393"/>
                  <a:gd name="T67" fmla="*/ 0 h 1360"/>
                  <a:gd name="T68" fmla="*/ 1748 w 2393"/>
                  <a:gd name="T69" fmla="*/ 0 h 1360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393" h="1360">
                    <a:moveTo>
                      <a:pt x="1814" y="702"/>
                    </a:moveTo>
                    <a:lnTo>
                      <a:pt x="1796" y="704"/>
                    </a:lnTo>
                    <a:lnTo>
                      <a:pt x="1778" y="709"/>
                    </a:lnTo>
                    <a:lnTo>
                      <a:pt x="1761" y="720"/>
                    </a:lnTo>
                    <a:lnTo>
                      <a:pt x="1746" y="733"/>
                    </a:lnTo>
                    <a:lnTo>
                      <a:pt x="1590" y="904"/>
                    </a:lnTo>
                    <a:lnTo>
                      <a:pt x="2038" y="904"/>
                    </a:lnTo>
                    <a:lnTo>
                      <a:pt x="1882" y="733"/>
                    </a:lnTo>
                    <a:lnTo>
                      <a:pt x="1867" y="719"/>
                    </a:lnTo>
                    <a:lnTo>
                      <a:pt x="1851" y="709"/>
                    </a:lnTo>
                    <a:lnTo>
                      <a:pt x="1833" y="703"/>
                    </a:lnTo>
                    <a:lnTo>
                      <a:pt x="1814" y="702"/>
                    </a:lnTo>
                    <a:close/>
                    <a:moveTo>
                      <a:pt x="1748" y="0"/>
                    </a:moveTo>
                    <a:lnTo>
                      <a:pt x="1831" y="20"/>
                    </a:lnTo>
                    <a:lnTo>
                      <a:pt x="1892" y="38"/>
                    </a:lnTo>
                    <a:lnTo>
                      <a:pt x="1950" y="61"/>
                    </a:lnTo>
                    <a:lnTo>
                      <a:pt x="2005" y="88"/>
                    </a:lnTo>
                    <a:lnTo>
                      <a:pt x="2057" y="121"/>
                    </a:lnTo>
                    <a:lnTo>
                      <a:pt x="2107" y="157"/>
                    </a:lnTo>
                    <a:lnTo>
                      <a:pt x="2154" y="196"/>
                    </a:lnTo>
                    <a:lnTo>
                      <a:pt x="2196" y="239"/>
                    </a:lnTo>
                    <a:lnTo>
                      <a:pt x="2235" y="286"/>
                    </a:lnTo>
                    <a:lnTo>
                      <a:pt x="2270" y="336"/>
                    </a:lnTo>
                    <a:lnTo>
                      <a:pt x="2301" y="388"/>
                    </a:lnTo>
                    <a:lnTo>
                      <a:pt x="2328" y="443"/>
                    </a:lnTo>
                    <a:lnTo>
                      <a:pt x="2352" y="501"/>
                    </a:lnTo>
                    <a:lnTo>
                      <a:pt x="2369" y="561"/>
                    </a:lnTo>
                    <a:lnTo>
                      <a:pt x="2382" y="622"/>
                    </a:lnTo>
                    <a:lnTo>
                      <a:pt x="2390" y="684"/>
                    </a:lnTo>
                    <a:lnTo>
                      <a:pt x="2393" y="748"/>
                    </a:lnTo>
                    <a:lnTo>
                      <a:pt x="2393" y="1200"/>
                    </a:lnTo>
                    <a:lnTo>
                      <a:pt x="2390" y="1230"/>
                    </a:lnTo>
                    <a:lnTo>
                      <a:pt x="2383" y="1256"/>
                    </a:lnTo>
                    <a:lnTo>
                      <a:pt x="2370" y="1282"/>
                    </a:lnTo>
                    <a:lnTo>
                      <a:pt x="2354" y="1304"/>
                    </a:lnTo>
                    <a:lnTo>
                      <a:pt x="2335" y="1324"/>
                    </a:lnTo>
                    <a:lnTo>
                      <a:pt x="2311" y="1339"/>
                    </a:lnTo>
                    <a:lnTo>
                      <a:pt x="2286" y="1351"/>
                    </a:lnTo>
                    <a:lnTo>
                      <a:pt x="2259" y="1358"/>
                    </a:lnTo>
                    <a:lnTo>
                      <a:pt x="2230" y="1360"/>
                    </a:lnTo>
                    <a:lnTo>
                      <a:pt x="157" y="1360"/>
                    </a:lnTo>
                    <a:lnTo>
                      <a:pt x="129" y="1358"/>
                    </a:lnTo>
                    <a:lnTo>
                      <a:pt x="101" y="1351"/>
                    </a:lnTo>
                    <a:lnTo>
                      <a:pt x="77" y="1339"/>
                    </a:lnTo>
                    <a:lnTo>
                      <a:pt x="55" y="1324"/>
                    </a:lnTo>
                    <a:lnTo>
                      <a:pt x="36" y="1304"/>
                    </a:lnTo>
                    <a:lnTo>
                      <a:pt x="21" y="1282"/>
                    </a:lnTo>
                    <a:lnTo>
                      <a:pt x="10" y="1256"/>
                    </a:lnTo>
                    <a:lnTo>
                      <a:pt x="3" y="1230"/>
                    </a:lnTo>
                    <a:lnTo>
                      <a:pt x="0" y="1200"/>
                    </a:lnTo>
                    <a:lnTo>
                      <a:pt x="0" y="748"/>
                    </a:lnTo>
                    <a:lnTo>
                      <a:pt x="3" y="684"/>
                    </a:lnTo>
                    <a:lnTo>
                      <a:pt x="11" y="622"/>
                    </a:lnTo>
                    <a:lnTo>
                      <a:pt x="23" y="561"/>
                    </a:lnTo>
                    <a:lnTo>
                      <a:pt x="41" y="501"/>
                    </a:lnTo>
                    <a:lnTo>
                      <a:pt x="63" y="443"/>
                    </a:lnTo>
                    <a:lnTo>
                      <a:pt x="90" y="389"/>
                    </a:lnTo>
                    <a:lnTo>
                      <a:pt x="122" y="336"/>
                    </a:lnTo>
                    <a:lnTo>
                      <a:pt x="156" y="286"/>
                    </a:lnTo>
                    <a:lnTo>
                      <a:pt x="195" y="240"/>
                    </a:lnTo>
                    <a:lnTo>
                      <a:pt x="237" y="196"/>
                    </a:lnTo>
                    <a:lnTo>
                      <a:pt x="283" y="157"/>
                    </a:lnTo>
                    <a:lnTo>
                      <a:pt x="332" y="121"/>
                    </a:lnTo>
                    <a:lnTo>
                      <a:pt x="385" y="89"/>
                    </a:lnTo>
                    <a:lnTo>
                      <a:pt x="440" y="62"/>
                    </a:lnTo>
                    <a:lnTo>
                      <a:pt x="498" y="38"/>
                    </a:lnTo>
                    <a:lnTo>
                      <a:pt x="559" y="20"/>
                    </a:lnTo>
                    <a:lnTo>
                      <a:pt x="640" y="0"/>
                    </a:lnTo>
                    <a:lnTo>
                      <a:pt x="1193" y="1280"/>
                    </a:lnTo>
                    <a:lnTo>
                      <a:pt x="17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 sz="1600">
                  <a:solidFill>
                    <a:prstClr val="black"/>
                  </a:solidFill>
                </a:endParaRPr>
              </a:p>
            </p:txBody>
          </p:sp>
          <p:sp>
            <p:nvSpPr>
              <p:cNvPr id="24" name="Freeform 25"/>
              <p:cNvSpPr/>
              <p:nvPr/>
            </p:nvSpPr>
            <p:spPr>
              <a:xfrm>
                <a:off x="2689" y="4347"/>
                <a:ext cx="34" cy="83"/>
              </a:xfrm>
              <a:custGeom>
                <a:avLst/>
                <a:gdLst>
                  <a:gd name="T0" fmla="*/ 135 w 373"/>
                  <a:gd name="T1" fmla="*/ 0 h 915"/>
                  <a:gd name="T2" fmla="*/ 237 w 373"/>
                  <a:gd name="T3" fmla="*/ 0 h 915"/>
                  <a:gd name="T4" fmla="*/ 258 w 373"/>
                  <a:gd name="T5" fmla="*/ 2 h 915"/>
                  <a:gd name="T6" fmla="*/ 278 w 373"/>
                  <a:gd name="T7" fmla="*/ 9 h 915"/>
                  <a:gd name="T8" fmla="*/ 295 w 373"/>
                  <a:gd name="T9" fmla="*/ 21 h 915"/>
                  <a:gd name="T10" fmla="*/ 310 w 373"/>
                  <a:gd name="T11" fmla="*/ 36 h 915"/>
                  <a:gd name="T12" fmla="*/ 321 w 373"/>
                  <a:gd name="T13" fmla="*/ 53 h 915"/>
                  <a:gd name="T14" fmla="*/ 328 w 373"/>
                  <a:gd name="T15" fmla="*/ 74 h 915"/>
                  <a:gd name="T16" fmla="*/ 366 w 373"/>
                  <a:gd name="T17" fmla="*/ 234 h 915"/>
                  <a:gd name="T18" fmla="*/ 368 w 373"/>
                  <a:gd name="T19" fmla="*/ 257 h 915"/>
                  <a:gd name="T20" fmla="*/ 365 w 373"/>
                  <a:gd name="T21" fmla="*/ 281 h 915"/>
                  <a:gd name="T22" fmla="*/ 357 w 373"/>
                  <a:gd name="T23" fmla="*/ 301 h 915"/>
                  <a:gd name="T24" fmla="*/ 345 w 373"/>
                  <a:gd name="T25" fmla="*/ 319 h 915"/>
                  <a:gd name="T26" fmla="*/ 329 w 373"/>
                  <a:gd name="T27" fmla="*/ 334 h 915"/>
                  <a:gd name="T28" fmla="*/ 309 w 373"/>
                  <a:gd name="T29" fmla="*/ 345 h 915"/>
                  <a:gd name="T30" fmla="*/ 287 w 373"/>
                  <a:gd name="T31" fmla="*/ 351 h 915"/>
                  <a:gd name="T32" fmla="*/ 373 w 373"/>
                  <a:gd name="T33" fmla="*/ 438 h 915"/>
                  <a:gd name="T34" fmla="*/ 187 w 373"/>
                  <a:gd name="T35" fmla="*/ 915 h 915"/>
                  <a:gd name="T36" fmla="*/ 0 w 373"/>
                  <a:gd name="T37" fmla="*/ 438 h 915"/>
                  <a:gd name="T38" fmla="*/ 85 w 373"/>
                  <a:gd name="T39" fmla="*/ 351 h 915"/>
                  <a:gd name="T40" fmla="*/ 63 w 373"/>
                  <a:gd name="T41" fmla="*/ 345 h 915"/>
                  <a:gd name="T42" fmla="*/ 44 w 373"/>
                  <a:gd name="T43" fmla="*/ 334 h 915"/>
                  <a:gd name="T44" fmla="*/ 27 w 373"/>
                  <a:gd name="T45" fmla="*/ 319 h 915"/>
                  <a:gd name="T46" fmla="*/ 15 w 373"/>
                  <a:gd name="T47" fmla="*/ 301 h 915"/>
                  <a:gd name="T48" fmla="*/ 7 w 373"/>
                  <a:gd name="T49" fmla="*/ 281 h 915"/>
                  <a:gd name="T50" fmla="*/ 4 w 373"/>
                  <a:gd name="T51" fmla="*/ 257 h 915"/>
                  <a:gd name="T52" fmla="*/ 6 w 373"/>
                  <a:gd name="T53" fmla="*/ 234 h 915"/>
                  <a:gd name="T54" fmla="*/ 44 w 373"/>
                  <a:gd name="T55" fmla="*/ 74 h 915"/>
                  <a:gd name="T56" fmla="*/ 52 w 373"/>
                  <a:gd name="T57" fmla="*/ 53 h 915"/>
                  <a:gd name="T58" fmla="*/ 63 w 373"/>
                  <a:gd name="T59" fmla="*/ 36 h 915"/>
                  <a:gd name="T60" fmla="*/ 77 w 373"/>
                  <a:gd name="T61" fmla="*/ 21 h 915"/>
                  <a:gd name="T62" fmla="*/ 95 w 373"/>
                  <a:gd name="T63" fmla="*/ 9 h 915"/>
                  <a:gd name="T64" fmla="*/ 114 w 373"/>
                  <a:gd name="T65" fmla="*/ 2 h 915"/>
                  <a:gd name="T66" fmla="*/ 135 w 373"/>
                  <a:gd name="T67" fmla="*/ 0 h 915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73" h="915">
                    <a:moveTo>
                      <a:pt x="135" y="0"/>
                    </a:moveTo>
                    <a:lnTo>
                      <a:pt x="237" y="0"/>
                    </a:lnTo>
                    <a:lnTo>
                      <a:pt x="258" y="2"/>
                    </a:lnTo>
                    <a:lnTo>
                      <a:pt x="278" y="9"/>
                    </a:lnTo>
                    <a:lnTo>
                      <a:pt x="295" y="21"/>
                    </a:lnTo>
                    <a:lnTo>
                      <a:pt x="310" y="36"/>
                    </a:lnTo>
                    <a:lnTo>
                      <a:pt x="321" y="53"/>
                    </a:lnTo>
                    <a:lnTo>
                      <a:pt x="328" y="74"/>
                    </a:lnTo>
                    <a:lnTo>
                      <a:pt x="366" y="234"/>
                    </a:lnTo>
                    <a:lnTo>
                      <a:pt x="368" y="257"/>
                    </a:lnTo>
                    <a:lnTo>
                      <a:pt x="365" y="281"/>
                    </a:lnTo>
                    <a:lnTo>
                      <a:pt x="357" y="301"/>
                    </a:lnTo>
                    <a:lnTo>
                      <a:pt x="345" y="319"/>
                    </a:lnTo>
                    <a:lnTo>
                      <a:pt x="329" y="334"/>
                    </a:lnTo>
                    <a:lnTo>
                      <a:pt x="309" y="345"/>
                    </a:lnTo>
                    <a:lnTo>
                      <a:pt x="287" y="351"/>
                    </a:lnTo>
                    <a:lnTo>
                      <a:pt x="373" y="438"/>
                    </a:lnTo>
                    <a:lnTo>
                      <a:pt x="187" y="915"/>
                    </a:lnTo>
                    <a:lnTo>
                      <a:pt x="0" y="438"/>
                    </a:lnTo>
                    <a:lnTo>
                      <a:pt x="85" y="351"/>
                    </a:lnTo>
                    <a:lnTo>
                      <a:pt x="63" y="345"/>
                    </a:lnTo>
                    <a:lnTo>
                      <a:pt x="44" y="334"/>
                    </a:lnTo>
                    <a:lnTo>
                      <a:pt x="27" y="319"/>
                    </a:lnTo>
                    <a:lnTo>
                      <a:pt x="15" y="301"/>
                    </a:lnTo>
                    <a:lnTo>
                      <a:pt x="7" y="281"/>
                    </a:lnTo>
                    <a:lnTo>
                      <a:pt x="4" y="257"/>
                    </a:lnTo>
                    <a:lnTo>
                      <a:pt x="6" y="234"/>
                    </a:lnTo>
                    <a:lnTo>
                      <a:pt x="44" y="74"/>
                    </a:lnTo>
                    <a:lnTo>
                      <a:pt x="52" y="53"/>
                    </a:lnTo>
                    <a:lnTo>
                      <a:pt x="63" y="36"/>
                    </a:lnTo>
                    <a:lnTo>
                      <a:pt x="77" y="21"/>
                    </a:lnTo>
                    <a:lnTo>
                      <a:pt x="95" y="9"/>
                    </a:lnTo>
                    <a:lnTo>
                      <a:pt x="114" y="2"/>
                    </a:lnTo>
                    <a:lnTo>
                      <a:pt x="13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lvl="0">
                  <a:defRPr/>
                </a:pPr>
                <a:endParaRPr lang="ko-KR" altLang="en-US" sz="1600">
                  <a:solidFill>
                    <a:prstClr val="black"/>
                  </a:solidFill>
                </a:endParaRPr>
              </a:p>
            </p:txBody>
          </p:sp>
        </p:grpSp>
      </p:grpSp>
      <p:pic>
        <p:nvPicPr>
          <p:cNvPr id="6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992523" y="1671909"/>
            <a:ext cx="384314" cy="3843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257</ep:Words>
  <ep:PresentationFormat>와이드스크린</ep:PresentationFormat>
  <ep:Paragraphs>27</ep:Paragraphs>
  <ep:Slides>10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1_Office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2020-11-17T02:41:33.000</dcterms:created>
  <dc:creator>조현석</dc:creator>
  <cp:lastModifiedBy>kinam</cp:lastModifiedBy>
  <dcterms:modified xsi:type="dcterms:W3CDTF">2023-12-04T13:32:29.176</dcterms:modified>
  <cp:revision>23</cp:revision>
  <dc:title>PowerPoint 프레젠테이션</dc:title>
  <cp:version/>
</cp:coreProperties>
</file>